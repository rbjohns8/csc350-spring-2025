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2192000" cy="99364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92000" cy="923925"/>
          </a:xfrm>
          <a:custGeom>
            <a:avLst/>
            <a:gdLst/>
            <a:ahLst/>
            <a:cxnLst/>
            <a:rect l="l" t="t" r="r" b="b"/>
            <a:pathLst>
              <a:path w="12192000" h="923925">
                <a:moveTo>
                  <a:pt x="12192000" y="0"/>
                </a:moveTo>
                <a:lnTo>
                  <a:pt x="0" y="0"/>
                </a:lnTo>
                <a:lnTo>
                  <a:pt x="0" y="923544"/>
                </a:lnTo>
                <a:lnTo>
                  <a:pt x="12192000" y="923544"/>
                </a:lnTo>
                <a:lnTo>
                  <a:pt x="12192000" y="0"/>
                </a:lnTo>
                <a:close/>
              </a:path>
            </a:pathLst>
          </a:custGeom>
          <a:solidFill>
            <a:srgbClr val="E76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98552"/>
            <a:ext cx="1069657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9442" y="1718513"/>
            <a:ext cx="8676640" cy="20466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jpg"/><Relationship Id="rId8" Type="http://schemas.openxmlformats.org/officeDocument/2006/relationships/image" Target="../media/image1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68656"/>
            <a:ext cx="1071499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0"/>
              <a:t>Previous</a:t>
            </a:r>
            <a:r>
              <a:rPr dirty="0" sz="3200" spc="-145"/>
              <a:t> </a:t>
            </a:r>
            <a:r>
              <a:rPr dirty="0" sz="3200"/>
              <a:t>Class</a:t>
            </a:r>
            <a:r>
              <a:rPr dirty="0" sz="3200" spc="-125"/>
              <a:t> </a:t>
            </a:r>
            <a:r>
              <a:rPr dirty="0" sz="3200" spc="-20"/>
              <a:t>Recap:</a:t>
            </a:r>
            <a:r>
              <a:rPr dirty="0" sz="3200" spc="-140"/>
              <a:t> </a:t>
            </a:r>
            <a:r>
              <a:rPr dirty="0" sz="3200" spc="-25"/>
              <a:t>RegEx</a:t>
            </a:r>
            <a:r>
              <a:rPr dirty="0" sz="3200" spc="-130"/>
              <a:t> </a:t>
            </a:r>
            <a:r>
              <a:rPr dirty="0" sz="3200" spc="-20"/>
              <a:t>Equivalence</a:t>
            </a:r>
            <a:r>
              <a:rPr dirty="0" sz="3200" spc="-135"/>
              <a:t> </a:t>
            </a:r>
            <a:r>
              <a:rPr dirty="0" sz="3200" spc="-20"/>
              <a:t>with</a:t>
            </a:r>
            <a:r>
              <a:rPr dirty="0" sz="3200" spc="-130"/>
              <a:t> </a:t>
            </a:r>
            <a:r>
              <a:rPr dirty="0" sz="3200" spc="-20"/>
              <a:t>Finite</a:t>
            </a:r>
            <a:r>
              <a:rPr dirty="0" sz="3200" spc="-125"/>
              <a:t> </a:t>
            </a:r>
            <a:r>
              <a:rPr dirty="0" sz="3200" spc="-25"/>
              <a:t>Automata</a:t>
            </a:r>
            <a:endParaRPr sz="3200"/>
          </a:p>
        </p:txBody>
      </p:sp>
      <p:sp>
        <p:nvSpPr>
          <p:cNvPr id="3" name="object 3" descr=""/>
          <p:cNvSpPr/>
          <p:nvPr/>
        </p:nvSpPr>
        <p:spPr>
          <a:xfrm>
            <a:off x="7723251" y="1567307"/>
            <a:ext cx="469265" cy="328930"/>
          </a:xfrm>
          <a:custGeom>
            <a:avLst/>
            <a:gdLst/>
            <a:ahLst/>
            <a:cxnLst/>
            <a:rect l="l" t="t" r="r" b="b"/>
            <a:pathLst>
              <a:path w="469265" h="328930">
                <a:moveTo>
                  <a:pt x="364108" y="0"/>
                </a:moveTo>
                <a:lnTo>
                  <a:pt x="359409" y="13334"/>
                </a:lnTo>
                <a:lnTo>
                  <a:pt x="378460" y="21595"/>
                </a:lnTo>
                <a:lnTo>
                  <a:pt x="394843" y="33035"/>
                </a:lnTo>
                <a:lnTo>
                  <a:pt x="419607" y="65404"/>
                </a:lnTo>
                <a:lnTo>
                  <a:pt x="434181" y="109156"/>
                </a:lnTo>
                <a:lnTo>
                  <a:pt x="437776" y="134399"/>
                </a:lnTo>
                <a:lnTo>
                  <a:pt x="437824" y="134735"/>
                </a:lnTo>
                <a:lnTo>
                  <a:pt x="437804" y="191791"/>
                </a:lnTo>
                <a:lnTo>
                  <a:pt x="428001" y="241841"/>
                </a:lnTo>
                <a:lnTo>
                  <a:pt x="408459" y="280912"/>
                </a:lnTo>
                <a:lnTo>
                  <a:pt x="378654" y="307288"/>
                </a:lnTo>
                <a:lnTo>
                  <a:pt x="359918" y="315594"/>
                </a:lnTo>
                <a:lnTo>
                  <a:pt x="364108" y="328929"/>
                </a:lnTo>
                <a:lnTo>
                  <a:pt x="408940" y="307879"/>
                </a:lnTo>
                <a:lnTo>
                  <a:pt x="441959" y="271398"/>
                </a:lnTo>
                <a:lnTo>
                  <a:pt x="462248" y="222662"/>
                </a:lnTo>
                <a:lnTo>
                  <a:pt x="469010" y="164591"/>
                </a:lnTo>
                <a:lnTo>
                  <a:pt x="467319" y="134735"/>
                </a:lnTo>
                <a:lnTo>
                  <a:pt x="453687" y="80920"/>
                </a:lnTo>
                <a:lnTo>
                  <a:pt x="426813" y="37415"/>
                </a:lnTo>
                <a:lnTo>
                  <a:pt x="387915" y="8598"/>
                </a:lnTo>
                <a:lnTo>
                  <a:pt x="364108" y="0"/>
                </a:lnTo>
                <a:close/>
              </a:path>
              <a:path w="469265" h="328930">
                <a:moveTo>
                  <a:pt x="104901" y="0"/>
                </a:moveTo>
                <a:lnTo>
                  <a:pt x="60118" y="21066"/>
                </a:lnTo>
                <a:lnTo>
                  <a:pt x="27050" y="57657"/>
                </a:lnTo>
                <a:lnTo>
                  <a:pt x="6762" y="106505"/>
                </a:lnTo>
                <a:lnTo>
                  <a:pt x="99" y="162813"/>
                </a:lnTo>
                <a:lnTo>
                  <a:pt x="0" y="164591"/>
                </a:lnTo>
                <a:lnTo>
                  <a:pt x="1690" y="194782"/>
                </a:lnTo>
                <a:lnTo>
                  <a:pt x="15216" y="248209"/>
                </a:lnTo>
                <a:lnTo>
                  <a:pt x="42054" y="291568"/>
                </a:lnTo>
                <a:lnTo>
                  <a:pt x="80968" y="320333"/>
                </a:lnTo>
                <a:lnTo>
                  <a:pt x="104901" y="328929"/>
                </a:lnTo>
                <a:lnTo>
                  <a:pt x="108966" y="315594"/>
                </a:lnTo>
                <a:lnTo>
                  <a:pt x="90249" y="307288"/>
                </a:lnTo>
                <a:lnTo>
                  <a:pt x="74104" y="295719"/>
                </a:lnTo>
                <a:lnTo>
                  <a:pt x="49529" y="262889"/>
                </a:lnTo>
                <a:lnTo>
                  <a:pt x="34845" y="218138"/>
                </a:lnTo>
                <a:lnTo>
                  <a:pt x="30046" y="164591"/>
                </a:lnTo>
                <a:lnTo>
                  <a:pt x="29972" y="162813"/>
                </a:lnTo>
                <a:lnTo>
                  <a:pt x="34845" y="109156"/>
                </a:lnTo>
                <a:lnTo>
                  <a:pt x="49529" y="65404"/>
                </a:lnTo>
                <a:lnTo>
                  <a:pt x="74279" y="33035"/>
                </a:lnTo>
                <a:lnTo>
                  <a:pt x="109600" y="13334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301990" y="1465834"/>
            <a:ext cx="25038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then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7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69188" y="1386230"/>
            <a:ext cx="7611109" cy="103695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1606550" algn="l"/>
                <a:tab pos="737108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 spc="1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regular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12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95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𝐿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5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800" spc="-20" i="1">
                <a:latin typeface="Franklin Gothic Medium"/>
                <a:cs typeface="Franklin Gothic Medium"/>
              </a:rPr>
              <a:t>Proof</a:t>
            </a:r>
            <a:r>
              <a:rPr dirty="0" sz="2800" spc="-20">
                <a:latin typeface="Franklin Gothic Medium"/>
                <a:cs typeface="Franklin Gothic Medium"/>
              </a:rPr>
              <a:t>: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 spc="6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85">
                <a:latin typeface="Franklin Gothic Medium"/>
                <a:cs typeface="Franklin Gothic Medium"/>
              </a:rPr>
              <a:t>NFA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994784" y="3461384"/>
            <a:ext cx="1108710" cy="273685"/>
            <a:chOff x="3994784" y="3461384"/>
            <a:chExt cx="1108710" cy="273685"/>
          </a:xfrm>
        </p:grpSpPr>
        <p:sp>
          <p:nvSpPr>
            <p:cNvPr id="7" name="object 7" descr=""/>
            <p:cNvSpPr/>
            <p:nvPr/>
          </p:nvSpPr>
          <p:spPr>
            <a:xfrm>
              <a:off x="4862321" y="3470909"/>
              <a:ext cx="231775" cy="254635"/>
            </a:xfrm>
            <a:custGeom>
              <a:avLst/>
              <a:gdLst/>
              <a:ahLst/>
              <a:cxnLst/>
              <a:rect l="l" t="t" r="r" b="b"/>
              <a:pathLst>
                <a:path w="231775" h="254635">
                  <a:moveTo>
                    <a:pt x="0" y="127253"/>
                  </a:moveTo>
                  <a:lnTo>
                    <a:pt x="9096" y="77741"/>
                  </a:lnTo>
                  <a:lnTo>
                    <a:pt x="33909" y="37290"/>
                  </a:lnTo>
                  <a:lnTo>
                    <a:pt x="70723" y="10007"/>
                  </a:lnTo>
                  <a:lnTo>
                    <a:pt x="115824" y="0"/>
                  </a:lnTo>
                  <a:lnTo>
                    <a:pt x="160924" y="10007"/>
                  </a:lnTo>
                  <a:lnTo>
                    <a:pt x="197738" y="37290"/>
                  </a:lnTo>
                  <a:lnTo>
                    <a:pt x="222551" y="77741"/>
                  </a:lnTo>
                  <a:lnTo>
                    <a:pt x="231648" y="127253"/>
                  </a:lnTo>
                  <a:lnTo>
                    <a:pt x="222551" y="176766"/>
                  </a:lnTo>
                  <a:lnTo>
                    <a:pt x="197738" y="217217"/>
                  </a:lnTo>
                  <a:lnTo>
                    <a:pt x="160924" y="244500"/>
                  </a:lnTo>
                  <a:lnTo>
                    <a:pt x="115824" y="254507"/>
                  </a:lnTo>
                  <a:lnTo>
                    <a:pt x="70723" y="244500"/>
                  </a:lnTo>
                  <a:lnTo>
                    <a:pt x="33909" y="217217"/>
                  </a:lnTo>
                  <a:lnTo>
                    <a:pt x="9096" y="176766"/>
                  </a:lnTo>
                  <a:lnTo>
                    <a:pt x="0" y="127253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2232" y="3526916"/>
              <a:ext cx="131825" cy="145542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4004309" y="3470909"/>
              <a:ext cx="231775" cy="254635"/>
            </a:xfrm>
            <a:custGeom>
              <a:avLst/>
              <a:gdLst/>
              <a:ahLst/>
              <a:cxnLst/>
              <a:rect l="l" t="t" r="r" b="b"/>
              <a:pathLst>
                <a:path w="231775" h="254635">
                  <a:moveTo>
                    <a:pt x="0" y="127253"/>
                  </a:moveTo>
                  <a:lnTo>
                    <a:pt x="9096" y="77741"/>
                  </a:lnTo>
                  <a:lnTo>
                    <a:pt x="33909" y="37290"/>
                  </a:lnTo>
                  <a:lnTo>
                    <a:pt x="70723" y="10007"/>
                  </a:lnTo>
                  <a:lnTo>
                    <a:pt x="115824" y="0"/>
                  </a:lnTo>
                  <a:lnTo>
                    <a:pt x="160924" y="10007"/>
                  </a:lnTo>
                  <a:lnTo>
                    <a:pt x="197738" y="37290"/>
                  </a:lnTo>
                  <a:lnTo>
                    <a:pt x="222551" y="77741"/>
                  </a:lnTo>
                  <a:lnTo>
                    <a:pt x="231648" y="127253"/>
                  </a:lnTo>
                  <a:lnTo>
                    <a:pt x="222551" y="176766"/>
                  </a:lnTo>
                  <a:lnTo>
                    <a:pt x="197738" y="217217"/>
                  </a:lnTo>
                  <a:lnTo>
                    <a:pt x="160924" y="244500"/>
                  </a:lnTo>
                  <a:lnTo>
                    <a:pt x="115824" y="254507"/>
                  </a:lnTo>
                  <a:lnTo>
                    <a:pt x="70723" y="244500"/>
                  </a:lnTo>
                  <a:lnTo>
                    <a:pt x="33909" y="217217"/>
                  </a:lnTo>
                  <a:lnTo>
                    <a:pt x="9096" y="176766"/>
                  </a:lnTo>
                  <a:lnTo>
                    <a:pt x="0" y="127253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235195" y="3560063"/>
              <a:ext cx="626745" cy="76200"/>
            </a:xfrm>
            <a:custGeom>
              <a:avLst/>
              <a:gdLst/>
              <a:ahLst/>
              <a:cxnLst/>
              <a:rect l="l" t="t" r="r" b="b"/>
              <a:pathLst>
                <a:path w="626745" h="76200">
                  <a:moveTo>
                    <a:pt x="550290" y="0"/>
                  </a:moveTo>
                  <a:lnTo>
                    <a:pt x="550290" y="76200"/>
                  </a:lnTo>
                  <a:lnTo>
                    <a:pt x="613790" y="44450"/>
                  </a:lnTo>
                  <a:lnTo>
                    <a:pt x="562990" y="44450"/>
                  </a:lnTo>
                  <a:lnTo>
                    <a:pt x="562990" y="31750"/>
                  </a:lnTo>
                  <a:lnTo>
                    <a:pt x="613790" y="31750"/>
                  </a:lnTo>
                  <a:lnTo>
                    <a:pt x="550290" y="0"/>
                  </a:lnTo>
                  <a:close/>
                </a:path>
                <a:path w="626745" h="76200">
                  <a:moveTo>
                    <a:pt x="55029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550290" y="44450"/>
                  </a:lnTo>
                  <a:lnTo>
                    <a:pt x="550290" y="31750"/>
                  </a:lnTo>
                  <a:close/>
                </a:path>
                <a:path w="626745" h="76200">
                  <a:moveTo>
                    <a:pt x="613790" y="31750"/>
                  </a:moveTo>
                  <a:lnTo>
                    <a:pt x="562990" y="31750"/>
                  </a:lnTo>
                  <a:lnTo>
                    <a:pt x="562990" y="44450"/>
                  </a:lnTo>
                  <a:lnTo>
                    <a:pt x="613790" y="44450"/>
                  </a:lnTo>
                  <a:lnTo>
                    <a:pt x="626490" y="38100"/>
                  </a:lnTo>
                  <a:lnTo>
                    <a:pt x="61379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3561969" y="2891993"/>
            <a:ext cx="2044064" cy="602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50"/>
              </a:lnSpc>
              <a:spcBef>
                <a:spcPts val="100"/>
              </a:spcBef>
            </a:pPr>
            <a:r>
              <a:rPr dirty="0" sz="2400" spc="-20">
                <a:latin typeface="Franklin Gothic Medium"/>
                <a:cs typeface="Franklin Gothic Medium"/>
              </a:rPr>
              <a:t>Equivalent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10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is:</a:t>
            </a:r>
            <a:endParaRPr sz="2400">
              <a:latin typeface="Franklin Gothic Medium"/>
              <a:cs typeface="Franklin Gothic Medium"/>
            </a:endParaRPr>
          </a:p>
          <a:p>
            <a:pPr algn="ctr" marR="156845">
              <a:lnSpc>
                <a:spcPts val="1789"/>
              </a:lnSpc>
            </a:pPr>
            <a:r>
              <a:rPr dirty="0" sz="1600" spc="-50">
                <a:latin typeface="Cambria Math"/>
                <a:cs typeface="Cambria Math"/>
              </a:rPr>
              <a:t>𝑎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3641597" y="3556000"/>
            <a:ext cx="363220" cy="85725"/>
          </a:xfrm>
          <a:custGeom>
            <a:avLst/>
            <a:gdLst/>
            <a:ahLst/>
            <a:cxnLst/>
            <a:rect l="l" t="t" r="r" b="b"/>
            <a:pathLst>
              <a:path w="363220" h="85725">
                <a:moveTo>
                  <a:pt x="277240" y="0"/>
                </a:moveTo>
                <a:lnTo>
                  <a:pt x="277240" y="85725"/>
                </a:lnTo>
                <a:lnTo>
                  <a:pt x="334475" y="57150"/>
                </a:lnTo>
                <a:lnTo>
                  <a:pt x="291464" y="57150"/>
                </a:lnTo>
                <a:lnTo>
                  <a:pt x="291464" y="28575"/>
                </a:lnTo>
                <a:lnTo>
                  <a:pt x="334306" y="28575"/>
                </a:lnTo>
                <a:lnTo>
                  <a:pt x="277240" y="0"/>
                </a:lnTo>
                <a:close/>
              </a:path>
              <a:path w="363220" h="85725">
                <a:moveTo>
                  <a:pt x="277240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277240" y="57150"/>
                </a:lnTo>
                <a:lnTo>
                  <a:pt x="277240" y="28575"/>
                </a:lnTo>
                <a:close/>
              </a:path>
              <a:path w="363220" h="85725">
                <a:moveTo>
                  <a:pt x="334306" y="28575"/>
                </a:moveTo>
                <a:lnTo>
                  <a:pt x="291464" y="28575"/>
                </a:lnTo>
                <a:lnTo>
                  <a:pt x="291464" y="57150"/>
                </a:lnTo>
                <a:lnTo>
                  <a:pt x="334475" y="57150"/>
                </a:lnTo>
                <a:lnTo>
                  <a:pt x="362965" y="42925"/>
                </a:lnTo>
                <a:lnTo>
                  <a:pt x="334306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3641597" y="3959733"/>
            <a:ext cx="603885" cy="306070"/>
            <a:chOff x="3641597" y="3959733"/>
            <a:chExt cx="603885" cy="306070"/>
          </a:xfrm>
        </p:grpSpPr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2884" y="4026789"/>
              <a:ext cx="145541" cy="16230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3975353" y="3969258"/>
              <a:ext cx="260985" cy="287020"/>
            </a:xfrm>
            <a:custGeom>
              <a:avLst/>
              <a:gdLst/>
              <a:ahLst/>
              <a:cxnLst/>
              <a:rect l="l" t="t" r="r" b="b"/>
              <a:pathLst>
                <a:path w="260985" h="287020">
                  <a:moveTo>
                    <a:pt x="0" y="143256"/>
                  </a:moveTo>
                  <a:lnTo>
                    <a:pt x="6638" y="97974"/>
                  </a:lnTo>
                  <a:lnTo>
                    <a:pt x="25127" y="58649"/>
                  </a:lnTo>
                  <a:lnTo>
                    <a:pt x="53327" y="27639"/>
                  </a:lnTo>
                  <a:lnTo>
                    <a:pt x="89099" y="7303"/>
                  </a:lnTo>
                  <a:lnTo>
                    <a:pt x="130301" y="0"/>
                  </a:lnTo>
                  <a:lnTo>
                    <a:pt x="171504" y="7303"/>
                  </a:lnTo>
                  <a:lnTo>
                    <a:pt x="207276" y="27639"/>
                  </a:lnTo>
                  <a:lnTo>
                    <a:pt x="235476" y="58649"/>
                  </a:lnTo>
                  <a:lnTo>
                    <a:pt x="253965" y="97974"/>
                  </a:lnTo>
                  <a:lnTo>
                    <a:pt x="260604" y="143256"/>
                  </a:lnTo>
                  <a:lnTo>
                    <a:pt x="253965" y="188537"/>
                  </a:lnTo>
                  <a:lnTo>
                    <a:pt x="235476" y="227862"/>
                  </a:lnTo>
                  <a:lnTo>
                    <a:pt x="207276" y="258872"/>
                  </a:lnTo>
                  <a:lnTo>
                    <a:pt x="171504" y="279208"/>
                  </a:lnTo>
                  <a:lnTo>
                    <a:pt x="130301" y="286512"/>
                  </a:lnTo>
                  <a:lnTo>
                    <a:pt x="89099" y="279208"/>
                  </a:lnTo>
                  <a:lnTo>
                    <a:pt x="53327" y="258872"/>
                  </a:lnTo>
                  <a:lnTo>
                    <a:pt x="25127" y="227862"/>
                  </a:lnTo>
                  <a:lnTo>
                    <a:pt x="6638" y="188537"/>
                  </a:lnTo>
                  <a:lnTo>
                    <a:pt x="0" y="143256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641597" y="4069588"/>
              <a:ext cx="334010" cy="85725"/>
            </a:xfrm>
            <a:custGeom>
              <a:avLst/>
              <a:gdLst/>
              <a:ahLst/>
              <a:cxnLst/>
              <a:rect l="l" t="t" r="r" b="b"/>
              <a:pathLst>
                <a:path w="334010" h="85725">
                  <a:moveTo>
                    <a:pt x="248285" y="0"/>
                  </a:moveTo>
                  <a:lnTo>
                    <a:pt x="248285" y="85725"/>
                  </a:lnTo>
                  <a:lnTo>
                    <a:pt x="305265" y="57276"/>
                  </a:lnTo>
                  <a:lnTo>
                    <a:pt x="262509" y="57276"/>
                  </a:lnTo>
                  <a:lnTo>
                    <a:pt x="262509" y="28701"/>
                  </a:lnTo>
                  <a:lnTo>
                    <a:pt x="305604" y="28701"/>
                  </a:lnTo>
                  <a:lnTo>
                    <a:pt x="248285" y="0"/>
                  </a:lnTo>
                  <a:close/>
                </a:path>
                <a:path w="334010" h="85725">
                  <a:moveTo>
                    <a:pt x="248285" y="28701"/>
                  </a:moveTo>
                  <a:lnTo>
                    <a:pt x="0" y="28701"/>
                  </a:lnTo>
                  <a:lnTo>
                    <a:pt x="0" y="57276"/>
                  </a:lnTo>
                  <a:lnTo>
                    <a:pt x="248285" y="57276"/>
                  </a:lnTo>
                  <a:lnTo>
                    <a:pt x="248285" y="28701"/>
                  </a:lnTo>
                  <a:close/>
                </a:path>
                <a:path w="334010" h="85725">
                  <a:moveTo>
                    <a:pt x="305604" y="28701"/>
                  </a:moveTo>
                  <a:lnTo>
                    <a:pt x="262509" y="28701"/>
                  </a:lnTo>
                  <a:lnTo>
                    <a:pt x="262509" y="57276"/>
                  </a:lnTo>
                  <a:lnTo>
                    <a:pt x="305265" y="57276"/>
                  </a:lnTo>
                  <a:lnTo>
                    <a:pt x="334010" y="42925"/>
                  </a:lnTo>
                  <a:lnTo>
                    <a:pt x="305604" y="287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3641597" y="4439792"/>
            <a:ext cx="603885" cy="283210"/>
            <a:chOff x="3641597" y="4439792"/>
            <a:chExt cx="603885" cy="283210"/>
          </a:xfrm>
        </p:grpSpPr>
        <p:sp>
          <p:nvSpPr>
            <p:cNvPr id="18" name="object 18" descr=""/>
            <p:cNvSpPr/>
            <p:nvPr/>
          </p:nvSpPr>
          <p:spPr>
            <a:xfrm>
              <a:off x="3996689" y="4449317"/>
              <a:ext cx="239395" cy="264160"/>
            </a:xfrm>
            <a:custGeom>
              <a:avLst/>
              <a:gdLst/>
              <a:ahLst/>
              <a:cxnLst/>
              <a:rect l="l" t="t" r="r" b="b"/>
              <a:pathLst>
                <a:path w="239395" h="264160">
                  <a:moveTo>
                    <a:pt x="0" y="131825"/>
                  </a:moveTo>
                  <a:lnTo>
                    <a:pt x="9405" y="80527"/>
                  </a:lnTo>
                  <a:lnTo>
                    <a:pt x="35052" y="38623"/>
                  </a:lnTo>
                  <a:lnTo>
                    <a:pt x="73080" y="10364"/>
                  </a:lnTo>
                  <a:lnTo>
                    <a:pt x="119634" y="0"/>
                  </a:lnTo>
                  <a:lnTo>
                    <a:pt x="166187" y="10364"/>
                  </a:lnTo>
                  <a:lnTo>
                    <a:pt x="204215" y="38623"/>
                  </a:lnTo>
                  <a:lnTo>
                    <a:pt x="229862" y="80527"/>
                  </a:lnTo>
                  <a:lnTo>
                    <a:pt x="239268" y="131825"/>
                  </a:lnTo>
                  <a:lnTo>
                    <a:pt x="229862" y="183124"/>
                  </a:lnTo>
                  <a:lnTo>
                    <a:pt x="204215" y="225028"/>
                  </a:lnTo>
                  <a:lnTo>
                    <a:pt x="166187" y="253287"/>
                  </a:lnTo>
                  <a:lnTo>
                    <a:pt x="119634" y="263651"/>
                  </a:lnTo>
                  <a:lnTo>
                    <a:pt x="73080" y="253287"/>
                  </a:lnTo>
                  <a:lnTo>
                    <a:pt x="35052" y="225028"/>
                  </a:lnTo>
                  <a:lnTo>
                    <a:pt x="9405" y="183124"/>
                  </a:lnTo>
                  <a:lnTo>
                    <a:pt x="0" y="131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641597" y="4551171"/>
              <a:ext cx="354330" cy="85725"/>
            </a:xfrm>
            <a:custGeom>
              <a:avLst/>
              <a:gdLst/>
              <a:ahLst/>
              <a:cxnLst/>
              <a:rect l="l" t="t" r="r" b="b"/>
              <a:pathLst>
                <a:path w="354329" h="85725">
                  <a:moveTo>
                    <a:pt x="268604" y="0"/>
                  </a:moveTo>
                  <a:lnTo>
                    <a:pt x="268604" y="85725"/>
                  </a:lnTo>
                  <a:lnTo>
                    <a:pt x="325839" y="57150"/>
                  </a:lnTo>
                  <a:lnTo>
                    <a:pt x="282828" y="57150"/>
                  </a:lnTo>
                  <a:lnTo>
                    <a:pt x="282828" y="28575"/>
                  </a:lnTo>
                  <a:lnTo>
                    <a:pt x="325670" y="28575"/>
                  </a:lnTo>
                  <a:lnTo>
                    <a:pt x="268604" y="0"/>
                  </a:lnTo>
                  <a:close/>
                </a:path>
                <a:path w="354329" h="85725">
                  <a:moveTo>
                    <a:pt x="268604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68604" y="57150"/>
                  </a:lnTo>
                  <a:lnTo>
                    <a:pt x="268604" y="28575"/>
                  </a:lnTo>
                  <a:close/>
                </a:path>
                <a:path w="354329" h="85725">
                  <a:moveTo>
                    <a:pt x="325670" y="28575"/>
                  </a:moveTo>
                  <a:lnTo>
                    <a:pt x="282828" y="28575"/>
                  </a:lnTo>
                  <a:lnTo>
                    <a:pt x="282828" y="57150"/>
                  </a:lnTo>
                  <a:lnTo>
                    <a:pt x="325839" y="57150"/>
                  </a:lnTo>
                  <a:lnTo>
                    <a:pt x="354329" y="42925"/>
                  </a:lnTo>
                  <a:lnTo>
                    <a:pt x="325670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5928359" y="2575560"/>
            <a:ext cx="1367155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8484107" y="2703322"/>
            <a:ext cx="1030605" cy="282575"/>
          </a:xfrm>
          <a:custGeom>
            <a:avLst/>
            <a:gdLst/>
            <a:ahLst/>
            <a:cxnLst/>
            <a:rect l="l" t="t" r="r" b="b"/>
            <a:pathLst>
              <a:path w="1030604" h="282575">
                <a:moveTo>
                  <a:pt x="940053" y="0"/>
                </a:moveTo>
                <a:lnTo>
                  <a:pt x="935990" y="11556"/>
                </a:lnTo>
                <a:lnTo>
                  <a:pt x="952353" y="18631"/>
                </a:lnTo>
                <a:lnTo>
                  <a:pt x="966406" y="28432"/>
                </a:lnTo>
                <a:lnTo>
                  <a:pt x="994939" y="73925"/>
                </a:lnTo>
                <a:lnTo>
                  <a:pt x="1003232" y="115466"/>
                </a:lnTo>
                <a:lnTo>
                  <a:pt x="1004316" y="139826"/>
                </a:lnTo>
                <a:lnTo>
                  <a:pt x="1003268" y="164707"/>
                </a:lnTo>
                <a:lnTo>
                  <a:pt x="994886" y="207656"/>
                </a:lnTo>
                <a:lnTo>
                  <a:pt x="966390" y="253857"/>
                </a:lnTo>
                <a:lnTo>
                  <a:pt x="936371" y="270890"/>
                </a:lnTo>
                <a:lnTo>
                  <a:pt x="940053" y="282448"/>
                </a:lnTo>
                <a:lnTo>
                  <a:pt x="978503" y="264318"/>
                </a:lnTo>
                <a:lnTo>
                  <a:pt x="1006856" y="233044"/>
                </a:lnTo>
                <a:lnTo>
                  <a:pt x="1024286" y="191150"/>
                </a:lnTo>
                <a:lnTo>
                  <a:pt x="1030097" y="141350"/>
                </a:lnTo>
                <a:lnTo>
                  <a:pt x="1028639" y="115732"/>
                </a:lnTo>
                <a:lnTo>
                  <a:pt x="1016916" y="69556"/>
                </a:lnTo>
                <a:lnTo>
                  <a:pt x="993846" y="32164"/>
                </a:lnTo>
                <a:lnTo>
                  <a:pt x="960508" y="7435"/>
                </a:lnTo>
                <a:lnTo>
                  <a:pt x="940053" y="0"/>
                </a:lnTo>
                <a:close/>
              </a:path>
              <a:path w="1030604" h="282575">
                <a:moveTo>
                  <a:pt x="90043" y="0"/>
                </a:moveTo>
                <a:lnTo>
                  <a:pt x="51657" y="18145"/>
                </a:lnTo>
                <a:lnTo>
                  <a:pt x="23368" y="49529"/>
                </a:lnTo>
                <a:lnTo>
                  <a:pt x="5826" y="91535"/>
                </a:lnTo>
                <a:lnTo>
                  <a:pt x="85" y="139826"/>
                </a:lnTo>
                <a:lnTo>
                  <a:pt x="0" y="141350"/>
                </a:lnTo>
                <a:lnTo>
                  <a:pt x="1452" y="167233"/>
                </a:lnTo>
                <a:lnTo>
                  <a:pt x="13073" y="213092"/>
                </a:lnTo>
                <a:lnTo>
                  <a:pt x="36125" y="250336"/>
                </a:lnTo>
                <a:lnTo>
                  <a:pt x="69514" y="275014"/>
                </a:lnTo>
                <a:lnTo>
                  <a:pt x="90043" y="282448"/>
                </a:lnTo>
                <a:lnTo>
                  <a:pt x="93599" y="270890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1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7" y="11556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7280147" y="2613482"/>
            <a:ext cx="473900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30429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Convert</a:t>
            </a:r>
            <a:r>
              <a:rPr dirty="0" sz="2400">
                <a:latin typeface="Franklin Gothic Medium"/>
                <a:cs typeface="Franklin Gothic Medium"/>
              </a:rPr>
              <a:t>	a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3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ab</a:t>
            </a:r>
            <a:r>
              <a:rPr dirty="0" sz="2400" spc="315">
                <a:latin typeface="Franklin Gothic Medium"/>
                <a:cs typeface="Franklin Gothic Medium"/>
              </a:rPr>
              <a:t> </a:t>
            </a:r>
            <a:r>
              <a:rPr dirty="0" baseline="28571" sz="262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8571" sz="2625" spc="39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equivalent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NFA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7386066" y="3209925"/>
            <a:ext cx="1570355" cy="292100"/>
            <a:chOff x="7386066" y="3209925"/>
            <a:chExt cx="1570355" cy="292100"/>
          </a:xfrm>
        </p:grpSpPr>
        <p:sp>
          <p:nvSpPr>
            <p:cNvPr id="24" name="object 24" descr=""/>
            <p:cNvSpPr/>
            <p:nvPr/>
          </p:nvSpPr>
          <p:spPr>
            <a:xfrm>
              <a:off x="8698230" y="3219450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5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2" y="136398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5" y="272796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52713" y="3278505"/>
              <a:ext cx="139445" cy="156210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7776210" y="3219450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6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2" y="136398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6" y="272796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386066" y="3313683"/>
              <a:ext cx="1311275" cy="85725"/>
            </a:xfrm>
            <a:custGeom>
              <a:avLst/>
              <a:gdLst/>
              <a:ahLst/>
              <a:cxnLst/>
              <a:rect l="l" t="t" r="r" b="b"/>
              <a:pathLst>
                <a:path w="1311275" h="85725">
                  <a:moveTo>
                    <a:pt x="390271" y="42926"/>
                  </a:moveTo>
                  <a:lnTo>
                    <a:pt x="361607" y="28575"/>
                  </a:lnTo>
                  <a:lnTo>
                    <a:pt x="304546" y="0"/>
                  </a:lnTo>
                  <a:lnTo>
                    <a:pt x="304546" y="28575"/>
                  </a:lnTo>
                  <a:lnTo>
                    <a:pt x="0" y="28575"/>
                  </a:lnTo>
                  <a:lnTo>
                    <a:pt x="0" y="57150"/>
                  </a:lnTo>
                  <a:lnTo>
                    <a:pt x="304546" y="57150"/>
                  </a:lnTo>
                  <a:lnTo>
                    <a:pt x="304546" y="85725"/>
                  </a:lnTo>
                  <a:lnTo>
                    <a:pt x="361772" y="57150"/>
                  </a:lnTo>
                  <a:lnTo>
                    <a:pt x="390271" y="42926"/>
                  </a:lnTo>
                  <a:close/>
                </a:path>
                <a:path w="1311275" h="85725">
                  <a:moveTo>
                    <a:pt x="1311275" y="42164"/>
                  </a:moveTo>
                  <a:lnTo>
                    <a:pt x="1298575" y="35814"/>
                  </a:lnTo>
                  <a:lnTo>
                    <a:pt x="1235075" y="4064"/>
                  </a:lnTo>
                  <a:lnTo>
                    <a:pt x="1235075" y="35814"/>
                  </a:lnTo>
                  <a:lnTo>
                    <a:pt x="637794" y="35814"/>
                  </a:lnTo>
                  <a:lnTo>
                    <a:pt x="637794" y="48514"/>
                  </a:lnTo>
                  <a:lnTo>
                    <a:pt x="1235075" y="48514"/>
                  </a:lnTo>
                  <a:lnTo>
                    <a:pt x="1235075" y="80264"/>
                  </a:lnTo>
                  <a:lnTo>
                    <a:pt x="1298575" y="48514"/>
                  </a:lnTo>
                  <a:lnTo>
                    <a:pt x="1311275" y="421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8219313" y="3013024"/>
            <a:ext cx="1530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962902" y="2954146"/>
            <a:ext cx="202565" cy="1104265"/>
          </a:xfrm>
          <a:prstGeom prst="rect">
            <a:avLst/>
          </a:prstGeom>
        </p:spPr>
        <p:txBody>
          <a:bodyPr wrap="square" lIns="0" tIns="1860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1365"/>
              </a:spcBef>
            </a:pPr>
            <a:r>
              <a:rPr dirty="0" sz="2400" spc="-50"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469188" y="2827782"/>
            <a:ext cx="2747010" cy="3980179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2400" spc="-75">
                <a:latin typeface="Franklin Gothic Medium"/>
                <a:cs typeface="Franklin Gothic Medium"/>
              </a:rPr>
              <a:t>Atomic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Elements:</a:t>
            </a:r>
            <a:endParaRPr sz="2400">
              <a:latin typeface="Franklin Gothic Medium"/>
              <a:cs typeface="Franklin Gothic Medium"/>
            </a:endParaRPr>
          </a:p>
          <a:p>
            <a:pPr marL="298450">
              <a:lnSpc>
                <a:spcPct val="100000"/>
              </a:lnSpc>
              <a:spcBef>
                <a:spcPts val="755"/>
              </a:spcBef>
              <a:tabLst>
                <a:tab pos="1226185" algn="l"/>
                <a:tab pos="1723389" algn="l"/>
              </a:tabLst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25">
                <a:latin typeface="Franklin Gothic Medium"/>
                <a:cs typeface="Franklin Gothic Medium"/>
              </a:rPr>
              <a:t>for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Cambria Math"/>
                <a:cs typeface="Cambria Math"/>
              </a:rPr>
              <a:t>𝑎</a:t>
            </a:r>
            <a:r>
              <a:rPr dirty="0" sz="2400" spc="18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Σ</a:t>
            </a:r>
            <a:endParaRPr sz="2400">
              <a:latin typeface="Cambria Math"/>
              <a:cs typeface="Cambria Math"/>
            </a:endParaRPr>
          </a:p>
          <a:p>
            <a:pPr marL="298450">
              <a:lnSpc>
                <a:spcPct val="100000"/>
              </a:lnSpc>
              <a:spcBef>
                <a:spcPts val="102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ε</a:t>
            </a:r>
            <a:endParaRPr sz="2400">
              <a:latin typeface="Cambria Math"/>
              <a:cs typeface="Cambria Math"/>
            </a:endParaRPr>
          </a:p>
          <a:p>
            <a:pPr marL="314960">
              <a:lnSpc>
                <a:spcPct val="100000"/>
              </a:lnSpc>
              <a:spcBef>
                <a:spcPts val="1045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04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160"/>
              </a:lnSpc>
              <a:spcBef>
                <a:spcPts val="1400"/>
              </a:spcBef>
            </a:pPr>
            <a:r>
              <a:rPr dirty="0" sz="2400" spc="-35">
                <a:latin typeface="Franklin Gothic Medium"/>
                <a:cs typeface="Franklin Gothic Medium"/>
              </a:rPr>
              <a:t>Composite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Elements:</a:t>
            </a:r>
            <a:endParaRPr sz="2400">
              <a:latin typeface="Franklin Gothic Medium"/>
              <a:cs typeface="Franklin Gothic Medium"/>
            </a:endParaRPr>
          </a:p>
          <a:p>
            <a:pPr algn="ctr" marL="1621790">
              <a:lnSpc>
                <a:spcPts val="12480"/>
              </a:lnSpc>
            </a:pPr>
            <a:r>
              <a:rPr dirty="0" sz="11000" spc="-50">
                <a:latin typeface="Courier New"/>
                <a:cs typeface="Courier New"/>
              </a:rPr>
              <a:t>}</a:t>
            </a:r>
            <a:endParaRPr sz="11000">
              <a:latin typeface="Courier New"/>
              <a:cs typeface="Courier New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7386066" y="3801236"/>
            <a:ext cx="1570355" cy="293370"/>
            <a:chOff x="7386066" y="3801236"/>
            <a:chExt cx="1570355" cy="293370"/>
          </a:xfrm>
        </p:grpSpPr>
        <p:sp>
          <p:nvSpPr>
            <p:cNvPr id="32" name="object 32" descr=""/>
            <p:cNvSpPr/>
            <p:nvPr/>
          </p:nvSpPr>
          <p:spPr>
            <a:xfrm>
              <a:off x="8698230" y="3810761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60"/>
                  </a:moveTo>
                  <a:lnTo>
                    <a:pt x="9763" y="83796"/>
                  </a:lnTo>
                  <a:lnTo>
                    <a:pt x="36385" y="40195"/>
                  </a:lnTo>
                  <a:lnTo>
                    <a:pt x="75866" y="10787"/>
                  </a:lnTo>
                  <a:lnTo>
                    <a:pt x="124205" y="0"/>
                  </a:lnTo>
                  <a:lnTo>
                    <a:pt x="172545" y="10787"/>
                  </a:lnTo>
                  <a:lnTo>
                    <a:pt x="212026" y="40195"/>
                  </a:lnTo>
                  <a:lnTo>
                    <a:pt x="238648" y="83796"/>
                  </a:lnTo>
                  <a:lnTo>
                    <a:pt x="248412" y="137160"/>
                  </a:lnTo>
                  <a:lnTo>
                    <a:pt x="238648" y="190523"/>
                  </a:lnTo>
                  <a:lnTo>
                    <a:pt x="212026" y="234124"/>
                  </a:lnTo>
                  <a:lnTo>
                    <a:pt x="172545" y="263532"/>
                  </a:lnTo>
                  <a:lnTo>
                    <a:pt x="124205" y="274319"/>
                  </a:lnTo>
                  <a:lnTo>
                    <a:pt x="75866" y="263532"/>
                  </a:lnTo>
                  <a:lnTo>
                    <a:pt x="36385" y="234124"/>
                  </a:lnTo>
                  <a:lnTo>
                    <a:pt x="9763" y="190523"/>
                  </a:lnTo>
                  <a:lnTo>
                    <a:pt x="0" y="13716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52713" y="3871340"/>
              <a:ext cx="139445" cy="156209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7776210" y="3810761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60"/>
                  </a:moveTo>
                  <a:lnTo>
                    <a:pt x="9763" y="83796"/>
                  </a:lnTo>
                  <a:lnTo>
                    <a:pt x="36385" y="40195"/>
                  </a:lnTo>
                  <a:lnTo>
                    <a:pt x="75866" y="10787"/>
                  </a:lnTo>
                  <a:lnTo>
                    <a:pt x="124206" y="0"/>
                  </a:lnTo>
                  <a:lnTo>
                    <a:pt x="172545" y="10787"/>
                  </a:lnTo>
                  <a:lnTo>
                    <a:pt x="212026" y="40195"/>
                  </a:lnTo>
                  <a:lnTo>
                    <a:pt x="238648" y="83796"/>
                  </a:lnTo>
                  <a:lnTo>
                    <a:pt x="248412" y="137160"/>
                  </a:lnTo>
                  <a:lnTo>
                    <a:pt x="238648" y="190523"/>
                  </a:lnTo>
                  <a:lnTo>
                    <a:pt x="212026" y="234124"/>
                  </a:lnTo>
                  <a:lnTo>
                    <a:pt x="172545" y="263532"/>
                  </a:lnTo>
                  <a:lnTo>
                    <a:pt x="124206" y="274319"/>
                  </a:lnTo>
                  <a:lnTo>
                    <a:pt x="75866" y="263532"/>
                  </a:lnTo>
                  <a:lnTo>
                    <a:pt x="36385" y="234124"/>
                  </a:lnTo>
                  <a:lnTo>
                    <a:pt x="9763" y="190523"/>
                  </a:lnTo>
                  <a:lnTo>
                    <a:pt x="0" y="13716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386066" y="3904995"/>
              <a:ext cx="1311275" cy="85725"/>
            </a:xfrm>
            <a:custGeom>
              <a:avLst/>
              <a:gdLst/>
              <a:ahLst/>
              <a:cxnLst/>
              <a:rect l="l" t="t" r="r" b="b"/>
              <a:pathLst>
                <a:path w="1311275" h="85725">
                  <a:moveTo>
                    <a:pt x="390271" y="42926"/>
                  </a:moveTo>
                  <a:lnTo>
                    <a:pt x="361607" y="28575"/>
                  </a:lnTo>
                  <a:lnTo>
                    <a:pt x="304546" y="0"/>
                  </a:lnTo>
                  <a:lnTo>
                    <a:pt x="304546" y="28575"/>
                  </a:lnTo>
                  <a:lnTo>
                    <a:pt x="0" y="28575"/>
                  </a:lnTo>
                  <a:lnTo>
                    <a:pt x="0" y="57150"/>
                  </a:lnTo>
                  <a:lnTo>
                    <a:pt x="304546" y="57150"/>
                  </a:lnTo>
                  <a:lnTo>
                    <a:pt x="304546" y="85725"/>
                  </a:lnTo>
                  <a:lnTo>
                    <a:pt x="361772" y="57150"/>
                  </a:lnTo>
                  <a:lnTo>
                    <a:pt x="390271" y="42926"/>
                  </a:lnTo>
                  <a:close/>
                </a:path>
                <a:path w="1311275" h="85725">
                  <a:moveTo>
                    <a:pt x="1311275" y="42164"/>
                  </a:moveTo>
                  <a:lnTo>
                    <a:pt x="1298575" y="35814"/>
                  </a:lnTo>
                  <a:lnTo>
                    <a:pt x="1235075" y="4064"/>
                  </a:lnTo>
                  <a:lnTo>
                    <a:pt x="1235075" y="35814"/>
                  </a:lnTo>
                  <a:lnTo>
                    <a:pt x="637794" y="35814"/>
                  </a:lnTo>
                  <a:lnTo>
                    <a:pt x="637794" y="48514"/>
                  </a:lnTo>
                  <a:lnTo>
                    <a:pt x="1235075" y="48514"/>
                  </a:lnTo>
                  <a:lnTo>
                    <a:pt x="1235075" y="80264"/>
                  </a:lnTo>
                  <a:lnTo>
                    <a:pt x="1298575" y="48514"/>
                  </a:lnTo>
                  <a:lnTo>
                    <a:pt x="1311275" y="421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8252206" y="3636391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 marL="63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40" name="object 40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355092" y="0"/>
                  </a:moveTo>
                  <a:lnTo>
                    <a:pt x="355092" y="58674"/>
                  </a:lnTo>
                  <a:lnTo>
                    <a:pt x="0" y="58674"/>
                  </a:lnTo>
                  <a:lnTo>
                    <a:pt x="0" y="176022"/>
                  </a:lnTo>
                  <a:lnTo>
                    <a:pt x="355092" y="176022"/>
                  </a:lnTo>
                  <a:lnTo>
                    <a:pt x="355092" y="234696"/>
                  </a:lnTo>
                  <a:lnTo>
                    <a:pt x="472440" y="117348"/>
                  </a:lnTo>
                  <a:lnTo>
                    <a:pt x="3550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0" y="58674"/>
                  </a:moveTo>
                  <a:lnTo>
                    <a:pt x="355092" y="58674"/>
                  </a:lnTo>
                  <a:lnTo>
                    <a:pt x="355092" y="0"/>
                  </a:lnTo>
                  <a:lnTo>
                    <a:pt x="472440" y="117348"/>
                  </a:lnTo>
                  <a:lnTo>
                    <a:pt x="355092" y="234696"/>
                  </a:lnTo>
                  <a:lnTo>
                    <a:pt x="355092" y="176022"/>
                  </a:lnTo>
                  <a:lnTo>
                    <a:pt x="0" y="176022"/>
                  </a:lnTo>
                  <a:lnTo>
                    <a:pt x="0" y="5867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9182100" y="3189732"/>
            <a:ext cx="731520" cy="30797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127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dirty="0" sz="1400" spc="-10">
                <a:latin typeface="Franklin Gothic Medium"/>
                <a:cs typeface="Franklin Gothic Medium"/>
              </a:rPr>
              <a:t>atomic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647801" y="5461627"/>
            <a:ext cx="1614805" cy="847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8415">
              <a:lnSpc>
                <a:spcPts val="2450"/>
              </a:lnSpc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7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8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∘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2959354" y="6013745"/>
            <a:ext cx="2785745" cy="3143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40"/>
              </a:lnSpc>
            </a:pPr>
            <a:r>
              <a:rPr dirty="0" sz="2000">
                <a:latin typeface="Franklin Gothic Medium"/>
                <a:cs typeface="Franklin Gothic Medium"/>
              </a:rPr>
              <a:t>Use</a:t>
            </a:r>
            <a:r>
              <a:rPr dirty="0" sz="2000" spc="-3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closure</a:t>
            </a:r>
            <a:r>
              <a:rPr dirty="0" sz="2000" spc="-2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constructions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647801" y="6343655"/>
            <a:ext cx="935355" cy="382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55"/>
              </a:lnSpc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9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40">
                <a:latin typeface="Cambria Math"/>
                <a:cs typeface="Cambria Math"/>
              </a:rPr>
              <a:t> </a:t>
            </a:r>
            <a:r>
              <a:rPr dirty="0" sz="2400" spc="-3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28571" sz="2625" spc="-52">
                <a:latin typeface="Cambria Math"/>
                <a:cs typeface="Cambria Math"/>
              </a:rPr>
              <a:t>∗</a:t>
            </a:r>
            <a:endParaRPr baseline="28571" sz="2625">
              <a:latin typeface="Cambria Math"/>
              <a:cs typeface="Cambria Math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428369" y="6528058"/>
            <a:ext cx="154305" cy="248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4"/>
              </a:lnSpc>
            </a:pPr>
            <a:r>
              <a:rPr dirty="0" sz="1750" spc="-50">
                <a:latin typeface="Cambria Math"/>
                <a:cs typeface="Cambria Math"/>
              </a:rPr>
              <a:t>1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9182100" y="3742944"/>
            <a:ext cx="731520" cy="30797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127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dirty="0" sz="1400" spc="-10">
                <a:latin typeface="Franklin Gothic Medium"/>
                <a:cs typeface="Franklin Gothic Medium"/>
              </a:rPr>
              <a:t>atomic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9361169" y="4468876"/>
            <a:ext cx="390525" cy="85725"/>
          </a:xfrm>
          <a:custGeom>
            <a:avLst/>
            <a:gdLst/>
            <a:ahLst/>
            <a:cxnLst/>
            <a:rect l="l" t="t" r="r" b="b"/>
            <a:pathLst>
              <a:path w="390525" h="85725">
                <a:moveTo>
                  <a:pt x="304546" y="0"/>
                </a:moveTo>
                <a:lnTo>
                  <a:pt x="304546" y="85725"/>
                </a:lnTo>
                <a:lnTo>
                  <a:pt x="361780" y="57150"/>
                </a:lnTo>
                <a:lnTo>
                  <a:pt x="318770" y="57150"/>
                </a:lnTo>
                <a:lnTo>
                  <a:pt x="318770" y="28575"/>
                </a:lnTo>
                <a:lnTo>
                  <a:pt x="361611" y="28575"/>
                </a:lnTo>
                <a:lnTo>
                  <a:pt x="304546" y="0"/>
                </a:lnTo>
                <a:close/>
              </a:path>
              <a:path w="390525" h="85725">
                <a:moveTo>
                  <a:pt x="304546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304546" y="57150"/>
                </a:lnTo>
                <a:lnTo>
                  <a:pt x="304546" y="28575"/>
                </a:lnTo>
                <a:close/>
              </a:path>
              <a:path w="390525" h="85725">
                <a:moveTo>
                  <a:pt x="361611" y="28575"/>
                </a:moveTo>
                <a:lnTo>
                  <a:pt x="318770" y="28575"/>
                </a:lnTo>
                <a:lnTo>
                  <a:pt x="318770" y="57150"/>
                </a:lnTo>
                <a:lnTo>
                  <a:pt x="361780" y="57150"/>
                </a:lnTo>
                <a:lnTo>
                  <a:pt x="390271" y="42925"/>
                </a:lnTo>
                <a:lnTo>
                  <a:pt x="36161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5940" y="168656"/>
            <a:ext cx="1071499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0"/>
              <a:t>Previous</a:t>
            </a:r>
            <a:r>
              <a:rPr dirty="0" sz="3200" spc="-145"/>
              <a:t> </a:t>
            </a:r>
            <a:r>
              <a:rPr dirty="0" sz="3200"/>
              <a:t>Class</a:t>
            </a:r>
            <a:r>
              <a:rPr dirty="0" sz="3200" spc="-125"/>
              <a:t> </a:t>
            </a:r>
            <a:r>
              <a:rPr dirty="0" sz="3200" spc="-20"/>
              <a:t>Recap:</a:t>
            </a:r>
            <a:r>
              <a:rPr dirty="0" sz="3200" spc="-140"/>
              <a:t> </a:t>
            </a:r>
            <a:r>
              <a:rPr dirty="0" sz="3200" spc="-25"/>
              <a:t>RegEx</a:t>
            </a:r>
            <a:r>
              <a:rPr dirty="0" sz="3200" spc="-130"/>
              <a:t> </a:t>
            </a:r>
            <a:r>
              <a:rPr dirty="0" sz="3200" spc="-20"/>
              <a:t>Equivalence</a:t>
            </a:r>
            <a:r>
              <a:rPr dirty="0" sz="3200" spc="-135"/>
              <a:t> </a:t>
            </a:r>
            <a:r>
              <a:rPr dirty="0" sz="3200" spc="-20"/>
              <a:t>with</a:t>
            </a:r>
            <a:r>
              <a:rPr dirty="0" sz="3200" spc="-130"/>
              <a:t> </a:t>
            </a:r>
            <a:r>
              <a:rPr dirty="0" sz="3200" spc="-20"/>
              <a:t>Finite</a:t>
            </a:r>
            <a:r>
              <a:rPr dirty="0" sz="3200" spc="-125"/>
              <a:t> </a:t>
            </a:r>
            <a:r>
              <a:rPr dirty="0" sz="3200" spc="-25"/>
              <a:t>Automata</a:t>
            </a:r>
            <a:endParaRPr sz="3200"/>
          </a:p>
        </p:txBody>
      </p:sp>
      <p:sp>
        <p:nvSpPr>
          <p:cNvPr id="8" name="object 8" descr=""/>
          <p:cNvSpPr/>
          <p:nvPr/>
        </p:nvSpPr>
        <p:spPr>
          <a:xfrm>
            <a:off x="7723251" y="1567307"/>
            <a:ext cx="469265" cy="328930"/>
          </a:xfrm>
          <a:custGeom>
            <a:avLst/>
            <a:gdLst/>
            <a:ahLst/>
            <a:cxnLst/>
            <a:rect l="l" t="t" r="r" b="b"/>
            <a:pathLst>
              <a:path w="469265" h="328930">
                <a:moveTo>
                  <a:pt x="364108" y="0"/>
                </a:moveTo>
                <a:lnTo>
                  <a:pt x="359409" y="13334"/>
                </a:lnTo>
                <a:lnTo>
                  <a:pt x="378460" y="21595"/>
                </a:lnTo>
                <a:lnTo>
                  <a:pt x="394843" y="33035"/>
                </a:lnTo>
                <a:lnTo>
                  <a:pt x="419607" y="65404"/>
                </a:lnTo>
                <a:lnTo>
                  <a:pt x="434181" y="109156"/>
                </a:lnTo>
                <a:lnTo>
                  <a:pt x="437776" y="134399"/>
                </a:lnTo>
                <a:lnTo>
                  <a:pt x="437824" y="134735"/>
                </a:lnTo>
                <a:lnTo>
                  <a:pt x="437804" y="191791"/>
                </a:lnTo>
                <a:lnTo>
                  <a:pt x="428001" y="241841"/>
                </a:lnTo>
                <a:lnTo>
                  <a:pt x="408459" y="280912"/>
                </a:lnTo>
                <a:lnTo>
                  <a:pt x="378654" y="307288"/>
                </a:lnTo>
                <a:lnTo>
                  <a:pt x="359918" y="315594"/>
                </a:lnTo>
                <a:lnTo>
                  <a:pt x="364108" y="328929"/>
                </a:lnTo>
                <a:lnTo>
                  <a:pt x="408940" y="307879"/>
                </a:lnTo>
                <a:lnTo>
                  <a:pt x="441959" y="271398"/>
                </a:lnTo>
                <a:lnTo>
                  <a:pt x="462248" y="222662"/>
                </a:lnTo>
                <a:lnTo>
                  <a:pt x="469010" y="164591"/>
                </a:lnTo>
                <a:lnTo>
                  <a:pt x="467319" y="134735"/>
                </a:lnTo>
                <a:lnTo>
                  <a:pt x="453687" y="80920"/>
                </a:lnTo>
                <a:lnTo>
                  <a:pt x="426813" y="37415"/>
                </a:lnTo>
                <a:lnTo>
                  <a:pt x="387915" y="8598"/>
                </a:lnTo>
                <a:lnTo>
                  <a:pt x="364108" y="0"/>
                </a:lnTo>
                <a:close/>
              </a:path>
              <a:path w="469265" h="328930">
                <a:moveTo>
                  <a:pt x="104901" y="0"/>
                </a:moveTo>
                <a:lnTo>
                  <a:pt x="60118" y="21066"/>
                </a:lnTo>
                <a:lnTo>
                  <a:pt x="27050" y="57657"/>
                </a:lnTo>
                <a:lnTo>
                  <a:pt x="6762" y="106505"/>
                </a:lnTo>
                <a:lnTo>
                  <a:pt x="99" y="162813"/>
                </a:lnTo>
                <a:lnTo>
                  <a:pt x="0" y="164591"/>
                </a:lnTo>
                <a:lnTo>
                  <a:pt x="1690" y="194782"/>
                </a:lnTo>
                <a:lnTo>
                  <a:pt x="15216" y="248209"/>
                </a:lnTo>
                <a:lnTo>
                  <a:pt x="42054" y="291568"/>
                </a:lnTo>
                <a:lnTo>
                  <a:pt x="80968" y="320333"/>
                </a:lnTo>
                <a:lnTo>
                  <a:pt x="104901" y="328929"/>
                </a:lnTo>
                <a:lnTo>
                  <a:pt x="108966" y="315594"/>
                </a:lnTo>
                <a:lnTo>
                  <a:pt x="90249" y="307288"/>
                </a:lnTo>
                <a:lnTo>
                  <a:pt x="74104" y="295719"/>
                </a:lnTo>
                <a:lnTo>
                  <a:pt x="49529" y="262889"/>
                </a:lnTo>
                <a:lnTo>
                  <a:pt x="34845" y="218138"/>
                </a:lnTo>
                <a:lnTo>
                  <a:pt x="30046" y="164591"/>
                </a:lnTo>
                <a:lnTo>
                  <a:pt x="29972" y="162813"/>
                </a:lnTo>
                <a:lnTo>
                  <a:pt x="34845" y="109156"/>
                </a:lnTo>
                <a:lnTo>
                  <a:pt x="49529" y="65404"/>
                </a:lnTo>
                <a:lnTo>
                  <a:pt x="74279" y="33035"/>
                </a:lnTo>
                <a:lnTo>
                  <a:pt x="109600" y="13334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8301990" y="1465834"/>
            <a:ext cx="25038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then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7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994784" y="3461384"/>
            <a:ext cx="1108710" cy="273685"/>
            <a:chOff x="3994784" y="3461384"/>
            <a:chExt cx="1108710" cy="273685"/>
          </a:xfrm>
        </p:grpSpPr>
        <p:sp>
          <p:nvSpPr>
            <p:cNvPr id="11" name="object 11" descr=""/>
            <p:cNvSpPr/>
            <p:nvPr/>
          </p:nvSpPr>
          <p:spPr>
            <a:xfrm>
              <a:off x="4862321" y="3470909"/>
              <a:ext cx="231775" cy="254635"/>
            </a:xfrm>
            <a:custGeom>
              <a:avLst/>
              <a:gdLst/>
              <a:ahLst/>
              <a:cxnLst/>
              <a:rect l="l" t="t" r="r" b="b"/>
              <a:pathLst>
                <a:path w="231775" h="254635">
                  <a:moveTo>
                    <a:pt x="0" y="127253"/>
                  </a:moveTo>
                  <a:lnTo>
                    <a:pt x="9096" y="77741"/>
                  </a:lnTo>
                  <a:lnTo>
                    <a:pt x="33909" y="37290"/>
                  </a:lnTo>
                  <a:lnTo>
                    <a:pt x="70723" y="10007"/>
                  </a:lnTo>
                  <a:lnTo>
                    <a:pt x="115824" y="0"/>
                  </a:lnTo>
                  <a:lnTo>
                    <a:pt x="160924" y="10007"/>
                  </a:lnTo>
                  <a:lnTo>
                    <a:pt x="197738" y="37290"/>
                  </a:lnTo>
                  <a:lnTo>
                    <a:pt x="222551" y="77741"/>
                  </a:lnTo>
                  <a:lnTo>
                    <a:pt x="231648" y="127253"/>
                  </a:lnTo>
                  <a:lnTo>
                    <a:pt x="222551" y="176766"/>
                  </a:lnTo>
                  <a:lnTo>
                    <a:pt x="197738" y="217217"/>
                  </a:lnTo>
                  <a:lnTo>
                    <a:pt x="160924" y="244500"/>
                  </a:lnTo>
                  <a:lnTo>
                    <a:pt x="115824" y="254507"/>
                  </a:lnTo>
                  <a:lnTo>
                    <a:pt x="70723" y="244500"/>
                  </a:lnTo>
                  <a:lnTo>
                    <a:pt x="33909" y="217217"/>
                  </a:lnTo>
                  <a:lnTo>
                    <a:pt x="9096" y="176766"/>
                  </a:lnTo>
                  <a:lnTo>
                    <a:pt x="0" y="127253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12232" y="3526916"/>
              <a:ext cx="131825" cy="145542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4004309" y="3470909"/>
              <a:ext cx="231775" cy="254635"/>
            </a:xfrm>
            <a:custGeom>
              <a:avLst/>
              <a:gdLst/>
              <a:ahLst/>
              <a:cxnLst/>
              <a:rect l="l" t="t" r="r" b="b"/>
              <a:pathLst>
                <a:path w="231775" h="254635">
                  <a:moveTo>
                    <a:pt x="0" y="127253"/>
                  </a:moveTo>
                  <a:lnTo>
                    <a:pt x="9096" y="77741"/>
                  </a:lnTo>
                  <a:lnTo>
                    <a:pt x="33909" y="37290"/>
                  </a:lnTo>
                  <a:lnTo>
                    <a:pt x="70723" y="10007"/>
                  </a:lnTo>
                  <a:lnTo>
                    <a:pt x="115824" y="0"/>
                  </a:lnTo>
                  <a:lnTo>
                    <a:pt x="160924" y="10007"/>
                  </a:lnTo>
                  <a:lnTo>
                    <a:pt x="197738" y="37290"/>
                  </a:lnTo>
                  <a:lnTo>
                    <a:pt x="222551" y="77741"/>
                  </a:lnTo>
                  <a:lnTo>
                    <a:pt x="231648" y="127253"/>
                  </a:lnTo>
                  <a:lnTo>
                    <a:pt x="222551" y="176766"/>
                  </a:lnTo>
                  <a:lnTo>
                    <a:pt x="197738" y="217217"/>
                  </a:lnTo>
                  <a:lnTo>
                    <a:pt x="160924" y="244500"/>
                  </a:lnTo>
                  <a:lnTo>
                    <a:pt x="115824" y="254507"/>
                  </a:lnTo>
                  <a:lnTo>
                    <a:pt x="70723" y="244500"/>
                  </a:lnTo>
                  <a:lnTo>
                    <a:pt x="33909" y="217217"/>
                  </a:lnTo>
                  <a:lnTo>
                    <a:pt x="9096" y="176766"/>
                  </a:lnTo>
                  <a:lnTo>
                    <a:pt x="0" y="127253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235195" y="3560063"/>
              <a:ext cx="626745" cy="76200"/>
            </a:xfrm>
            <a:custGeom>
              <a:avLst/>
              <a:gdLst/>
              <a:ahLst/>
              <a:cxnLst/>
              <a:rect l="l" t="t" r="r" b="b"/>
              <a:pathLst>
                <a:path w="626745" h="76200">
                  <a:moveTo>
                    <a:pt x="550290" y="0"/>
                  </a:moveTo>
                  <a:lnTo>
                    <a:pt x="550290" y="76200"/>
                  </a:lnTo>
                  <a:lnTo>
                    <a:pt x="613790" y="44450"/>
                  </a:lnTo>
                  <a:lnTo>
                    <a:pt x="562990" y="44450"/>
                  </a:lnTo>
                  <a:lnTo>
                    <a:pt x="562990" y="31750"/>
                  </a:lnTo>
                  <a:lnTo>
                    <a:pt x="613790" y="31750"/>
                  </a:lnTo>
                  <a:lnTo>
                    <a:pt x="550290" y="0"/>
                  </a:lnTo>
                  <a:close/>
                </a:path>
                <a:path w="626745" h="76200">
                  <a:moveTo>
                    <a:pt x="55029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550290" y="44450"/>
                  </a:lnTo>
                  <a:lnTo>
                    <a:pt x="550290" y="31750"/>
                  </a:lnTo>
                  <a:close/>
                </a:path>
                <a:path w="626745" h="76200">
                  <a:moveTo>
                    <a:pt x="613790" y="31750"/>
                  </a:moveTo>
                  <a:lnTo>
                    <a:pt x="562990" y="31750"/>
                  </a:lnTo>
                  <a:lnTo>
                    <a:pt x="562990" y="44450"/>
                  </a:lnTo>
                  <a:lnTo>
                    <a:pt x="613790" y="44450"/>
                  </a:lnTo>
                  <a:lnTo>
                    <a:pt x="626490" y="38100"/>
                  </a:lnTo>
                  <a:lnTo>
                    <a:pt x="61379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3561969" y="2891993"/>
            <a:ext cx="2044064" cy="602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50"/>
              </a:lnSpc>
              <a:spcBef>
                <a:spcPts val="100"/>
              </a:spcBef>
            </a:pPr>
            <a:r>
              <a:rPr dirty="0" sz="2400" spc="-20">
                <a:latin typeface="Franklin Gothic Medium"/>
                <a:cs typeface="Franklin Gothic Medium"/>
              </a:rPr>
              <a:t>Equivalent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10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is:</a:t>
            </a:r>
            <a:endParaRPr sz="2400">
              <a:latin typeface="Franklin Gothic Medium"/>
              <a:cs typeface="Franklin Gothic Medium"/>
            </a:endParaRPr>
          </a:p>
          <a:p>
            <a:pPr algn="ctr" marR="156845">
              <a:lnSpc>
                <a:spcPts val="1789"/>
              </a:lnSpc>
            </a:pPr>
            <a:r>
              <a:rPr dirty="0" sz="1600" spc="-50">
                <a:latin typeface="Cambria Math"/>
                <a:cs typeface="Cambria Math"/>
              </a:rPr>
              <a:t>𝑎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3641597" y="3556000"/>
            <a:ext cx="363220" cy="85725"/>
          </a:xfrm>
          <a:custGeom>
            <a:avLst/>
            <a:gdLst/>
            <a:ahLst/>
            <a:cxnLst/>
            <a:rect l="l" t="t" r="r" b="b"/>
            <a:pathLst>
              <a:path w="363220" h="85725">
                <a:moveTo>
                  <a:pt x="277240" y="0"/>
                </a:moveTo>
                <a:lnTo>
                  <a:pt x="277240" y="85725"/>
                </a:lnTo>
                <a:lnTo>
                  <a:pt x="334475" y="57150"/>
                </a:lnTo>
                <a:lnTo>
                  <a:pt x="291464" y="57150"/>
                </a:lnTo>
                <a:lnTo>
                  <a:pt x="291464" y="28575"/>
                </a:lnTo>
                <a:lnTo>
                  <a:pt x="334306" y="28575"/>
                </a:lnTo>
                <a:lnTo>
                  <a:pt x="277240" y="0"/>
                </a:lnTo>
                <a:close/>
              </a:path>
              <a:path w="363220" h="85725">
                <a:moveTo>
                  <a:pt x="277240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277240" y="57150"/>
                </a:lnTo>
                <a:lnTo>
                  <a:pt x="277240" y="28575"/>
                </a:lnTo>
                <a:close/>
              </a:path>
              <a:path w="363220" h="85725">
                <a:moveTo>
                  <a:pt x="334306" y="28575"/>
                </a:moveTo>
                <a:lnTo>
                  <a:pt x="291464" y="28575"/>
                </a:lnTo>
                <a:lnTo>
                  <a:pt x="291464" y="57150"/>
                </a:lnTo>
                <a:lnTo>
                  <a:pt x="334475" y="57150"/>
                </a:lnTo>
                <a:lnTo>
                  <a:pt x="362965" y="42925"/>
                </a:lnTo>
                <a:lnTo>
                  <a:pt x="334306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3641597" y="3959733"/>
            <a:ext cx="603885" cy="306070"/>
            <a:chOff x="3641597" y="3959733"/>
            <a:chExt cx="603885" cy="306070"/>
          </a:xfrm>
        </p:grpSpPr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32884" y="4026789"/>
              <a:ext cx="145541" cy="16230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3975353" y="3969258"/>
              <a:ext cx="260985" cy="287020"/>
            </a:xfrm>
            <a:custGeom>
              <a:avLst/>
              <a:gdLst/>
              <a:ahLst/>
              <a:cxnLst/>
              <a:rect l="l" t="t" r="r" b="b"/>
              <a:pathLst>
                <a:path w="260985" h="287020">
                  <a:moveTo>
                    <a:pt x="0" y="143256"/>
                  </a:moveTo>
                  <a:lnTo>
                    <a:pt x="6638" y="97974"/>
                  </a:lnTo>
                  <a:lnTo>
                    <a:pt x="25127" y="58649"/>
                  </a:lnTo>
                  <a:lnTo>
                    <a:pt x="53327" y="27639"/>
                  </a:lnTo>
                  <a:lnTo>
                    <a:pt x="89099" y="7303"/>
                  </a:lnTo>
                  <a:lnTo>
                    <a:pt x="130301" y="0"/>
                  </a:lnTo>
                  <a:lnTo>
                    <a:pt x="171504" y="7303"/>
                  </a:lnTo>
                  <a:lnTo>
                    <a:pt x="207276" y="27639"/>
                  </a:lnTo>
                  <a:lnTo>
                    <a:pt x="235476" y="58649"/>
                  </a:lnTo>
                  <a:lnTo>
                    <a:pt x="253965" y="97974"/>
                  </a:lnTo>
                  <a:lnTo>
                    <a:pt x="260604" y="143256"/>
                  </a:lnTo>
                  <a:lnTo>
                    <a:pt x="253965" y="188537"/>
                  </a:lnTo>
                  <a:lnTo>
                    <a:pt x="235476" y="227862"/>
                  </a:lnTo>
                  <a:lnTo>
                    <a:pt x="207276" y="258872"/>
                  </a:lnTo>
                  <a:lnTo>
                    <a:pt x="171504" y="279208"/>
                  </a:lnTo>
                  <a:lnTo>
                    <a:pt x="130301" y="286512"/>
                  </a:lnTo>
                  <a:lnTo>
                    <a:pt x="89099" y="279208"/>
                  </a:lnTo>
                  <a:lnTo>
                    <a:pt x="53327" y="258872"/>
                  </a:lnTo>
                  <a:lnTo>
                    <a:pt x="25127" y="227862"/>
                  </a:lnTo>
                  <a:lnTo>
                    <a:pt x="6638" y="188537"/>
                  </a:lnTo>
                  <a:lnTo>
                    <a:pt x="0" y="143256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641597" y="4069588"/>
              <a:ext cx="334010" cy="85725"/>
            </a:xfrm>
            <a:custGeom>
              <a:avLst/>
              <a:gdLst/>
              <a:ahLst/>
              <a:cxnLst/>
              <a:rect l="l" t="t" r="r" b="b"/>
              <a:pathLst>
                <a:path w="334010" h="85725">
                  <a:moveTo>
                    <a:pt x="248285" y="0"/>
                  </a:moveTo>
                  <a:lnTo>
                    <a:pt x="248285" y="85725"/>
                  </a:lnTo>
                  <a:lnTo>
                    <a:pt x="305265" y="57276"/>
                  </a:lnTo>
                  <a:lnTo>
                    <a:pt x="262509" y="57276"/>
                  </a:lnTo>
                  <a:lnTo>
                    <a:pt x="262509" y="28701"/>
                  </a:lnTo>
                  <a:lnTo>
                    <a:pt x="305604" y="28701"/>
                  </a:lnTo>
                  <a:lnTo>
                    <a:pt x="248285" y="0"/>
                  </a:lnTo>
                  <a:close/>
                </a:path>
                <a:path w="334010" h="85725">
                  <a:moveTo>
                    <a:pt x="248285" y="28701"/>
                  </a:moveTo>
                  <a:lnTo>
                    <a:pt x="0" y="28701"/>
                  </a:lnTo>
                  <a:lnTo>
                    <a:pt x="0" y="57276"/>
                  </a:lnTo>
                  <a:lnTo>
                    <a:pt x="248285" y="57276"/>
                  </a:lnTo>
                  <a:lnTo>
                    <a:pt x="248285" y="28701"/>
                  </a:lnTo>
                  <a:close/>
                </a:path>
                <a:path w="334010" h="85725">
                  <a:moveTo>
                    <a:pt x="305604" y="28701"/>
                  </a:moveTo>
                  <a:lnTo>
                    <a:pt x="262509" y="28701"/>
                  </a:lnTo>
                  <a:lnTo>
                    <a:pt x="262509" y="57276"/>
                  </a:lnTo>
                  <a:lnTo>
                    <a:pt x="305265" y="57276"/>
                  </a:lnTo>
                  <a:lnTo>
                    <a:pt x="334010" y="42925"/>
                  </a:lnTo>
                  <a:lnTo>
                    <a:pt x="305604" y="287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3641597" y="4439792"/>
            <a:ext cx="603885" cy="283210"/>
            <a:chOff x="3641597" y="4439792"/>
            <a:chExt cx="603885" cy="283210"/>
          </a:xfrm>
        </p:grpSpPr>
        <p:sp>
          <p:nvSpPr>
            <p:cNvPr id="22" name="object 22" descr=""/>
            <p:cNvSpPr/>
            <p:nvPr/>
          </p:nvSpPr>
          <p:spPr>
            <a:xfrm>
              <a:off x="3996689" y="4449317"/>
              <a:ext cx="239395" cy="264160"/>
            </a:xfrm>
            <a:custGeom>
              <a:avLst/>
              <a:gdLst/>
              <a:ahLst/>
              <a:cxnLst/>
              <a:rect l="l" t="t" r="r" b="b"/>
              <a:pathLst>
                <a:path w="239395" h="264160">
                  <a:moveTo>
                    <a:pt x="0" y="131825"/>
                  </a:moveTo>
                  <a:lnTo>
                    <a:pt x="9405" y="80527"/>
                  </a:lnTo>
                  <a:lnTo>
                    <a:pt x="35052" y="38623"/>
                  </a:lnTo>
                  <a:lnTo>
                    <a:pt x="73080" y="10364"/>
                  </a:lnTo>
                  <a:lnTo>
                    <a:pt x="119634" y="0"/>
                  </a:lnTo>
                  <a:lnTo>
                    <a:pt x="166187" y="10364"/>
                  </a:lnTo>
                  <a:lnTo>
                    <a:pt x="204215" y="38623"/>
                  </a:lnTo>
                  <a:lnTo>
                    <a:pt x="229862" y="80527"/>
                  </a:lnTo>
                  <a:lnTo>
                    <a:pt x="239268" y="131825"/>
                  </a:lnTo>
                  <a:lnTo>
                    <a:pt x="229862" y="183124"/>
                  </a:lnTo>
                  <a:lnTo>
                    <a:pt x="204215" y="225028"/>
                  </a:lnTo>
                  <a:lnTo>
                    <a:pt x="166187" y="253287"/>
                  </a:lnTo>
                  <a:lnTo>
                    <a:pt x="119634" y="263651"/>
                  </a:lnTo>
                  <a:lnTo>
                    <a:pt x="73080" y="253287"/>
                  </a:lnTo>
                  <a:lnTo>
                    <a:pt x="35052" y="225028"/>
                  </a:lnTo>
                  <a:lnTo>
                    <a:pt x="9405" y="183124"/>
                  </a:lnTo>
                  <a:lnTo>
                    <a:pt x="0" y="131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641597" y="4551171"/>
              <a:ext cx="354330" cy="85725"/>
            </a:xfrm>
            <a:custGeom>
              <a:avLst/>
              <a:gdLst/>
              <a:ahLst/>
              <a:cxnLst/>
              <a:rect l="l" t="t" r="r" b="b"/>
              <a:pathLst>
                <a:path w="354329" h="85725">
                  <a:moveTo>
                    <a:pt x="268604" y="0"/>
                  </a:moveTo>
                  <a:lnTo>
                    <a:pt x="268604" y="85725"/>
                  </a:lnTo>
                  <a:lnTo>
                    <a:pt x="325839" y="57150"/>
                  </a:lnTo>
                  <a:lnTo>
                    <a:pt x="282828" y="57150"/>
                  </a:lnTo>
                  <a:lnTo>
                    <a:pt x="282828" y="28575"/>
                  </a:lnTo>
                  <a:lnTo>
                    <a:pt x="325670" y="28575"/>
                  </a:lnTo>
                  <a:lnTo>
                    <a:pt x="268604" y="0"/>
                  </a:lnTo>
                  <a:close/>
                </a:path>
                <a:path w="354329" h="85725">
                  <a:moveTo>
                    <a:pt x="268604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68604" y="57150"/>
                  </a:lnTo>
                  <a:lnTo>
                    <a:pt x="268604" y="28575"/>
                  </a:lnTo>
                  <a:close/>
                </a:path>
                <a:path w="354329" h="85725">
                  <a:moveTo>
                    <a:pt x="325670" y="28575"/>
                  </a:moveTo>
                  <a:lnTo>
                    <a:pt x="282828" y="28575"/>
                  </a:lnTo>
                  <a:lnTo>
                    <a:pt x="282828" y="57150"/>
                  </a:lnTo>
                  <a:lnTo>
                    <a:pt x="325839" y="57150"/>
                  </a:lnTo>
                  <a:lnTo>
                    <a:pt x="354329" y="42925"/>
                  </a:lnTo>
                  <a:lnTo>
                    <a:pt x="325670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5928359" y="2575560"/>
            <a:ext cx="1367155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8484107" y="2703322"/>
            <a:ext cx="1030605" cy="282575"/>
          </a:xfrm>
          <a:custGeom>
            <a:avLst/>
            <a:gdLst/>
            <a:ahLst/>
            <a:cxnLst/>
            <a:rect l="l" t="t" r="r" b="b"/>
            <a:pathLst>
              <a:path w="1030604" h="282575">
                <a:moveTo>
                  <a:pt x="940053" y="0"/>
                </a:moveTo>
                <a:lnTo>
                  <a:pt x="935990" y="11556"/>
                </a:lnTo>
                <a:lnTo>
                  <a:pt x="952353" y="18631"/>
                </a:lnTo>
                <a:lnTo>
                  <a:pt x="966406" y="28432"/>
                </a:lnTo>
                <a:lnTo>
                  <a:pt x="994939" y="73925"/>
                </a:lnTo>
                <a:lnTo>
                  <a:pt x="1003232" y="115466"/>
                </a:lnTo>
                <a:lnTo>
                  <a:pt x="1004316" y="139826"/>
                </a:lnTo>
                <a:lnTo>
                  <a:pt x="1003268" y="164707"/>
                </a:lnTo>
                <a:lnTo>
                  <a:pt x="994886" y="207656"/>
                </a:lnTo>
                <a:lnTo>
                  <a:pt x="966390" y="253857"/>
                </a:lnTo>
                <a:lnTo>
                  <a:pt x="936371" y="270890"/>
                </a:lnTo>
                <a:lnTo>
                  <a:pt x="940053" y="282448"/>
                </a:lnTo>
                <a:lnTo>
                  <a:pt x="978503" y="264318"/>
                </a:lnTo>
                <a:lnTo>
                  <a:pt x="1006856" y="233044"/>
                </a:lnTo>
                <a:lnTo>
                  <a:pt x="1024286" y="191150"/>
                </a:lnTo>
                <a:lnTo>
                  <a:pt x="1030097" y="141350"/>
                </a:lnTo>
                <a:lnTo>
                  <a:pt x="1028639" y="115732"/>
                </a:lnTo>
                <a:lnTo>
                  <a:pt x="1016916" y="69556"/>
                </a:lnTo>
                <a:lnTo>
                  <a:pt x="993846" y="32164"/>
                </a:lnTo>
                <a:lnTo>
                  <a:pt x="960508" y="7435"/>
                </a:lnTo>
                <a:lnTo>
                  <a:pt x="940053" y="0"/>
                </a:lnTo>
                <a:close/>
              </a:path>
              <a:path w="1030604" h="282575">
                <a:moveTo>
                  <a:pt x="90043" y="0"/>
                </a:moveTo>
                <a:lnTo>
                  <a:pt x="51657" y="18145"/>
                </a:lnTo>
                <a:lnTo>
                  <a:pt x="23368" y="49529"/>
                </a:lnTo>
                <a:lnTo>
                  <a:pt x="5826" y="91535"/>
                </a:lnTo>
                <a:lnTo>
                  <a:pt x="85" y="139826"/>
                </a:lnTo>
                <a:lnTo>
                  <a:pt x="0" y="141350"/>
                </a:lnTo>
                <a:lnTo>
                  <a:pt x="1452" y="167233"/>
                </a:lnTo>
                <a:lnTo>
                  <a:pt x="13073" y="213092"/>
                </a:lnTo>
                <a:lnTo>
                  <a:pt x="36125" y="250336"/>
                </a:lnTo>
                <a:lnTo>
                  <a:pt x="69514" y="275014"/>
                </a:lnTo>
                <a:lnTo>
                  <a:pt x="90043" y="282448"/>
                </a:lnTo>
                <a:lnTo>
                  <a:pt x="93599" y="270890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1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7" y="11556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8546845" y="2613482"/>
            <a:ext cx="3472179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3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ab</a:t>
            </a:r>
            <a:r>
              <a:rPr dirty="0" sz="2400" spc="315">
                <a:latin typeface="Franklin Gothic Medium"/>
                <a:cs typeface="Franklin Gothic Medium"/>
              </a:rPr>
              <a:t> </a:t>
            </a:r>
            <a:r>
              <a:rPr dirty="0" baseline="28571" sz="262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8571" sz="2625" spc="39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equivalent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NFA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7386066" y="3209925"/>
            <a:ext cx="1570355" cy="292100"/>
            <a:chOff x="7386066" y="3209925"/>
            <a:chExt cx="1570355" cy="292100"/>
          </a:xfrm>
        </p:grpSpPr>
        <p:sp>
          <p:nvSpPr>
            <p:cNvPr id="28" name="object 28" descr=""/>
            <p:cNvSpPr/>
            <p:nvPr/>
          </p:nvSpPr>
          <p:spPr>
            <a:xfrm>
              <a:off x="8698230" y="3219450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5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2" y="136398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5" y="272796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52713" y="3278505"/>
              <a:ext cx="139445" cy="156210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7776210" y="3219450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6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2" y="136398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6" y="272796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386066" y="3313683"/>
              <a:ext cx="1311275" cy="85725"/>
            </a:xfrm>
            <a:custGeom>
              <a:avLst/>
              <a:gdLst/>
              <a:ahLst/>
              <a:cxnLst/>
              <a:rect l="l" t="t" r="r" b="b"/>
              <a:pathLst>
                <a:path w="1311275" h="85725">
                  <a:moveTo>
                    <a:pt x="390271" y="42926"/>
                  </a:moveTo>
                  <a:lnTo>
                    <a:pt x="361607" y="28575"/>
                  </a:lnTo>
                  <a:lnTo>
                    <a:pt x="304546" y="0"/>
                  </a:lnTo>
                  <a:lnTo>
                    <a:pt x="304546" y="28575"/>
                  </a:lnTo>
                  <a:lnTo>
                    <a:pt x="0" y="28575"/>
                  </a:lnTo>
                  <a:lnTo>
                    <a:pt x="0" y="57150"/>
                  </a:lnTo>
                  <a:lnTo>
                    <a:pt x="304546" y="57150"/>
                  </a:lnTo>
                  <a:lnTo>
                    <a:pt x="304546" y="85725"/>
                  </a:lnTo>
                  <a:lnTo>
                    <a:pt x="361772" y="57150"/>
                  </a:lnTo>
                  <a:lnTo>
                    <a:pt x="390271" y="42926"/>
                  </a:lnTo>
                  <a:close/>
                </a:path>
                <a:path w="1311275" h="85725">
                  <a:moveTo>
                    <a:pt x="1311275" y="42164"/>
                  </a:moveTo>
                  <a:lnTo>
                    <a:pt x="1298575" y="35814"/>
                  </a:lnTo>
                  <a:lnTo>
                    <a:pt x="1235075" y="4064"/>
                  </a:lnTo>
                  <a:lnTo>
                    <a:pt x="1235075" y="35814"/>
                  </a:lnTo>
                  <a:lnTo>
                    <a:pt x="637794" y="35814"/>
                  </a:lnTo>
                  <a:lnTo>
                    <a:pt x="637794" y="48514"/>
                  </a:lnTo>
                  <a:lnTo>
                    <a:pt x="1235075" y="48514"/>
                  </a:lnTo>
                  <a:lnTo>
                    <a:pt x="1235075" y="80264"/>
                  </a:lnTo>
                  <a:lnTo>
                    <a:pt x="1298575" y="48514"/>
                  </a:lnTo>
                  <a:lnTo>
                    <a:pt x="1311275" y="421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7305547" y="2568942"/>
            <a:ext cx="1066800" cy="74422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Convert</a:t>
            </a:r>
            <a:endParaRPr sz="2400">
              <a:latin typeface="Franklin Gothic Medium"/>
              <a:cs typeface="Franklin Gothic Medium"/>
            </a:endParaRPr>
          </a:p>
          <a:p>
            <a:pPr algn="r" marR="5080">
              <a:lnSpc>
                <a:spcPct val="100000"/>
              </a:lnSpc>
              <a:spcBef>
                <a:spcPts val="27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6962902" y="2954146"/>
            <a:ext cx="202565" cy="1104265"/>
          </a:xfrm>
          <a:prstGeom prst="rect">
            <a:avLst/>
          </a:prstGeom>
        </p:spPr>
        <p:txBody>
          <a:bodyPr wrap="square" lIns="0" tIns="1860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1365"/>
              </a:spcBef>
            </a:pPr>
            <a:r>
              <a:rPr dirty="0" sz="2400" spc="-50"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7439406" y="4355972"/>
            <a:ext cx="3474085" cy="292100"/>
            <a:chOff x="7439406" y="4355972"/>
            <a:chExt cx="3474085" cy="292100"/>
          </a:xfrm>
        </p:grpSpPr>
        <p:sp>
          <p:nvSpPr>
            <p:cNvPr id="35" name="object 35" descr=""/>
            <p:cNvSpPr/>
            <p:nvPr/>
          </p:nvSpPr>
          <p:spPr>
            <a:xfrm>
              <a:off x="10655046" y="4365497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5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1" y="136397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5" y="272795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09529" y="4424552"/>
              <a:ext cx="139446" cy="156210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9733026" y="4365497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5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2" y="136397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5" y="272795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9980676" y="4462271"/>
              <a:ext cx="673735" cy="76200"/>
            </a:xfrm>
            <a:custGeom>
              <a:avLst/>
              <a:gdLst/>
              <a:ahLst/>
              <a:cxnLst/>
              <a:rect l="l" t="t" r="r" b="b"/>
              <a:pathLst>
                <a:path w="673734" h="76200">
                  <a:moveTo>
                    <a:pt x="597280" y="0"/>
                  </a:moveTo>
                  <a:lnTo>
                    <a:pt x="597280" y="76200"/>
                  </a:lnTo>
                  <a:lnTo>
                    <a:pt x="660780" y="44450"/>
                  </a:lnTo>
                  <a:lnTo>
                    <a:pt x="609980" y="44450"/>
                  </a:lnTo>
                  <a:lnTo>
                    <a:pt x="609980" y="31750"/>
                  </a:lnTo>
                  <a:lnTo>
                    <a:pt x="660780" y="31750"/>
                  </a:lnTo>
                  <a:lnTo>
                    <a:pt x="597280" y="0"/>
                  </a:lnTo>
                  <a:close/>
                </a:path>
                <a:path w="673734" h="76200">
                  <a:moveTo>
                    <a:pt x="59728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597280" y="44450"/>
                  </a:lnTo>
                  <a:lnTo>
                    <a:pt x="597280" y="31750"/>
                  </a:lnTo>
                  <a:close/>
                </a:path>
                <a:path w="673734" h="76200">
                  <a:moveTo>
                    <a:pt x="660780" y="31750"/>
                  </a:moveTo>
                  <a:lnTo>
                    <a:pt x="609980" y="31750"/>
                  </a:lnTo>
                  <a:lnTo>
                    <a:pt x="609980" y="44450"/>
                  </a:lnTo>
                  <a:lnTo>
                    <a:pt x="660780" y="44450"/>
                  </a:lnTo>
                  <a:lnTo>
                    <a:pt x="673480" y="38100"/>
                  </a:lnTo>
                  <a:lnTo>
                    <a:pt x="66078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7829550" y="4365497"/>
              <a:ext cx="1172210" cy="273050"/>
            </a:xfrm>
            <a:custGeom>
              <a:avLst/>
              <a:gdLst/>
              <a:ahLst/>
              <a:cxnLst/>
              <a:rect l="l" t="t" r="r" b="b"/>
              <a:pathLst>
                <a:path w="1172209" h="273050">
                  <a:moveTo>
                    <a:pt x="923544" y="136397"/>
                  </a:moveTo>
                  <a:lnTo>
                    <a:pt x="933307" y="83313"/>
                  </a:lnTo>
                  <a:lnTo>
                    <a:pt x="959929" y="39957"/>
                  </a:lnTo>
                  <a:lnTo>
                    <a:pt x="999410" y="10721"/>
                  </a:lnTo>
                  <a:lnTo>
                    <a:pt x="1047750" y="0"/>
                  </a:lnTo>
                  <a:lnTo>
                    <a:pt x="1096089" y="10721"/>
                  </a:lnTo>
                  <a:lnTo>
                    <a:pt x="1135570" y="39957"/>
                  </a:lnTo>
                  <a:lnTo>
                    <a:pt x="1162192" y="83313"/>
                  </a:lnTo>
                  <a:lnTo>
                    <a:pt x="1171955" y="136397"/>
                  </a:lnTo>
                  <a:lnTo>
                    <a:pt x="1162192" y="189482"/>
                  </a:lnTo>
                  <a:lnTo>
                    <a:pt x="1135570" y="232838"/>
                  </a:lnTo>
                  <a:lnTo>
                    <a:pt x="1096089" y="262074"/>
                  </a:lnTo>
                  <a:lnTo>
                    <a:pt x="1047750" y="272795"/>
                  </a:lnTo>
                  <a:lnTo>
                    <a:pt x="999410" y="262074"/>
                  </a:lnTo>
                  <a:lnTo>
                    <a:pt x="959929" y="232838"/>
                  </a:lnTo>
                  <a:lnTo>
                    <a:pt x="933307" y="189482"/>
                  </a:lnTo>
                  <a:lnTo>
                    <a:pt x="923544" y="136397"/>
                  </a:lnTo>
                  <a:close/>
                </a:path>
                <a:path w="1172209" h="273050">
                  <a:moveTo>
                    <a:pt x="0" y="136397"/>
                  </a:moveTo>
                  <a:lnTo>
                    <a:pt x="9828" y="83313"/>
                  </a:lnTo>
                  <a:lnTo>
                    <a:pt x="36623" y="39957"/>
                  </a:lnTo>
                  <a:lnTo>
                    <a:pt x="76348" y="10721"/>
                  </a:lnTo>
                  <a:lnTo>
                    <a:pt x="124968" y="0"/>
                  </a:lnTo>
                  <a:lnTo>
                    <a:pt x="173587" y="10721"/>
                  </a:lnTo>
                  <a:lnTo>
                    <a:pt x="213312" y="39957"/>
                  </a:lnTo>
                  <a:lnTo>
                    <a:pt x="240107" y="83313"/>
                  </a:lnTo>
                  <a:lnTo>
                    <a:pt x="249935" y="136397"/>
                  </a:lnTo>
                  <a:lnTo>
                    <a:pt x="240107" y="189482"/>
                  </a:lnTo>
                  <a:lnTo>
                    <a:pt x="213312" y="232838"/>
                  </a:lnTo>
                  <a:lnTo>
                    <a:pt x="173587" y="262074"/>
                  </a:lnTo>
                  <a:lnTo>
                    <a:pt x="124968" y="272795"/>
                  </a:lnTo>
                  <a:lnTo>
                    <a:pt x="76348" y="262074"/>
                  </a:lnTo>
                  <a:lnTo>
                    <a:pt x="36623" y="232838"/>
                  </a:lnTo>
                  <a:lnTo>
                    <a:pt x="9828" y="18948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439406" y="4459731"/>
              <a:ext cx="1313180" cy="85725"/>
            </a:xfrm>
            <a:custGeom>
              <a:avLst/>
              <a:gdLst/>
              <a:ahLst/>
              <a:cxnLst/>
              <a:rect l="l" t="t" r="r" b="b"/>
              <a:pathLst>
                <a:path w="1313179" h="85725">
                  <a:moveTo>
                    <a:pt x="390271" y="42926"/>
                  </a:moveTo>
                  <a:lnTo>
                    <a:pt x="361607" y="28575"/>
                  </a:lnTo>
                  <a:lnTo>
                    <a:pt x="304546" y="0"/>
                  </a:lnTo>
                  <a:lnTo>
                    <a:pt x="304546" y="28575"/>
                  </a:lnTo>
                  <a:lnTo>
                    <a:pt x="0" y="28575"/>
                  </a:lnTo>
                  <a:lnTo>
                    <a:pt x="0" y="57150"/>
                  </a:lnTo>
                  <a:lnTo>
                    <a:pt x="304546" y="57150"/>
                  </a:lnTo>
                  <a:lnTo>
                    <a:pt x="304546" y="85725"/>
                  </a:lnTo>
                  <a:lnTo>
                    <a:pt x="361772" y="57150"/>
                  </a:lnTo>
                  <a:lnTo>
                    <a:pt x="390271" y="42926"/>
                  </a:lnTo>
                  <a:close/>
                </a:path>
                <a:path w="1313179" h="85725">
                  <a:moveTo>
                    <a:pt x="1312799" y="42164"/>
                  </a:moveTo>
                  <a:lnTo>
                    <a:pt x="1300099" y="35814"/>
                  </a:lnTo>
                  <a:lnTo>
                    <a:pt x="1236599" y="4064"/>
                  </a:lnTo>
                  <a:lnTo>
                    <a:pt x="1236599" y="35814"/>
                  </a:lnTo>
                  <a:lnTo>
                    <a:pt x="639318" y="35814"/>
                  </a:lnTo>
                  <a:lnTo>
                    <a:pt x="639318" y="48514"/>
                  </a:lnTo>
                  <a:lnTo>
                    <a:pt x="1236599" y="48514"/>
                  </a:lnTo>
                  <a:lnTo>
                    <a:pt x="1236599" y="80264"/>
                  </a:lnTo>
                  <a:lnTo>
                    <a:pt x="1300099" y="48514"/>
                  </a:lnTo>
                  <a:lnTo>
                    <a:pt x="1312799" y="421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6925818" y="4242561"/>
            <a:ext cx="3587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𝑎𝑏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469188" y="2827782"/>
            <a:ext cx="2747010" cy="3980179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2400" spc="-75">
                <a:latin typeface="Franklin Gothic Medium"/>
                <a:cs typeface="Franklin Gothic Medium"/>
              </a:rPr>
              <a:t>Atomic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Elements:</a:t>
            </a:r>
            <a:endParaRPr sz="2400">
              <a:latin typeface="Franklin Gothic Medium"/>
              <a:cs typeface="Franklin Gothic Medium"/>
            </a:endParaRPr>
          </a:p>
          <a:p>
            <a:pPr marL="298450">
              <a:lnSpc>
                <a:spcPct val="100000"/>
              </a:lnSpc>
              <a:spcBef>
                <a:spcPts val="755"/>
              </a:spcBef>
              <a:tabLst>
                <a:tab pos="1226185" algn="l"/>
                <a:tab pos="1723389" algn="l"/>
              </a:tabLst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25">
                <a:latin typeface="Franklin Gothic Medium"/>
                <a:cs typeface="Franklin Gothic Medium"/>
              </a:rPr>
              <a:t>for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Cambria Math"/>
                <a:cs typeface="Cambria Math"/>
              </a:rPr>
              <a:t>𝑎</a:t>
            </a:r>
            <a:r>
              <a:rPr dirty="0" sz="2400" spc="18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Σ</a:t>
            </a:r>
            <a:endParaRPr sz="2400">
              <a:latin typeface="Cambria Math"/>
              <a:cs typeface="Cambria Math"/>
            </a:endParaRPr>
          </a:p>
          <a:p>
            <a:pPr marL="298450">
              <a:lnSpc>
                <a:spcPct val="100000"/>
              </a:lnSpc>
              <a:spcBef>
                <a:spcPts val="102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ε</a:t>
            </a:r>
            <a:endParaRPr sz="2400">
              <a:latin typeface="Cambria Math"/>
              <a:cs typeface="Cambria Math"/>
            </a:endParaRPr>
          </a:p>
          <a:p>
            <a:pPr marL="314960">
              <a:lnSpc>
                <a:spcPct val="100000"/>
              </a:lnSpc>
              <a:spcBef>
                <a:spcPts val="1045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04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160"/>
              </a:lnSpc>
              <a:spcBef>
                <a:spcPts val="1400"/>
              </a:spcBef>
            </a:pPr>
            <a:r>
              <a:rPr dirty="0" sz="2400" spc="-35">
                <a:latin typeface="Franklin Gothic Medium"/>
                <a:cs typeface="Franklin Gothic Medium"/>
              </a:rPr>
              <a:t>Composite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Elements:</a:t>
            </a:r>
            <a:endParaRPr sz="2400">
              <a:latin typeface="Franklin Gothic Medium"/>
              <a:cs typeface="Franklin Gothic Medium"/>
            </a:endParaRPr>
          </a:p>
          <a:p>
            <a:pPr algn="ctr" marL="1621790">
              <a:lnSpc>
                <a:spcPts val="12480"/>
              </a:lnSpc>
            </a:pPr>
            <a:r>
              <a:rPr dirty="0" sz="11000" spc="-50">
                <a:latin typeface="Courier New"/>
                <a:cs typeface="Courier New"/>
              </a:rPr>
              <a:t>}</a:t>
            </a:r>
            <a:endParaRPr sz="11000">
              <a:latin typeface="Courier New"/>
              <a:cs typeface="Courier New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7386066" y="3801236"/>
            <a:ext cx="1570355" cy="293370"/>
            <a:chOff x="7386066" y="3801236"/>
            <a:chExt cx="1570355" cy="293370"/>
          </a:xfrm>
        </p:grpSpPr>
        <p:sp>
          <p:nvSpPr>
            <p:cNvPr id="44" name="object 44" descr=""/>
            <p:cNvSpPr/>
            <p:nvPr/>
          </p:nvSpPr>
          <p:spPr>
            <a:xfrm>
              <a:off x="8698230" y="3810761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60"/>
                  </a:moveTo>
                  <a:lnTo>
                    <a:pt x="9763" y="83796"/>
                  </a:lnTo>
                  <a:lnTo>
                    <a:pt x="36385" y="40195"/>
                  </a:lnTo>
                  <a:lnTo>
                    <a:pt x="75866" y="10787"/>
                  </a:lnTo>
                  <a:lnTo>
                    <a:pt x="124205" y="0"/>
                  </a:lnTo>
                  <a:lnTo>
                    <a:pt x="172545" y="10787"/>
                  </a:lnTo>
                  <a:lnTo>
                    <a:pt x="212026" y="40195"/>
                  </a:lnTo>
                  <a:lnTo>
                    <a:pt x="238648" y="83796"/>
                  </a:lnTo>
                  <a:lnTo>
                    <a:pt x="248412" y="137160"/>
                  </a:lnTo>
                  <a:lnTo>
                    <a:pt x="238648" y="190523"/>
                  </a:lnTo>
                  <a:lnTo>
                    <a:pt x="212026" y="234124"/>
                  </a:lnTo>
                  <a:lnTo>
                    <a:pt x="172545" y="263532"/>
                  </a:lnTo>
                  <a:lnTo>
                    <a:pt x="124205" y="274319"/>
                  </a:lnTo>
                  <a:lnTo>
                    <a:pt x="75866" y="263532"/>
                  </a:lnTo>
                  <a:lnTo>
                    <a:pt x="36385" y="234124"/>
                  </a:lnTo>
                  <a:lnTo>
                    <a:pt x="9763" y="190523"/>
                  </a:lnTo>
                  <a:lnTo>
                    <a:pt x="0" y="13716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52713" y="3871340"/>
              <a:ext cx="139445" cy="156209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7776210" y="3810761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60"/>
                  </a:moveTo>
                  <a:lnTo>
                    <a:pt x="9763" y="83796"/>
                  </a:lnTo>
                  <a:lnTo>
                    <a:pt x="36385" y="40195"/>
                  </a:lnTo>
                  <a:lnTo>
                    <a:pt x="75866" y="10787"/>
                  </a:lnTo>
                  <a:lnTo>
                    <a:pt x="124206" y="0"/>
                  </a:lnTo>
                  <a:lnTo>
                    <a:pt x="172545" y="10787"/>
                  </a:lnTo>
                  <a:lnTo>
                    <a:pt x="212026" y="40195"/>
                  </a:lnTo>
                  <a:lnTo>
                    <a:pt x="238648" y="83796"/>
                  </a:lnTo>
                  <a:lnTo>
                    <a:pt x="248412" y="137160"/>
                  </a:lnTo>
                  <a:lnTo>
                    <a:pt x="238648" y="190523"/>
                  </a:lnTo>
                  <a:lnTo>
                    <a:pt x="212026" y="234124"/>
                  </a:lnTo>
                  <a:lnTo>
                    <a:pt x="172545" y="263532"/>
                  </a:lnTo>
                  <a:lnTo>
                    <a:pt x="124206" y="274319"/>
                  </a:lnTo>
                  <a:lnTo>
                    <a:pt x="75866" y="263532"/>
                  </a:lnTo>
                  <a:lnTo>
                    <a:pt x="36385" y="234124"/>
                  </a:lnTo>
                  <a:lnTo>
                    <a:pt x="9763" y="190523"/>
                  </a:lnTo>
                  <a:lnTo>
                    <a:pt x="0" y="13716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7386066" y="3904995"/>
              <a:ext cx="1311275" cy="85725"/>
            </a:xfrm>
            <a:custGeom>
              <a:avLst/>
              <a:gdLst/>
              <a:ahLst/>
              <a:cxnLst/>
              <a:rect l="l" t="t" r="r" b="b"/>
              <a:pathLst>
                <a:path w="1311275" h="85725">
                  <a:moveTo>
                    <a:pt x="390271" y="42926"/>
                  </a:moveTo>
                  <a:lnTo>
                    <a:pt x="361607" y="28575"/>
                  </a:lnTo>
                  <a:lnTo>
                    <a:pt x="304546" y="0"/>
                  </a:lnTo>
                  <a:lnTo>
                    <a:pt x="304546" y="28575"/>
                  </a:lnTo>
                  <a:lnTo>
                    <a:pt x="0" y="28575"/>
                  </a:lnTo>
                  <a:lnTo>
                    <a:pt x="0" y="57150"/>
                  </a:lnTo>
                  <a:lnTo>
                    <a:pt x="304546" y="57150"/>
                  </a:lnTo>
                  <a:lnTo>
                    <a:pt x="304546" y="85725"/>
                  </a:lnTo>
                  <a:lnTo>
                    <a:pt x="361772" y="57150"/>
                  </a:lnTo>
                  <a:lnTo>
                    <a:pt x="390271" y="42926"/>
                  </a:lnTo>
                  <a:close/>
                </a:path>
                <a:path w="1311275" h="85725">
                  <a:moveTo>
                    <a:pt x="1311275" y="42164"/>
                  </a:moveTo>
                  <a:lnTo>
                    <a:pt x="1298575" y="35814"/>
                  </a:lnTo>
                  <a:lnTo>
                    <a:pt x="1235075" y="4064"/>
                  </a:lnTo>
                  <a:lnTo>
                    <a:pt x="1235075" y="35814"/>
                  </a:lnTo>
                  <a:lnTo>
                    <a:pt x="637794" y="35814"/>
                  </a:lnTo>
                  <a:lnTo>
                    <a:pt x="637794" y="48514"/>
                  </a:lnTo>
                  <a:lnTo>
                    <a:pt x="1235075" y="48514"/>
                  </a:lnTo>
                  <a:lnTo>
                    <a:pt x="1235075" y="80264"/>
                  </a:lnTo>
                  <a:lnTo>
                    <a:pt x="1298575" y="48514"/>
                  </a:lnTo>
                  <a:lnTo>
                    <a:pt x="1311275" y="421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8252206" y="3636391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8290306" y="415023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10213975" y="4181602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 marL="63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54" name="object 54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355092" y="0"/>
                  </a:moveTo>
                  <a:lnTo>
                    <a:pt x="355092" y="58674"/>
                  </a:lnTo>
                  <a:lnTo>
                    <a:pt x="0" y="58674"/>
                  </a:lnTo>
                  <a:lnTo>
                    <a:pt x="0" y="176022"/>
                  </a:lnTo>
                  <a:lnTo>
                    <a:pt x="355092" y="176022"/>
                  </a:lnTo>
                  <a:lnTo>
                    <a:pt x="355092" y="234696"/>
                  </a:lnTo>
                  <a:lnTo>
                    <a:pt x="472440" y="117348"/>
                  </a:lnTo>
                  <a:lnTo>
                    <a:pt x="3550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0" y="58674"/>
                  </a:moveTo>
                  <a:lnTo>
                    <a:pt x="355092" y="58674"/>
                  </a:lnTo>
                  <a:lnTo>
                    <a:pt x="355092" y="0"/>
                  </a:lnTo>
                  <a:lnTo>
                    <a:pt x="472440" y="117348"/>
                  </a:lnTo>
                  <a:lnTo>
                    <a:pt x="355092" y="234696"/>
                  </a:lnTo>
                  <a:lnTo>
                    <a:pt x="355092" y="176022"/>
                  </a:lnTo>
                  <a:lnTo>
                    <a:pt x="0" y="176022"/>
                  </a:lnTo>
                  <a:lnTo>
                    <a:pt x="0" y="5867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9182100" y="3189732"/>
            <a:ext cx="731520" cy="30797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127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dirty="0" sz="1400" spc="-10">
                <a:latin typeface="Franklin Gothic Medium"/>
                <a:cs typeface="Franklin Gothic Medium"/>
              </a:rPr>
              <a:t>atomic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9182100" y="3742944"/>
            <a:ext cx="731520" cy="30797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127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dirty="0" sz="1400" spc="-10">
                <a:latin typeface="Franklin Gothic Medium"/>
                <a:cs typeface="Franklin Gothic Medium"/>
              </a:rPr>
              <a:t>atomic</a:t>
            </a:r>
            <a:endParaRPr sz="1400">
              <a:latin typeface="Franklin Gothic Medium"/>
              <a:cs typeface="Franklin Gothic Medium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7075931" y="4721301"/>
            <a:ext cx="3685540" cy="2136775"/>
            <a:chOff x="7075931" y="4721301"/>
            <a:chExt cx="3685540" cy="2136775"/>
          </a:xfrm>
        </p:grpSpPr>
        <p:pic>
          <p:nvPicPr>
            <p:cNvPr id="59" name="object 5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75931" y="4721301"/>
              <a:ext cx="3685031" cy="2136698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71003" y="4916424"/>
              <a:ext cx="3115055" cy="1612392"/>
            </a:xfrm>
            <a:prstGeom prst="rect">
              <a:avLst/>
            </a:prstGeom>
          </p:spPr>
        </p:pic>
      </p:grpSp>
      <p:sp>
        <p:nvSpPr>
          <p:cNvPr id="61" name="object 61" descr=""/>
          <p:cNvSpPr txBox="1"/>
          <p:nvPr/>
        </p:nvSpPr>
        <p:spPr>
          <a:xfrm>
            <a:off x="9096756" y="4913376"/>
            <a:ext cx="1289685" cy="30797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127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dirty="0" sz="1400" spc="-10">
                <a:latin typeface="Franklin Gothic Medium"/>
                <a:cs typeface="Franklin Gothic Medium"/>
              </a:rPr>
              <a:t>Concatenation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469188" y="1386230"/>
            <a:ext cx="7611109" cy="103695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1606550" algn="l"/>
                <a:tab pos="737108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 spc="1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regular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12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95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𝐿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5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800" spc="-20" i="1">
                <a:latin typeface="Franklin Gothic Medium"/>
                <a:cs typeface="Franklin Gothic Medium"/>
              </a:rPr>
              <a:t>Proof</a:t>
            </a:r>
            <a:r>
              <a:rPr dirty="0" sz="2800" spc="-20">
                <a:latin typeface="Franklin Gothic Medium"/>
                <a:cs typeface="Franklin Gothic Medium"/>
              </a:rPr>
              <a:t>: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 spc="6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85">
                <a:latin typeface="Franklin Gothic Medium"/>
                <a:cs typeface="Franklin Gothic Medium"/>
              </a:rPr>
              <a:t>NFA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63" name="object 63" descr=""/>
          <p:cNvSpPr/>
          <p:nvPr/>
        </p:nvSpPr>
        <p:spPr>
          <a:xfrm>
            <a:off x="9018269" y="4467478"/>
            <a:ext cx="732155" cy="85725"/>
          </a:xfrm>
          <a:custGeom>
            <a:avLst/>
            <a:gdLst/>
            <a:ahLst/>
            <a:cxnLst/>
            <a:rect l="l" t="t" r="r" b="b"/>
            <a:pathLst>
              <a:path w="732154" h="85725">
                <a:moveTo>
                  <a:pt x="646302" y="0"/>
                </a:moveTo>
                <a:lnTo>
                  <a:pt x="646302" y="85725"/>
                </a:lnTo>
                <a:lnTo>
                  <a:pt x="703351" y="57158"/>
                </a:lnTo>
                <a:lnTo>
                  <a:pt x="660654" y="57158"/>
                </a:lnTo>
                <a:lnTo>
                  <a:pt x="660528" y="28956"/>
                </a:lnTo>
                <a:lnTo>
                  <a:pt x="660527" y="28583"/>
                </a:lnTo>
                <a:lnTo>
                  <a:pt x="703554" y="28583"/>
                </a:lnTo>
                <a:lnTo>
                  <a:pt x="646302" y="0"/>
                </a:lnTo>
                <a:close/>
              </a:path>
              <a:path w="732154" h="85725">
                <a:moveTo>
                  <a:pt x="646302" y="28583"/>
                </a:moveTo>
                <a:lnTo>
                  <a:pt x="0" y="28956"/>
                </a:lnTo>
                <a:lnTo>
                  <a:pt x="0" y="57531"/>
                </a:lnTo>
                <a:lnTo>
                  <a:pt x="646302" y="57158"/>
                </a:lnTo>
                <a:lnTo>
                  <a:pt x="646302" y="28583"/>
                </a:lnTo>
                <a:close/>
              </a:path>
              <a:path w="732154" h="85725">
                <a:moveTo>
                  <a:pt x="703554" y="28583"/>
                </a:moveTo>
                <a:lnTo>
                  <a:pt x="660527" y="28583"/>
                </a:lnTo>
                <a:lnTo>
                  <a:pt x="660528" y="28956"/>
                </a:lnTo>
                <a:lnTo>
                  <a:pt x="660654" y="57158"/>
                </a:lnTo>
                <a:lnTo>
                  <a:pt x="703351" y="57158"/>
                </a:lnTo>
                <a:lnTo>
                  <a:pt x="732027" y="42799"/>
                </a:lnTo>
                <a:lnTo>
                  <a:pt x="703554" y="2858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 txBox="1"/>
          <p:nvPr/>
        </p:nvSpPr>
        <p:spPr>
          <a:xfrm>
            <a:off x="9267825" y="4131691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65" name="object 6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04529" y="4424553"/>
            <a:ext cx="139446" cy="156210"/>
          </a:xfrm>
          <a:prstGeom prst="rect">
            <a:avLst/>
          </a:prstGeom>
        </p:spPr>
      </p:pic>
      <p:sp>
        <p:nvSpPr>
          <p:cNvPr id="66" name="object 66" descr=""/>
          <p:cNvSpPr txBox="1"/>
          <p:nvPr/>
        </p:nvSpPr>
        <p:spPr>
          <a:xfrm>
            <a:off x="647801" y="5461627"/>
            <a:ext cx="1614805" cy="847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8415">
              <a:lnSpc>
                <a:spcPts val="2450"/>
              </a:lnSpc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7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8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∘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2959354" y="6013745"/>
            <a:ext cx="2785745" cy="3143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40"/>
              </a:lnSpc>
            </a:pPr>
            <a:r>
              <a:rPr dirty="0" sz="2000">
                <a:latin typeface="Franklin Gothic Medium"/>
                <a:cs typeface="Franklin Gothic Medium"/>
              </a:rPr>
              <a:t>Use</a:t>
            </a:r>
            <a:r>
              <a:rPr dirty="0" sz="2000" spc="-3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closure</a:t>
            </a:r>
            <a:r>
              <a:rPr dirty="0" sz="2000" spc="-2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constructions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647801" y="6343655"/>
            <a:ext cx="935355" cy="382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55"/>
              </a:lnSpc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9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40">
                <a:latin typeface="Cambria Math"/>
                <a:cs typeface="Cambria Math"/>
              </a:rPr>
              <a:t> </a:t>
            </a:r>
            <a:r>
              <a:rPr dirty="0" sz="2400" spc="-3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28571" sz="2625" spc="-52">
                <a:latin typeface="Cambria Math"/>
                <a:cs typeface="Cambria Math"/>
              </a:rPr>
              <a:t>∗</a:t>
            </a:r>
            <a:endParaRPr baseline="28571" sz="2625">
              <a:latin typeface="Cambria Math"/>
              <a:cs typeface="Cambria Math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1428369" y="6528058"/>
            <a:ext cx="154305" cy="248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4"/>
              </a:lnSpc>
            </a:pPr>
            <a:r>
              <a:rPr dirty="0" sz="1750" spc="-50">
                <a:latin typeface="Cambria Math"/>
                <a:cs typeface="Cambria Math"/>
              </a:rPr>
              <a:t>1</a:t>
            </a:r>
            <a:endParaRPr sz="17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68656"/>
            <a:ext cx="1071499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0"/>
              <a:t>Previous</a:t>
            </a:r>
            <a:r>
              <a:rPr dirty="0" sz="3200" spc="-145"/>
              <a:t> </a:t>
            </a:r>
            <a:r>
              <a:rPr dirty="0" sz="3200"/>
              <a:t>Class</a:t>
            </a:r>
            <a:r>
              <a:rPr dirty="0" sz="3200" spc="-125"/>
              <a:t> </a:t>
            </a:r>
            <a:r>
              <a:rPr dirty="0" sz="3200" spc="-20"/>
              <a:t>Recap:</a:t>
            </a:r>
            <a:r>
              <a:rPr dirty="0" sz="3200" spc="-140"/>
              <a:t> </a:t>
            </a:r>
            <a:r>
              <a:rPr dirty="0" sz="3200" spc="-25"/>
              <a:t>RegEx</a:t>
            </a:r>
            <a:r>
              <a:rPr dirty="0" sz="3200" spc="-130"/>
              <a:t> </a:t>
            </a:r>
            <a:r>
              <a:rPr dirty="0" sz="3200" spc="-20"/>
              <a:t>Equivalence</a:t>
            </a:r>
            <a:r>
              <a:rPr dirty="0" sz="3200" spc="-135"/>
              <a:t> </a:t>
            </a:r>
            <a:r>
              <a:rPr dirty="0" sz="3200" spc="-20"/>
              <a:t>with</a:t>
            </a:r>
            <a:r>
              <a:rPr dirty="0" sz="3200" spc="-130"/>
              <a:t> </a:t>
            </a:r>
            <a:r>
              <a:rPr dirty="0" sz="3200" spc="-20"/>
              <a:t>Finite</a:t>
            </a:r>
            <a:r>
              <a:rPr dirty="0" sz="3200" spc="-125"/>
              <a:t> </a:t>
            </a:r>
            <a:r>
              <a:rPr dirty="0" sz="3200" spc="-25"/>
              <a:t>Automata</a:t>
            </a:r>
            <a:endParaRPr sz="3200"/>
          </a:p>
        </p:txBody>
      </p:sp>
      <p:sp>
        <p:nvSpPr>
          <p:cNvPr id="3" name="object 3" descr=""/>
          <p:cNvSpPr/>
          <p:nvPr/>
        </p:nvSpPr>
        <p:spPr>
          <a:xfrm>
            <a:off x="7723251" y="1567307"/>
            <a:ext cx="469265" cy="328930"/>
          </a:xfrm>
          <a:custGeom>
            <a:avLst/>
            <a:gdLst/>
            <a:ahLst/>
            <a:cxnLst/>
            <a:rect l="l" t="t" r="r" b="b"/>
            <a:pathLst>
              <a:path w="469265" h="328930">
                <a:moveTo>
                  <a:pt x="364108" y="0"/>
                </a:moveTo>
                <a:lnTo>
                  <a:pt x="359409" y="13334"/>
                </a:lnTo>
                <a:lnTo>
                  <a:pt x="378460" y="21595"/>
                </a:lnTo>
                <a:lnTo>
                  <a:pt x="394843" y="33035"/>
                </a:lnTo>
                <a:lnTo>
                  <a:pt x="419607" y="65404"/>
                </a:lnTo>
                <a:lnTo>
                  <a:pt x="434181" y="109156"/>
                </a:lnTo>
                <a:lnTo>
                  <a:pt x="437776" y="134399"/>
                </a:lnTo>
                <a:lnTo>
                  <a:pt x="437824" y="134735"/>
                </a:lnTo>
                <a:lnTo>
                  <a:pt x="437804" y="191791"/>
                </a:lnTo>
                <a:lnTo>
                  <a:pt x="428001" y="241841"/>
                </a:lnTo>
                <a:lnTo>
                  <a:pt x="408459" y="280912"/>
                </a:lnTo>
                <a:lnTo>
                  <a:pt x="378654" y="307288"/>
                </a:lnTo>
                <a:lnTo>
                  <a:pt x="359918" y="315594"/>
                </a:lnTo>
                <a:lnTo>
                  <a:pt x="364108" y="328929"/>
                </a:lnTo>
                <a:lnTo>
                  <a:pt x="408940" y="307879"/>
                </a:lnTo>
                <a:lnTo>
                  <a:pt x="441959" y="271398"/>
                </a:lnTo>
                <a:lnTo>
                  <a:pt x="462248" y="222662"/>
                </a:lnTo>
                <a:lnTo>
                  <a:pt x="469010" y="164591"/>
                </a:lnTo>
                <a:lnTo>
                  <a:pt x="467319" y="134735"/>
                </a:lnTo>
                <a:lnTo>
                  <a:pt x="453687" y="80920"/>
                </a:lnTo>
                <a:lnTo>
                  <a:pt x="426813" y="37415"/>
                </a:lnTo>
                <a:lnTo>
                  <a:pt x="387915" y="8598"/>
                </a:lnTo>
                <a:lnTo>
                  <a:pt x="364108" y="0"/>
                </a:lnTo>
                <a:close/>
              </a:path>
              <a:path w="469265" h="328930">
                <a:moveTo>
                  <a:pt x="104901" y="0"/>
                </a:moveTo>
                <a:lnTo>
                  <a:pt x="60118" y="21066"/>
                </a:lnTo>
                <a:lnTo>
                  <a:pt x="27050" y="57657"/>
                </a:lnTo>
                <a:lnTo>
                  <a:pt x="6762" y="106505"/>
                </a:lnTo>
                <a:lnTo>
                  <a:pt x="99" y="162813"/>
                </a:lnTo>
                <a:lnTo>
                  <a:pt x="0" y="164591"/>
                </a:lnTo>
                <a:lnTo>
                  <a:pt x="1690" y="194782"/>
                </a:lnTo>
                <a:lnTo>
                  <a:pt x="15216" y="248209"/>
                </a:lnTo>
                <a:lnTo>
                  <a:pt x="42054" y="291568"/>
                </a:lnTo>
                <a:lnTo>
                  <a:pt x="80968" y="320333"/>
                </a:lnTo>
                <a:lnTo>
                  <a:pt x="104901" y="328929"/>
                </a:lnTo>
                <a:lnTo>
                  <a:pt x="108966" y="315594"/>
                </a:lnTo>
                <a:lnTo>
                  <a:pt x="90249" y="307288"/>
                </a:lnTo>
                <a:lnTo>
                  <a:pt x="74104" y="295719"/>
                </a:lnTo>
                <a:lnTo>
                  <a:pt x="49529" y="262889"/>
                </a:lnTo>
                <a:lnTo>
                  <a:pt x="34845" y="218138"/>
                </a:lnTo>
                <a:lnTo>
                  <a:pt x="30046" y="164591"/>
                </a:lnTo>
                <a:lnTo>
                  <a:pt x="29972" y="162813"/>
                </a:lnTo>
                <a:lnTo>
                  <a:pt x="34845" y="109156"/>
                </a:lnTo>
                <a:lnTo>
                  <a:pt x="49529" y="65404"/>
                </a:lnTo>
                <a:lnTo>
                  <a:pt x="74279" y="33035"/>
                </a:lnTo>
                <a:lnTo>
                  <a:pt x="109600" y="13334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301990" y="1465834"/>
            <a:ext cx="25038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then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7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994784" y="3461384"/>
            <a:ext cx="1108710" cy="273685"/>
            <a:chOff x="3994784" y="3461384"/>
            <a:chExt cx="1108710" cy="273685"/>
          </a:xfrm>
        </p:grpSpPr>
        <p:sp>
          <p:nvSpPr>
            <p:cNvPr id="6" name="object 6" descr=""/>
            <p:cNvSpPr/>
            <p:nvPr/>
          </p:nvSpPr>
          <p:spPr>
            <a:xfrm>
              <a:off x="4862321" y="3470909"/>
              <a:ext cx="231775" cy="254635"/>
            </a:xfrm>
            <a:custGeom>
              <a:avLst/>
              <a:gdLst/>
              <a:ahLst/>
              <a:cxnLst/>
              <a:rect l="l" t="t" r="r" b="b"/>
              <a:pathLst>
                <a:path w="231775" h="254635">
                  <a:moveTo>
                    <a:pt x="0" y="127253"/>
                  </a:moveTo>
                  <a:lnTo>
                    <a:pt x="9096" y="77741"/>
                  </a:lnTo>
                  <a:lnTo>
                    <a:pt x="33909" y="37290"/>
                  </a:lnTo>
                  <a:lnTo>
                    <a:pt x="70723" y="10007"/>
                  </a:lnTo>
                  <a:lnTo>
                    <a:pt x="115824" y="0"/>
                  </a:lnTo>
                  <a:lnTo>
                    <a:pt x="160924" y="10007"/>
                  </a:lnTo>
                  <a:lnTo>
                    <a:pt x="197738" y="37290"/>
                  </a:lnTo>
                  <a:lnTo>
                    <a:pt x="222551" y="77741"/>
                  </a:lnTo>
                  <a:lnTo>
                    <a:pt x="231648" y="127253"/>
                  </a:lnTo>
                  <a:lnTo>
                    <a:pt x="222551" y="176766"/>
                  </a:lnTo>
                  <a:lnTo>
                    <a:pt x="197738" y="217217"/>
                  </a:lnTo>
                  <a:lnTo>
                    <a:pt x="160924" y="244500"/>
                  </a:lnTo>
                  <a:lnTo>
                    <a:pt x="115824" y="254507"/>
                  </a:lnTo>
                  <a:lnTo>
                    <a:pt x="70723" y="244500"/>
                  </a:lnTo>
                  <a:lnTo>
                    <a:pt x="33909" y="217217"/>
                  </a:lnTo>
                  <a:lnTo>
                    <a:pt x="9096" y="176766"/>
                  </a:lnTo>
                  <a:lnTo>
                    <a:pt x="0" y="127253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2232" y="3526916"/>
              <a:ext cx="131825" cy="145542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4004309" y="3470909"/>
              <a:ext cx="231775" cy="254635"/>
            </a:xfrm>
            <a:custGeom>
              <a:avLst/>
              <a:gdLst/>
              <a:ahLst/>
              <a:cxnLst/>
              <a:rect l="l" t="t" r="r" b="b"/>
              <a:pathLst>
                <a:path w="231775" h="254635">
                  <a:moveTo>
                    <a:pt x="0" y="127253"/>
                  </a:moveTo>
                  <a:lnTo>
                    <a:pt x="9096" y="77741"/>
                  </a:lnTo>
                  <a:lnTo>
                    <a:pt x="33909" y="37290"/>
                  </a:lnTo>
                  <a:lnTo>
                    <a:pt x="70723" y="10007"/>
                  </a:lnTo>
                  <a:lnTo>
                    <a:pt x="115824" y="0"/>
                  </a:lnTo>
                  <a:lnTo>
                    <a:pt x="160924" y="10007"/>
                  </a:lnTo>
                  <a:lnTo>
                    <a:pt x="197738" y="37290"/>
                  </a:lnTo>
                  <a:lnTo>
                    <a:pt x="222551" y="77741"/>
                  </a:lnTo>
                  <a:lnTo>
                    <a:pt x="231648" y="127253"/>
                  </a:lnTo>
                  <a:lnTo>
                    <a:pt x="222551" y="176766"/>
                  </a:lnTo>
                  <a:lnTo>
                    <a:pt x="197738" y="217217"/>
                  </a:lnTo>
                  <a:lnTo>
                    <a:pt x="160924" y="244500"/>
                  </a:lnTo>
                  <a:lnTo>
                    <a:pt x="115824" y="254507"/>
                  </a:lnTo>
                  <a:lnTo>
                    <a:pt x="70723" y="244500"/>
                  </a:lnTo>
                  <a:lnTo>
                    <a:pt x="33909" y="217217"/>
                  </a:lnTo>
                  <a:lnTo>
                    <a:pt x="9096" y="176766"/>
                  </a:lnTo>
                  <a:lnTo>
                    <a:pt x="0" y="127253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235195" y="3560063"/>
              <a:ext cx="626745" cy="76200"/>
            </a:xfrm>
            <a:custGeom>
              <a:avLst/>
              <a:gdLst/>
              <a:ahLst/>
              <a:cxnLst/>
              <a:rect l="l" t="t" r="r" b="b"/>
              <a:pathLst>
                <a:path w="626745" h="76200">
                  <a:moveTo>
                    <a:pt x="550290" y="0"/>
                  </a:moveTo>
                  <a:lnTo>
                    <a:pt x="550290" y="76200"/>
                  </a:lnTo>
                  <a:lnTo>
                    <a:pt x="613790" y="44450"/>
                  </a:lnTo>
                  <a:lnTo>
                    <a:pt x="562990" y="44450"/>
                  </a:lnTo>
                  <a:lnTo>
                    <a:pt x="562990" y="31750"/>
                  </a:lnTo>
                  <a:lnTo>
                    <a:pt x="613790" y="31750"/>
                  </a:lnTo>
                  <a:lnTo>
                    <a:pt x="550290" y="0"/>
                  </a:lnTo>
                  <a:close/>
                </a:path>
                <a:path w="626745" h="76200">
                  <a:moveTo>
                    <a:pt x="55029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550290" y="44450"/>
                  </a:lnTo>
                  <a:lnTo>
                    <a:pt x="550290" y="31750"/>
                  </a:lnTo>
                  <a:close/>
                </a:path>
                <a:path w="626745" h="76200">
                  <a:moveTo>
                    <a:pt x="613790" y="31750"/>
                  </a:moveTo>
                  <a:lnTo>
                    <a:pt x="562990" y="31750"/>
                  </a:lnTo>
                  <a:lnTo>
                    <a:pt x="562990" y="44450"/>
                  </a:lnTo>
                  <a:lnTo>
                    <a:pt x="613790" y="44450"/>
                  </a:lnTo>
                  <a:lnTo>
                    <a:pt x="626490" y="38100"/>
                  </a:lnTo>
                  <a:lnTo>
                    <a:pt x="61379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3561969" y="2891993"/>
            <a:ext cx="2044064" cy="602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50"/>
              </a:lnSpc>
              <a:spcBef>
                <a:spcPts val="100"/>
              </a:spcBef>
            </a:pPr>
            <a:r>
              <a:rPr dirty="0" sz="2400" spc="-20">
                <a:latin typeface="Franklin Gothic Medium"/>
                <a:cs typeface="Franklin Gothic Medium"/>
              </a:rPr>
              <a:t>Equivalent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400" spc="10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is:</a:t>
            </a:r>
            <a:endParaRPr sz="2400">
              <a:latin typeface="Franklin Gothic Medium"/>
              <a:cs typeface="Franklin Gothic Medium"/>
            </a:endParaRPr>
          </a:p>
          <a:p>
            <a:pPr algn="ctr" marR="156845">
              <a:lnSpc>
                <a:spcPts val="1789"/>
              </a:lnSpc>
            </a:pPr>
            <a:r>
              <a:rPr dirty="0" sz="1600" spc="-50">
                <a:latin typeface="Cambria Math"/>
                <a:cs typeface="Cambria Math"/>
              </a:rPr>
              <a:t>𝑎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3641597" y="3556000"/>
            <a:ext cx="363220" cy="85725"/>
          </a:xfrm>
          <a:custGeom>
            <a:avLst/>
            <a:gdLst/>
            <a:ahLst/>
            <a:cxnLst/>
            <a:rect l="l" t="t" r="r" b="b"/>
            <a:pathLst>
              <a:path w="363220" h="85725">
                <a:moveTo>
                  <a:pt x="277240" y="0"/>
                </a:moveTo>
                <a:lnTo>
                  <a:pt x="277240" y="85725"/>
                </a:lnTo>
                <a:lnTo>
                  <a:pt x="334475" y="57150"/>
                </a:lnTo>
                <a:lnTo>
                  <a:pt x="291464" y="57150"/>
                </a:lnTo>
                <a:lnTo>
                  <a:pt x="291464" y="28575"/>
                </a:lnTo>
                <a:lnTo>
                  <a:pt x="334306" y="28575"/>
                </a:lnTo>
                <a:lnTo>
                  <a:pt x="277240" y="0"/>
                </a:lnTo>
                <a:close/>
              </a:path>
              <a:path w="363220" h="85725">
                <a:moveTo>
                  <a:pt x="277240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277240" y="57150"/>
                </a:lnTo>
                <a:lnTo>
                  <a:pt x="277240" y="28575"/>
                </a:lnTo>
                <a:close/>
              </a:path>
              <a:path w="363220" h="85725">
                <a:moveTo>
                  <a:pt x="334306" y="28575"/>
                </a:moveTo>
                <a:lnTo>
                  <a:pt x="291464" y="28575"/>
                </a:lnTo>
                <a:lnTo>
                  <a:pt x="291464" y="57150"/>
                </a:lnTo>
                <a:lnTo>
                  <a:pt x="334475" y="57150"/>
                </a:lnTo>
                <a:lnTo>
                  <a:pt x="362965" y="42925"/>
                </a:lnTo>
                <a:lnTo>
                  <a:pt x="334306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3641597" y="3959733"/>
            <a:ext cx="603885" cy="763270"/>
            <a:chOff x="3641597" y="3959733"/>
            <a:chExt cx="603885" cy="763270"/>
          </a:xfrm>
        </p:grpSpPr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2884" y="4026789"/>
              <a:ext cx="145541" cy="162306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3975353" y="3969258"/>
              <a:ext cx="260985" cy="287020"/>
            </a:xfrm>
            <a:custGeom>
              <a:avLst/>
              <a:gdLst/>
              <a:ahLst/>
              <a:cxnLst/>
              <a:rect l="l" t="t" r="r" b="b"/>
              <a:pathLst>
                <a:path w="260985" h="287020">
                  <a:moveTo>
                    <a:pt x="0" y="143256"/>
                  </a:moveTo>
                  <a:lnTo>
                    <a:pt x="6638" y="97974"/>
                  </a:lnTo>
                  <a:lnTo>
                    <a:pt x="25127" y="58649"/>
                  </a:lnTo>
                  <a:lnTo>
                    <a:pt x="53327" y="27639"/>
                  </a:lnTo>
                  <a:lnTo>
                    <a:pt x="89099" y="7303"/>
                  </a:lnTo>
                  <a:lnTo>
                    <a:pt x="130301" y="0"/>
                  </a:lnTo>
                  <a:lnTo>
                    <a:pt x="171504" y="7303"/>
                  </a:lnTo>
                  <a:lnTo>
                    <a:pt x="207276" y="27639"/>
                  </a:lnTo>
                  <a:lnTo>
                    <a:pt x="235476" y="58649"/>
                  </a:lnTo>
                  <a:lnTo>
                    <a:pt x="253965" y="97974"/>
                  </a:lnTo>
                  <a:lnTo>
                    <a:pt x="260604" y="143256"/>
                  </a:lnTo>
                  <a:lnTo>
                    <a:pt x="253965" y="188537"/>
                  </a:lnTo>
                  <a:lnTo>
                    <a:pt x="235476" y="227862"/>
                  </a:lnTo>
                  <a:lnTo>
                    <a:pt x="207276" y="258872"/>
                  </a:lnTo>
                  <a:lnTo>
                    <a:pt x="171504" y="279208"/>
                  </a:lnTo>
                  <a:lnTo>
                    <a:pt x="130301" y="286512"/>
                  </a:lnTo>
                  <a:lnTo>
                    <a:pt x="89099" y="279208"/>
                  </a:lnTo>
                  <a:lnTo>
                    <a:pt x="53327" y="258872"/>
                  </a:lnTo>
                  <a:lnTo>
                    <a:pt x="25127" y="227862"/>
                  </a:lnTo>
                  <a:lnTo>
                    <a:pt x="6638" y="188537"/>
                  </a:lnTo>
                  <a:lnTo>
                    <a:pt x="0" y="143256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641597" y="4069588"/>
              <a:ext cx="334010" cy="85725"/>
            </a:xfrm>
            <a:custGeom>
              <a:avLst/>
              <a:gdLst/>
              <a:ahLst/>
              <a:cxnLst/>
              <a:rect l="l" t="t" r="r" b="b"/>
              <a:pathLst>
                <a:path w="334010" h="85725">
                  <a:moveTo>
                    <a:pt x="248285" y="0"/>
                  </a:moveTo>
                  <a:lnTo>
                    <a:pt x="248285" y="85725"/>
                  </a:lnTo>
                  <a:lnTo>
                    <a:pt x="305265" y="57276"/>
                  </a:lnTo>
                  <a:lnTo>
                    <a:pt x="262509" y="57276"/>
                  </a:lnTo>
                  <a:lnTo>
                    <a:pt x="262509" y="28701"/>
                  </a:lnTo>
                  <a:lnTo>
                    <a:pt x="305604" y="28701"/>
                  </a:lnTo>
                  <a:lnTo>
                    <a:pt x="248285" y="0"/>
                  </a:lnTo>
                  <a:close/>
                </a:path>
                <a:path w="334010" h="85725">
                  <a:moveTo>
                    <a:pt x="248285" y="28701"/>
                  </a:moveTo>
                  <a:lnTo>
                    <a:pt x="0" y="28701"/>
                  </a:lnTo>
                  <a:lnTo>
                    <a:pt x="0" y="57276"/>
                  </a:lnTo>
                  <a:lnTo>
                    <a:pt x="248285" y="57276"/>
                  </a:lnTo>
                  <a:lnTo>
                    <a:pt x="248285" y="28701"/>
                  </a:lnTo>
                  <a:close/>
                </a:path>
                <a:path w="334010" h="85725">
                  <a:moveTo>
                    <a:pt x="305604" y="28701"/>
                  </a:moveTo>
                  <a:lnTo>
                    <a:pt x="262509" y="28701"/>
                  </a:lnTo>
                  <a:lnTo>
                    <a:pt x="262509" y="57276"/>
                  </a:lnTo>
                  <a:lnTo>
                    <a:pt x="305265" y="57276"/>
                  </a:lnTo>
                  <a:lnTo>
                    <a:pt x="334010" y="42925"/>
                  </a:lnTo>
                  <a:lnTo>
                    <a:pt x="305604" y="287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996689" y="4449318"/>
              <a:ext cx="239395" cy="264160"/>
            </a:xfrm>
            <a:custGeom>
              <a:avLst/>
              <a:gdLst/>
              <a:ahLst/>
              <a:cxnLst/>
              <a:rect l="l" t="t" r="r" b="b"/>
              <a:pathLst>
                <a:path w="239395" h="264160">
                  <a:moveTo>
                    <a:pt x="0" y="131825"/>
                  </a:moveTo>
                  <a:lnTo>
                    <a:pt x="9405" y="80527"/>
                  </a:lnTo>
                  <a:lnTo>
                    <a:pt x="35052" y="38623"/>
                  </a:lnTo>
                  <a:lnTo>
                    <a:pt x="73080" y="10364"/>
                  </a:lnTo>
                  <a:lnTo>
                    <a:pt x="119634" y="0"/>
                  </a:lnTo>
                  <a:lnTo>
                    <a:pt x="166187" y="10364"/>
                  </a:lnTo>
                  <a:lnTo>
                    <a:pt x="204215" y="38623"/>
                  </a:lnTo>
                  <a:lnTo>
                    <a:pt x="229862" y="80527"/>
                  </a:lnTo>
                  <a:lnTo>
                    <a:pt x="239268" y="131825"/>
                  </a:lnTo>
                  <a:lnTo>
                    <a:pt x="229862" y="183124"/>
                  </a:lnTo>
                  <a:lnTo>
                    <a:pt x="204215" y="225028"/>
                  </a:lnTo>
                  <a:lnTo>
                    <a:pt x="166187" y="253287"/>
                  </a:lnTo>
                  <a:lnTo>
                    <a:pt x="119634" y="263651"/>
                  </a:lnTo>
                  <a:lnTo>
                    <a:pt x="73080" y="253287"/>
                  </a:lnTo>
                  <a:lnTo>
                    <a:pt x="35052" y="225028"/>
                  </a:lnTo>
                  <a:lnTo>
                    <a:pt x="9405" y="183124"/>
                  </a:lnTo>
                  <a:lnTo>
                    <a:pt x="0" y="131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641597" y="4551172"/>
              <a:ext cx="354330" cy="85725"/>
            </a:xfrm>
            <a:custGeom>
              <a:avLst/>
              <a:gdLst/>
              <a:ahLst/>
              <a:cxnLst/>
              <a:rect l="l" t="t" r="r" b="b"/>
              <a:pathLst>
                <a:path w="354329" h="85725">
                  <a:moveTo>
                    <a:pt x="268604" y="0"/>
                  </a:moveTo>
                  <a:lnTo>
                    <a:pt x="268604" y="85725"/>
                  </a:lnTo>
                  <a:lnTo>
                    <a:pt x="325839" y="57150"/>
                  </a:lnTo>
                  <a:lnTo>
                    <a:pt x="282828" y="57150"/>
                  </a:lnTo>
                  <a:lnTo>
                    <a:pt x="282828" y="28575"/>
                  </a:lnTo>
                  <a:lnTo>
                    <a:pt x="325670" y="28575"/>
                  </a:lnTo>
                  <a:lnTo>
                    <a:pt x="268604" y="0"/>
                  </a:lnTo>
                  <a:close/>
                </a:path>
                <a:path w="354329" h="85725">
                  <a:moveTo>
                    <a:pt x="268604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68604" y="57150"/>
                  </a:lnTo>
                  <a:lnTo>
                    <a:pt x="268604" y="28575"/>
                  </a:lnTo>
                  <a:close/>
                </a:path>
                <a:path w="354329" h="85725">
                  <a:moveTo>
                    <a:pt x="325670" y="28575"/>
                  </a:moveTo>
                  <a:lnTo>
                    <a:pt x="282828" y="28575"/>
                  </a:lnTo>
                  <a:lnTo>
                    <a:pt x="282828" y="57150"/>
                  </a:lnTo>
                  <a:lnTo>
                    <a:pt x="325839" y="57150"/>
                  </a:lnTo>
                  <a:lnTo>
                    <a:pt x="354329" y="42925"/>
                  </a:lnTo>
                  <a:lnTo>
                    <a:pt x="325670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928359" y="2575560"/>
            <a:ext cx="1367155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8484107" y="2703322"/>
            <a:ext cx="1030605" cy="282575"/>
          </a:xfrm>
          <a:custGeom>
            <a:avLst/>
            <a:gdLst/>
            <a:ahLst/>
            <a:cxnLst/>
            <a:rect l="l" t="t" r="r" b="b"/>
            <a:pathLst>
              <a:path w="1030604" h="282575">
                <a:moveTo>
                  <a:pt x="940053" y="0"/>
                </a:moveTo>
                <a:lnTo>
                  <a:pt x="935990" y="11556"/>
                </a:lnTo>
                <a:lnTo>
                  <a:pt x="952353" y="18631"/>
                </a:lnTo>
                <a:lnTo>
                  <a:pt x="966406" y="28432"/>
                </a:lnTo>
                <a:lnTo>
                  <a:pt x="994939" y="73925"/>
                </a:lnTo>
                <a:lnTo>
                  <a:pt x="1003232" y="115466"/>
                </a:lnTo>
                <a:lnTo>
                  <a:pt x="1004316" y="139826"/>
                </a:lnTo>
                <a:lnTo>
                  <a:pt x="1003268" y="164707"/>
                </a:lnTo>
                <a:lnTo>
                  <a:pt x="994886" y="207656"/>
                </a:lnTo>
                <a:lnTo>
                  <a:pt x="966390" y="253857"/>
                </a:lnTo>
                <a:lnTo>
                  <a:pt x="936371" y="270890"/>
                </a:lnTo>
                <a:lnTo>
                  <a:pt x="940053" y="282448"/>
                </a:lnTo>
                <a:lnTo>
                  <a:pt x="978503" y="264318"/>
                </a:lnTo>
                <a:lnTo>
                  <a:pt x="1006856" y="233044"/>
                </a:lnTo>
                <a:lnTo>
                  <a:pt x="1024286" y="191150"/>
                </a:lnTo>
                <a:lnTo>
                  <a:pt x="1030097" y="141350"/>
                </a:lnTo>
                <a:lnTo>
                  <a:pt x="1028639" y="115732"/>
                </a:lnTo>
                <a:lnTo>
                  <a:pt x="1016916" y="69556"/>
                </a:lnTo>
                <a:lnTo>
                  <a:pt x="993846" y="32164"/>
                </a:lnTo>
                <a:lnTo>
                  <a:pt x="960508" y="7435"/>
                </a:lnTo>
                <a:lnTo>
                  <a:pt x="940053" y="0"/>
                </a:lnTo>
                <a:close/>
              </a:path>
              <a:path w="1030604" h="282575">
                <a:moveTo>
                  <a:pt x="90043" y="0"/>
                </a:moveTo>
                <a:lnTo>
                  <a:pt x="51657" y="18145"/>
                </a:lnTo>
                <a:lnTo>
                  <a:pt x="23368" y="49529"/>
                </a:lnTo>
                <a:lnTo>
                  <a:pt x="5826" y="91535"/>
                </a:lnTo>
                <a:lnTo>
                  <a:pt x="85" y="139826"/>
                </a:lnTo>
                <a:lnTo>
                  <a:pt x="0" y="141350"/>
                </a:lnTo>
                <a:lnTo>
                  <a:pt x="1452" y="167233"/>
                </a:lnTo>
                <a:lnTo>
                  <a:pt x="13073" y="213092"/>
                </a:lnTo>
                <a:lnTo>
                  <a:pt x="36125" y="250336"/>
                </a:lnTo>
                <a:lnTo>
                  <a:pt x="69514" y="275014"/>
                </a:lnTo>
                <a:lnTo>
                  <a:pt x="90043" y="282448"/>
                </a:lnTo>
                <a:lnTo>
                  <a:pt x="93599" y="270890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1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7" y="11556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8546845" y="2613482"/>
            <a:ext cx="3472179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3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ab</a:t>
            </a:r>
            <a:r>
              <a:rPr dirty="0" sz="2400" spc="315">
                <a:latin typeface="Franklin Gothic Medium"/>
                <a:cs typeface="Franklin Gothic Medium"/>
              </a:rPr>
              <a:t> </a:t>
            </a:r>
            <a:r>
              <a:rPr dirty="0" baseline="28571" sz="262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8571" sz="2625" spc="39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equivalent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NFA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386066" y="3209925"/>
            <a:ext cx="1570355" cy="292100"/>
            <a:chOff x="7386066" y="3209925"/>
            <a:chExt cx="1570355" cy="292100"/>
          </a:xfrm>
        </p:grpSpPr>
        <p:sp>
          <p:nvSpPr>
            <p:cNvPr id="22" name="object 22" descr=""/>
            <p:cNvSpPr/>
            <p:nvPr/>
          </p:nvSpPr>
          <p:spPr>
            <a:xfrm>
              <a:off x="8698230" y="3219450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5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2" y="136398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5" y="272796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52713" y="3278505"/>
              <a:ext cx="139445" cy="156210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7776210" y="3219450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6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2" y="136398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6" y="272796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386066" y="3313683"/>
              <a:ext cx="1311275" cy="85725"/>
            </a:xfrm>
            <a:custGeom>
              <a:avLst/>
              <a:gdLst/>
              <a:ahLst/>
              <a:cxnLst/>
              <a:rect l="l" t="t" r="r" b="b"/>
              <a:pathLst>
                <a:path w="1311275" h="85725">
                  <a:moveTo>
                    <a:pt x="390271" y="42926"/>
                  </a:moveTo>
                  <a:lnTo>
                    <a:pt x="361607" y="28575"/>
                  </a:lnTo>
                  <a:lnTo>
                    <a:pt x="304546" y="0"/>
                  </a:lnTo>
                  <a:lnTo>
                    <a:pt x="304546" y="28575"/>
                  </a:lnTo>
                  <a:lnTo>
                    <a:pt x="0" y="28575"/>
                  </a:lnTo>
                  <a:lnTo>
                    <a:pt x="0" y="57150"/>
                  </a:lnTo>
                  <a:lnTo>
                    <a:pt x="304546" y="57150"/>
                  </a:lnTo>
                  <a:lnTo>
                    <a:pt x="304546" y="85725"/>
                  </a:lnTo>
                  <a:lnTo>
                    <a:pt x="361772" y="57150"/>
                  </a:lnTo>
                  <a:lnTo>
                    <a:pt x="390271" y="42926"/>
                  </a:lnTo>
                  <a:close/>
                </a:path>
                <a:path w="1311275" h="85725">
                  <a:moveTo>
                    <a:pt x="1311275" y="42164"/>
                  </a:moveTo>
                  <a:lnTo>
                    <a:pt x="1298575" y="35814"/>
                  </a:lnTo>
                  <a:lnTo>
                    <a:pt x="1235075" y="4064"/>
                  </a:lnTo>
                  <a:lnTo>
                    <a:pt x="1235075" y="35814"/>
                  </a:lnTo>
                  <a:lnTo>
                    <a:pt x="637794" y="35814"/>
                  </a:lnTo>
                  <a:lnTo>
                    <a:pt x="637794" y="48514"/>
                  </a:lnTo>
                  <a:lnTo>
                    <a:pt x="1235075" y="48514"/>
                  </a:lnTo>
                  <a:lnTo>
                    <a:pt x="1235075" y="80264"/>
                  </a:lnTo>
                  <a:lnTo>
                    <a:pt x="1298575" y="48514"/>
                  </a:lnTo>
                  <a:lnTo>
                    <a:pt x="1311275" y="421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7305547" y="2568942"/>
            <a:ext cx="1066800" cy="74422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Convert</a:t>
            </a:r>
            <a:endParaRPr sz="2400">
              <a:latin typeface="Franklin Gothic Medium"/>
              <a:cs typeface="Franklin Gothic Medium"/>
            </a:endParaRPr>
          </a:p>
          <a:p>
            <a:pPr algn="r" marR="5080">
              <a:lnSpc>
                <a:spcPct val="100000"/>
              </a:lnSpc>
              <a:spcBef>
                <a:spcPts val="27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7753350" y="4861940"/>
            <a:ext cx="2024380" cy="638810"/>
            <a:chOff x="7753350" y="4861940"/>
            <a:chExt cx="2024380" cy="638810"/>
          </a:xfrm>
        </p:grpSpPr>
        <p:sp>
          <p:nvSpPr>
            <p:cNvPr id="28" name="object 28" descr=""/>
            <p:cNvSpPr/>
            <p:nvPr/>
          </p:nvSpPr>
          <p:spPr>
            <a:xfrm>
              <a:off x="9519666" y="4871465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5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1" y="136397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5" y="272795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74148" y="4930520"/>
              <a:ext cx="139446" cy="156210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8775953" y="4871465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5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2" y="136397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5" y="272795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9023603" y="4968239"/>
              <a:ext cx="496570" cy="76200"/>
            </a:xfrm>
            <a:custGeom>
              <a:avLst/>
              <a:gdLst/>
              <a:ahLst/>
              <a:cxnLst/>
              <a:rect l="l" t="t" r="r" b="b"/>
              <a:pathLst>
                <a:path w="496570" h="76200">
                  <a:moveTo>
                    <a:pt x="419862" y="0"/>
                  </a:moveTo>
                  <a:lnTo>
                    <a:pt x="419862" y="76200"/>
                  </a:lnTo>
                  <a:lnTo>
                    <a:pt x="483362" y="44450"/>
                  </a:lnTo>
                  <a:lnTo>
                    <a:pt x="432562" y="44450"/>
                  </a:lnTo>
                  <a:lnTo>
                    <a:pt x="432562" y="31750"/>
                  </a:lnTo>
                  <a:lnTo>
                    <a:pt x="483362" y="31750"/>
                  </a:lnTo>
                  <a:lnTo>
                    <a:pt x="419862" y="0"/>
                  </a:lnTo>
                  <a:close/>
                </a:path>
                <a:path w="496570" h="76200">
                  <a:moveTo>
                    <a:pt x="419862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419862" y="44450"/>
                  </a:lnTo>
                  <a:lnTo>
                    <a:pt x="419862" y="31750"/>
                  </a:lnTo>
                  <a:close/>
                </a:path>
                <a:path w="496570" h="76200">
                  <a:moveTo>
                    <a:pt x="483362" y="31750"/>
                  </a:moveTo>
                  <a:lnTo>
                    <a:pt x="432562" y="31750"/>
                  </a:lnTo>
                  <a:lnTo>
                    <a:pt x="432562" y="44450"/>
                  </a:lnTo>
                  <a:lnTo>
                    <a:pt x="483362" y="44450"/>
                  </a:lnTo>
                  <a:lnTo>
                    <a:pt x="496062" y="38100"/>
                  </a:lnTo>
                  <a:lnTo>
                    <a:pt x="483362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7753350" y="5232399"/>
              <a:ext cx="390525" cy="85725"/>
            </a:xfrm>
            <a:custGeom>
              <a:avLst/>
              <a:gdLst/>
              <a:ahLst/>
              <a:cxnLst/>
              <a:rect l="l" t="t" r="r" b="b"/>
              <a:pathLst>
                <a:path w="390525" h="85725">
                  <a:moveTo>
                    <a:pt x="304546" y="0"/>
                  </a:moveTo>
                  <a:lnTo>
                    <a:pt x="304546" y="85725"/>
                  </a:lnTo>
                  <a:lnTo>
                    <a:pt x="361780" y="57150"/>
                  </a:lnTo>
                  <a:lnTo>
                    <a:pt x="318770" y="57150"/>
                  </a:lnTo>
                  <a:lnTo>
                    <a:pt x="318770" y="28575"/>
                  </a:lnTo>
                  <a:lnTo>
                    <a:pt x="361611" y="28575"/>
                  </a:lnTo>
                  <a:lnTo>
                    <a:pt x="304546" y="0"/>
                  </a:lnTo>
                  <a:close/>
                </a:path>
                <a:path w="390525" h="85725">
                  <a:moveTo>
                    <a:pt x="304546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304546" y="57150"/>
                  </a:lnTo>
                  <a:lnTo>
                    <a:pt x="304546" y="28575"/>
                  </a:lnTo>
                  <a:close/>
                </a:path>
                <a:path w="390525" h="85725">
                  <a:moveTo>
                    <a:pt x="361611" y="28575"/>
                  </a:moveTo>
                  <a:lnTo>
                    <a:pt x="318770" y="28575"/>
                  </a:lnTo>
                  <a:lnTo>
                    <a:pt x="318770" y="57150"/>
                  </a:lnTo>
                  <a:lnTo>
                    <a:pt x="361780" y="57150"/>
                  </a:lnTo>
                  <a:lnTo>
                    <a:pt x="390271" y="42925"/>
                  </a:lnTo>
                  <a:lnTo>
                    <a:pt x="361611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172450" y="5150357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5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1" y="136398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5" y="272796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379333" y="5033644"/>
              <a:ext cx="407670" cy="466725"/>
            </a:xfrm>
            <a:custGeom>
              <a:avLst/>
              <a:gdLst/>
              <a:ahLst/>
              <a:cxnLst/>
              <a:rect l="l" t="t" r="r" b="b"/>
              <a:pathLst>
                <a:path w="407670" h="466725">
                  <a:moveTo>
                    <a:pt x="395224" y="10033"/>
                  </a:moveTo>
                  <a:lnTo>
                    <a:pt x="299847" y="0"/>
                  </a:lnTo>
                  <a:lnTo>
                    <a:pt x="309854" y="26720"/>
                  </a:lnTo>
                  <a:lnTo>
                    <a:pt x="0" y="142748"/>
                  </a:lnTo>
                  <a:lnTo>
                    <a:pt x="9906" y="169545"/>
                  </a:lnTo>
                  <a:lnTo>
                    <a:pt x="319900" y="53517"/>
                  </a:lnTo>
                  <a:lnTo>
                    <a:pt x="329946" y="80264"/>
                  </a:lnTo>
                  <a:lnTo>
                    <a:pt x="384352" y="21717"/>
                  </a:lnTo>
                  <a:lnTo>
                    <a:pt x="395224" y="10033"/>
                  </a:lnTo>
                  <a:close/>
                </a:path>
                <a:path w="407670" h="466725">
                  <a:moveTo>
                    <a:pt x="407416" y="444500"/>
                  </a:moveTo>
                  <a:lnTo>
                    <a:pt x="404507" y="442087"/>
                  </a:lnTo>
                  <a:lnTo>
                    <a:pt x="333756" y="383159"/>
                  </a:lnTo>
                  <a:lnTo>
                    <a:pt x="327177" y="410997"/>
                  </a:lnTo>
                  <a:lnTo>
                    <a:pt x="8255" y="335915"/>
                  </a:lnTo>
                  <a:lnTo>
                    <a:pt x="1651" y="363855"/>
                  </a:lnTo>
                  <a:lnTo>
                    <a:pt x="320611" y="438823"/>
                  </a:lnTo>
                  <a:lnTo>
                    <a:pt x="314071" y="466598"/>
                  </a:lnTo>
                  <a:lnTo>
                    <a:pt x="407416" y="4445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9157461" y="459740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8442706" y="4844288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6962902" y="2954146"/>
            <a:ext cx="202565" cy="1104265"/>
          </a:xfrm>
          <a:prstGeom prst="rect">
            <a:avLst/>
          </a:prstGeom>
        </p:spPr>
        <p:txBody>
          <a:bodyPr wrap="square" lIns="0" tIns="1860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1365"/>
              </a:spcBef>
            </a:pPr>
            <a:r>
              <a:rPr dirty="0" sz="2400" spc="-50"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6554851" y="5081727"/>
            <a:ext cx="87820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𝑎</a:t>
            </a:r>
            <a:r>
              <a:rPr dirty="0" sz="2400" spc="-2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5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35">
                <a:latin typeface="Cambria Math"/>
                <a:cs typeface="Cambria Math"/>
              </a:rPr>
              <a:t>𝑎𝑏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469188" y="2827782"/>
            <a:ext cx="2747010" cy="3980179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2400" spc="-75">
                <a:latin typeface="Franklin Gothic Medium"/>
                <a:cs typeface="Franklin Gothic Medium"/>
              </a:rPr>
              <a:t>Atomic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Elements:</a:t>
            </a:r>
            <a:endParaRPr sz="2400">
              <a:latin typeface="Franklin Gothic Medium"/>
              <a:cs typeface="Franklin Gothic Medium"/>
            </a:endParaRPr>
          </a:p>
          <a:p>
            <a:pPr marL="298450">
              <a:lnSpc>
                <a:spcPct val="100000"/>
              </a:lnSpc>
              <a:spcBef>
                <a:spcPts val="755"/>
              </a:spcBef>
              <a:tabLst>
                <a:tab pos="1226185" algn="l"/>
                <a:tab pos="1723389" algn="l"/>
              </a:tabLst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25">
                <a:latin typeface="Franklin Gothic Medium"/>
                <a:cs typeface="Franklin Gothic Medium"/>
              </a:rPr>
              <a:t>for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Cambria Math"/>
                <a:cs typeface="Cambria Math"/>
              </a:rPr>
              <a:t>𝑎</a:t>
            </a:r>
            <a:r>
              <a:rPr dirty="0" sz="2400" spc="18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Σ</a:t>
            </a:r>
            <a:endParaRPr sz="2400">
              <a:latin typeface="Cambria Math"/>
              <a:cs typeface="Cambria Math"/>
            </a:endParaRPr>
          </a:p>
          <a:p>
            <a:pPr marL="298450">
              <a:lnSpc>
                <a:spcPct val="100000"/>
              </a:lnSpc>
              <a:spcBef>
                <a:spcPts val="102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ε</a:t>
            </a:r>
            <a:endParaRPr sz="2400">
              <a:latin typeface="Cambria Math"/>
              <a:cs typeface="Cambria Math"/>
            </a:endParaRPr>
          </a:p>
          <a:p>
            <a:pPr marL="314960">
              <a:lnSpc>
                <a:spcPct val="100000"/>
              </a:lnSpc>
              <a:spcBef>
                <a:spcPts val="1045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04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160"/>
              </a:lnSpc>
              <a:spcBef>
                <a:spcPts val="1400"/>
              </a:spcBef>
            </a:pPr>
            <a:r>
              <a:rPr dirty="0" sz="2400" spc="-35">
                <a:latin typeface="Franklin Gothic Medium"/>
                <a:cs typeface="Franklin Gothic Medium"/>
              </a:rPr>
              <a:t>Composite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Elements:</a:t>
            </a:r>
            <a:endParaRPr sz="2400">
              <a:latin typeface="Franklin Gothic Medium"/>
              <a:cs typeface="Franklin Gothic Medium"/>
            </a:endParaRPr>
          </a:p>
          <a:p>
            <a:pPr algn="ctr" marL="1621790">
              <a:lnSpc>
                <a:spcPts val="12480"/>
              </a:lnSpc>
            </a:pPr>
            <a:r>
              <a:rPr dirty="0" sz="11000" spc="-50">
                <a:latin typeface="Courier New"/>
                <a:cs typeface="Courier New"/>
              </a:rPr>
              <a:t>}</a:t>
            </a:r>
            <a:endParaRPr sz="11000">
              <a:latin typeface="Courier New"/>
              <a:cs typeface="Courier New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7386066" y="3801236"/>
            <a:ext cx="1570355" cy="293370"/>
            <a:chOff x="7386066" y="3801236"/>
            <a:chExt cx="1570355" cy="293370"/>
          </a:xfrm>
        </p:grpSpPr>
        <p:sp>
          <p:nvSpPr>
            <p:cNvPr id="41" name="object 41" descr=""/>
            <p:cNvSpPr/>
            <p:nvPr/>
          </p:nvSpPr>
          <p:spPr>
            <a:xfrm>
              <a:off x="8698230" y="3810761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60"/>
                  </a:moveTo>
                  <a:lnTo>
                    <a:pt x="9763" y="83796"/>
                  </a:lnTo>
                  <a:lnTo>
                    <a:pt x="36385" y="40195"/>
                  </a:lnTo>
                  <a:lnTo>
                    <a:pt x="75866" y="10787"/>
                  </a:lnTo>
                  <a:lnTo>
                    <a:pt x="124205" y="0"/>
                  </a:lnTo>
                  <a:lnTo>
                    <a:pt x="172545" y="10787"/>
                  </a:lnTo>
                  <a:lnTo>
                    <a:pt x="212026" y="40195"/>
                  </a:lnTo>
                  <a:lnTo>
                    <a:pt x="238648" y="83796"/>
                  </a:lnTo>
                  <a:lnTo>
                    <a:pt x="248412" y="137160"/>
                  </a:lnTo>
                  <a:lnTo>
                    <a:pt x="238648" y="190523"/>
                  </a:lnTo>
                  <a:lnTo>
                    <a:pt x="212026" y="234124"/>
                  </a:lnTo>
                  <a:lnTo>
                    <a:pt x="172545" y="263532"/>
                  </a:lnTo>
                  <a:lnTo>
                    <a:pt x="124205" y="274319"/>
                  </a:lnTo>
                  <a:lnTo>
                    <a:pt x="75866" y="263532"/>
                  </a:lnTo>
                  <a:lnTo>
                    <a:pt x="36385" y="234124"/>
                  </a:lnTo>
                  <a:lnTo>
                    <a:pt x="9763" y="190523"/>
                  </a:lnTo>
                  <a:lnTo>
                    <a:pt x="0" y="13716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52713" y="3871340"/>
              <a:ext cx="139445" cy="156209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7776210" y="3810761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60"/>
                  </a:moveTo>
                  <a:lnTo>
                    <a:pt x="9763" y="83796"/>
                  </a:lnTo>
                  <a:lnTo>
                    <a:pt x="36385" y="40195"/>
                  </a:lnTo>
                  <a:lnTo>
                    <a:pt x="75866" y="10787"/>
                  </a:lnTo>
                  <a:lnTo>
                    <a:pt x="124206" y="0"/>
                  </a:lnTo>
                  <a:lnTo>
                    <a:pt x="172545" y="10787"/>
                  </a:lnTo>
                  <a:lnTo>
                    <a:pt x="212026" y="40195"/>
                  </a:lnTo>
                  <a:lnTo>
                    <a:pt x="238648" y="83796"/>
                  </a:lnTo>
                  <a:lnTo>
                    <a:pt x="248412" y="137160"/>
                  </a:lnTo>
                  <a:lnTo>
                    <a:pt x="238648" y="190523"/>
                  </a:lnTo>
                  <a:lnTo>
                    <a:pt x="212026" y="234124"/>
                  </a:lnTo>
                  <a:lnTo>
                    <a:pt x="172545" y="263532"/>
                  </a:lnTo>
                  <a:lnTo>
                    <a:pt x="124206" y="274319"/>
                  </a:lnTo>
                  <a:lnTo>
                    <a:pt x="75866" y="263532"/>
                  </a:lnTo>
                  <a:lnTo>
                    <a:pt x="36385" y="234124"/>
                  </a:lnTo>
                  <a:lnTo>
                    <a:pt x="9763" y="190523"/>
                  </a:lnTo>
                  <a:lnTo>
                    <a:pt x="0" y="13716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7386066" y="3904995"/>
              <a:ext cx="1311275" cy="85725"/>
            </a:xfrm>
            <a:custGeom>
              <a:avLst/>
              <a:gdLst/>
              <a:ahLst/>
              <a:cxnLst/>
              <a:rect l="l" t="t" r="r" b="b"/>
              <a:pathLst>
                <a:path w="1311275" h="85725">
                  <a:moveTo>
                    <a:pt x="390271" y="42926"/>
                  </a:moveTo>
                  <a:lnTo>
                    <a:pt x="361607" y="28575"/>
                  </a:lnTo>
                  <a:lnTo>
                    <a:pt x="304546" y="0"/>
                  </a:lnTo>
                  <a:lnTo>
                    <a:pt x="304546" y="28575"/>
                  </a:lnTo>
                  <a:lnTo>
                    <a:pt x="0" y="28575"/>
                  </a:lnTo>
                  <a:lnTo>
                    <a:pt x="0" y="57150"/>
                  </a:lnTo>
                  <a:lnTo>
                    <a:pt x="304546" y="57150"/>
                  </a:lnTo>
                  <a:lnTo>
                    <a:pt x="304546" y="85725"/>
                  </a:lnTo>
                  <a:lnTo>
                    <a:pt x="361772" y="57150"/>
                  </a:lnTo>
                  <a:lnTo>
                    <a:pt x="390271" y="42926"/>
                  </a:lnTo>
                  <a:close/>
                </a:path>
                <a:path w="1311275" h="85725">
                  <a:moveTo>
                    <a:pt x="1311275" y="42164"/>
                  </a:moveTo>
                  <a:lnTo>
                    <a:pt x="1298575" y="35814"/>
                  </a:lnTo>
                  <a:lnTo>
                    <a:pt x="1235075" y="4064"/>
                  </a:lnTo>
                  <a:lnTo>
                    <a:pt x="1235075" y="35814"/>
                  </a:lnTo>
                  <a:lnTo>
                    <a:pt x="637794" y="35814"/>
                  </a:lnTo>
                  <a:lnTo>
                    <a:pt x="637794" y="48514"/>
                  </a:lnTo>
                  <a:lnTo>
                    <a:pt x="1235075" y="48514"/>
                  </a:lnTo>
                  <a:lnTo>
                    <a:pt x="1235075" y="80264"/>
                  </a:lnTo>
                  <a:lnTo>
                    <a:pt x="1298575" y="48514"/>
                  </a:lnTo>
                  <a:lnTo>
                    <a:pt x="1311275" y="421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8252206" y="3636391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 marL="63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49" name="object 49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355092" y="0"/>
                  </a:moveTo>
                  <a:lnTo>
                    <a:pt x="355092" y="58674"/>
                  </a:lnTo>
                  <a:lnTo>
                    <a:pt x="0" y="58674"/>
                  </a:lnTo>
                  <a:lnTo>
                    <a:pt x="0" y="176022"/>
                  </a:lnTo>
                  <a:lnTo>
                    <a:pt x="355092" y="176022"/>
                  </a:lnTo>
                  <a:lnTo>
                    <a:pt x="355092" y="234696"/>
                  </a:lnTo>
                  <a:lnTo>
                    <a:pt x="472440" y="117348"/>
                  </a:lnTo>
                  <a:lnTo>
                    <a:pt x="3550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0" y="58674"/>
                  </a:moveTo>
                  <a:lnTo>
                    <a:pt x="355092" y="58674"/>
                  </a:lnTo>
                  <a:lnTo>
                    <a:pt x="355092" y="0"/>
                  </a:lnTo>
                  <a:lnTo>
                    <a:pt x="472440" y="117348"/>
                  </a:lnTo>
                  <a:lnTo>
                    <a:pt x="355092" y="234696"/>
                  </a:lnTo>
                  <a:lnTo>
                    <a:pt x="355092" y="176022"/>
                  </a:lnTo>
                  <a:lnTo>
                    <a:pt x="0" y="176022"/>
                  </a:lnTo>
                  <a:lnTo>
                    <a:pt x="0" y="5867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 descr=""/>
          <p:cNvGrpSpPr/>
          <p:nvPr/>
        </p:nvGrpSpPr>
        <p:grpSpPr>
          <a:xfrm>
            <a:off x="4230623" y="4201655"/>
            <a:ext cx="2525395" cy="1972310"/>
            <a:chOff x="4230623" y="4201655"/>
            <a:chExt cx="2525395" cy="1972310"/>
          </a:xfrm>
        </p:grpSpPr>
        <p:pic>
          <p:nvPicPr>
            <p:cNvPr id="52" name="object 5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30623" y="4201655"/>
              <a:ext cx="2525395" cy="1971929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25695" y="4396739"/>
              <a:ext cx="1955292" cy="1402080"/>
            </a:xfrm>
            <a:prstGeom prst="rect">
              <a:avLst/>
            </a:prstGeom>
          </p:spPr>
        </p:pic>
      </p:grpSp>
      <p:sp>
        <p:nvSpPr>
          <p:cNvPr id="54" name="object 54" descr=""/>
          <p:cNvSpPr txBox="1"/>
          <p:nvPr/>
        </p:nvSpPr>
        <p:spPr>
          <a:xfrm>
            <a:off x="5748528" y="4098035"/>
            <a:ext cx="646430" cy="30797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400" spc="-10">
                <a:latin typeface="Franklin Gothic Medium"/>
                <a:cs typeface="Franklin Gothic Medium"/>
              </a:rPr>
              <a:t>Union</a:t>
            </a:r>
            <a:endParaRPr sz="1400">
              <a:latin typeface="Franklin Gothic Medium"/>
              <a:cs typeface="Franklin Gothic Medium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7439406" y="4355972"/>
            <a:ext cx="3474085" cy="292100"/>
            <a:chOff x="7439406" y="4355972"/>
            <a:chExt cx="3474085" cy="292100"/>
          </a:xfrm>
        </p:grpSpPr>
        <p:sp>
          <p:nvSpPr>
            <p:cNvPr id="56" name="object 56" descr=""/>
            <p:cNvSpPr/>
            <p:nvPr/>
          </p:nvSpPr>
          <p:spPr>
            <a:xfrm>
              <a:off x="10655046" y="4365497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5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1" y="136397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5" y="272795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09529" y="4424552"/>
              <a:ext cx="139446" cy="156210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9733026" y="4365497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5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2" y="136397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5" y="272795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9017508" y="4462271"/>
              <a:ext cx="1637030" cy="85725"/>
            </a:xfrm>
            <a:custGeom>
              <a:avLst/>
              <a:gdLst/>
              <a:ahLst/>
              <a:cxnLst/>
              <a:rect l="l" t="t" r="r" b="b"/>
              <a:pathLst>
                <a:path w="1637029" h="85725">
                  <a:moveTo>
                    <a:pt x="732028" y="47244"/>
                  </a:moveTo>
                  <a:lnTo>
                    <a:pt x="719340" y="40906"/>
                  </a:lnTo>
                  <a:lnTo>
                    <a:pt x="655828" y="9144"/>
                  </a:lnTo>
                  <a:lnTo>
                    <a:pt x="655828" y="40906"/>
                  </a:lnTo>
                  <a:lnTo>
                    <a:pt x="0" y="41275"/>
                  </a:lnTo>
                  <a:lnTo>
                    <a:pt x="0" y="53975"/>
                  </a:lnTo>
                  <a:lnTo>
                    <a:pt x="655828" y="53606"/>
                  </a:lnTo>
                  <a:lnTo>
                    <a:pt x="655828" y="85344"/>
                  </a:lnTo>
                  <a:lnTo>
                    <a:pt x="719302" y="53606"/>
                  </a:lnTo>
                  <a:lnTo>
                    <a:pt x="732028" y="47244"/>
                  </a:lnTo>
                  <a:close/>
                </a:path>
                <a:path w="1637029" h="85725">
                  <a:moveTo>
                    <a:pt x="1636649" y="38100"/>
                  </a:moveTo>
                  <a:lnTo>
                    <a:pt x="1623949" y="31750"/>
                  </a:lnTo>
                  <a:lnTo>
                    <a:pt x="1560449" y="0"/>
                  </a:lnTo>
                  <a:lnTo>
                    <a:pt x="1560449" y="31750"/>
                  </a:lnTo>
                  <a:lnTo>
                    <a:pt x="963168" y="31750"/>
                  </a:lnTo>
                  <a:lnTo>
                    <a:pt x="963168" y="44450"/>
                  </a:lnTo>
                  <a:lnTo>
                    <a:pt x="1560449" y="44450"/>
                  </a:lnTo>
                  <a:lnTo>
                    <a:pt x="1560449" y="76200"/>
                  </a:lnTo>
                  <a:lnTo>
                    <a:pt x="1623949" y="44450"/>
                  </a:lnTo>
                  <a:lnTo>
                    <a:pt x="1636649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7829550" y="4365497"/>
              <a:ext cx="1172210" cy="273050"/>
            </a:xfrm>
            <a:custGeom>
              <a:avLst/>
              <a:gdLst/>
              <a:ahLst/>
              <a:cxnLst/>
              <a:rect l="l" t="t" r="r" b="b"/>
              <a:pathLst>
                <a:path w="1172209" h="273050">
                  <a:moveTo>
                    <a:pt x="923544" y="136397"/>
                  </a:moveTo>
                  <a:lnTo>
                    <a:pt x="933307" y="83313"/>
                  </a:lnTo>
                  <a:lnTo>
                    <a:pt x="959929" y="39957"/>
                  </a:lnTo>
                  <a:lnTo>
                    <a:pt x="999410" y="10721"/>
                  </a:lnTo>
                  <a:lnTo>
                    <a:pt x="1047750" y="0"/>
                  </a:lnTo>
                  <a:lnTo>
                    <a:pt x="1096089" y="10721"/>
                  </a:lnTo>
                  <a:lnTo>
                    <a:pt x="1135570" y="39957"/>
                  </a:lnTo>
                  <a:lnTo>
                    <a:pt x="1162192" y="83313"/>
                  </a:lnTo>
                  <a:lnTo>
                    <a:pt x="1171955" y="136397"/>
                  </a:lnTo>
                  <a:lnTo>
                    <a:pt x="1162192" y="189482"/>
                  </a:lnTo>
                  <a:lnTo>
                    <a:pt x="1135570" y="232838"/>
                  </a:lnTo>
                  <a:lnTo>
                    <a:pt x="1096089" y="262074"/>
                  </a:lnTo>
                  <a:lnTo>
                    <a:pt x="1047750" y="272795"/>
                  </a:lnTo>
                  <a:lnTo>
                    <a:pt x="999410" y="262074"/>
                  </a:lnTo>
                  <a:lnTo>
                    <a:pt x="959929" y="232838"/>
                  </a:lnTo>
                  <a:lnTo>
                    <a:pt x="933307" y="189482"/>
                  </a:lnTo>
                  <a:lnTo>
                    <a:pt x="923544" y="136397"/>
                  </a:lnTo>
                  <a:close/>
                </a:path>
                <a:path w="1172209" h="273050">
                  <a:moveTo>
                    <a:pt x="0" y="136397"/>
                  </a:moveTo>
                  <a:lnTo>
                    <a:pt x="9828" y="83313"/>
                  </a:lnTo>
                  <a:lnTo>
                    <a:pt x="36623" y="39957"/>
                  </a:lnTo>
                  <a:lnTo>
                    <a:pt x="76348" y="10721"/>
                  </a:lnTo>
                  <a:lnTo>
                    <a:pt x="124968" y="0"/>
                  </a:lnTo>
                  <a:lnTo>
                    <a:pt x="173587" y="10721"/>
                  </a:lnTo>
                  <a:lnTo>
                    <a:pt x="213312" y="39957"/>
                  </a:lnTo>
                  <a:lnTo>
                    <a:pt x="240107" y="83313"/>
                  </a:lnTo>
                  <a:lnTo>
                    <a:pt x="249935" y="136397"/>
                  </a:lnTo>
                  <a:lnTo>
                    <a:pt x="240107" y="189482"/>
                  </a:lnTo>
                  <a:lnTo>
                    <a:pt x="213312" y="232838"/>
                  </a:lnTo>
                  <a:lnTo>
                    <a:pt x="173587" y="262074"/>
                  </a:lnTo>
                  <a:lnTo>
                    <a:pt x="124968" y="272795"/>
                  </a:lnTo>
                  <a:lnTo>
                    <a:pt x="76348" y="262074"/>
                  </a:lnTo>
                  <a:lnTo>
                    <a:pt x="36623" y="232838"/>
                  </a:lnTo>
                  <a:lnTo>
                    <a:pt x="9828" y="18948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7439406" y="4459731"/>
              <a:ext cx="1313180" cy="85725"/>
            </a:xfrm>
            <a:custGeom>
              <a:avLst/>
              <a:gdLst/>
              <a:ahLst/>
              <a:cxnLst/>
              <a:rect l="l" t="t" r="r" b="b"/>
              <a:pathLst>
                <a:path w="1313179" h="85725">
                  <a:moveTo>
                    <a:pt x="390271" y="42926"/>
                  </a:moveTo>
                  <a:lnTo>
                    <a:pt x="361607" y="28575"/>
                  </a:lnTo>
                  <a:lnTo>
                    <a:pt x="304546" y="0"/>
                  </a:lnTo>
                  <a:lnTo>
                    <a:pt x="304546" y="28575"/>
                  </a:lnTo>
                  <a:lnTo>
                    <a:pt x="0" y="28575"/>
                  </a:lnTo>
                  <a:lnTo>
                    <a:pt x="0" y="57150"/>
                  </a:lnTo>
                  <a:lnTo>
                    <a:pt x="304546" y="57150"/>
                  </a:lnTo>
                  <a:lnTo>
                    <a:pt x="304546" y="85725"/>
                  </a:lnTo>
                  <a:lnTo>
                    <a:pt x="361772" y="57150"/>
                  </a:lnTo>
                  <a:lnTo>
                    <a:pt x="390271" y="42926"/>
                  </a:lnTo>
                  <a:close/>
                </a:path>
                <a:path w="1313179" h="85725">
                  <a:moveTo>
                    <a:pt x="1312799" y="42164"/>
                  </a:moveTo>
                  <a:lnTo>
                    <a:pt x="1300099" y="35814"/>
                  </a:lnTo>
                  <a:lnTo>
                    <a:pt x="1236599" y="4064"/>
                  </a:lnTo>
                  <a:lnTo>
                    <a:pt x="1236599" y="35814"/>
                  </a:lnTo>
                  <a:lnTo>
                    <a:pt x="639318" y="35814"/>
                  </a:lnTo>
                  <a:lnTo>
                    <a:pt x="639318" y="48514"/>
                  </a:lnTo>
                  <a:lnTo>
                    <a:pt x="1236599" y="48514"/>
                  </a:lnTo>
                  <a:lnTo>
                    <a:pt x="1236599" y="80264"/>
                  </a:lnTo>
                  <a:lnTo>
                    <a:pt x="1300099" y="48514"/>
                  </a:lnTo>
                  <a:lnTo>
                    <a:pt x="1312799" y="421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6925818" y="4242561"/>
            <a:ext cx="3587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𝑎𝑏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8290306" y="415023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10213975" y="4181602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8778620" y="5331333"/>
            <a:ext cx="2363470" cy="293370"/>
            <a:chOff x="8778620" y="5331333"/>
            <a:chExt cx="2363470" cy="293370"/>
          </a:xfrm>
        </p:grpSpPr>
        <p:sp>
          <p:nvSpPr>
            <p:cNvPr id="66" name="object 66" descr=""/>
            <p:cNvSpPr/>
            <p:nvPr/>
          </p:nvSpPr>
          <p:spPr>
            <a:xfrm>
              <a:off x="8788145" y="5342382"/>
              <a:ext cx="992505" cy="273050"/>
            </a:xfrm>
            <a:custGeom>
              <a:avLst/>
              <a:gdLst/>
              <a:ahLst/>
              <a:cxnLst/>
              <a:rect l="l" t="t" r="r" b="b"/>
              <a:pathLst>
                <a:path w="992504" h="273050">
                  <a:moveTo>
                    <a:pt x="743711" y="136398"/>
                  </a:moveTo>
                  <a:lnTo>
                    <a:pt x="753475" y="83313"/>
                  </a:lnTo>
                  <a:lnTo>
                    <a:pt x="780097" y="39957"/>
                  </a:lnTo>
                  <a:lnTo>
                    <a:pt x="819578" y="10721"/>
                  </a:lnTo>
                  <a:lnTo>
                    <a:pt x="867918" y="0"/>
                  </a:lnTo>
                  <a:lnTo>
                    <a:pt x="916257" y="10721"/>
                  </a:lnTo>
                  <a:lnTo>
                    <a:pt x="955738" y="39957"/>
                  </a:lnTo>
                  <a:lnTo>
                    <a:pt x="982360" y="83313"/>
                  </a:lnTo>
                  <a:lnTo>
                    <a:pt x="992124" y="136398"/>
                  </a:lnTo>
                  <a:lnTo>
                    <a:pt x="982360" y="189482"/>
                  </a:lnTo>
                  <a:lnTo>
                    <a:pt x="955738" y="232838"/>
                  </a:lnTo>
                  <a:lnTo>
                    <a:pt x="916257" y="262074"/>
                  </a:lnTo>
                  <a:lnTo>
                    <a:pt x="867918" y="272796"/>
                  </a:lnTo>
                  <a:lnTo>
                    <a:pt x="819578" y="262074"/>
                  </a:lnTo>
                  <a:lnTo>
                    <a:pt x="780097" y="232838"/>
                  </a:lnTo>
                  <a:lnTo>
                    <a:pt x="753475" y="189482"/>
                  </a:lnTo>
                  <a:lnTo>
                    <a:pt x="743711" y="136398"/>
                  </a:lnTo>
                  <a:close/>
                </a:path>
                <a:path w="992504" h="273050">
                  <a:moveTo>
                    <a:pt x="0" y="136398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5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1" y="136398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5" y="272796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9035795" y="5439156"/>
              <a:ext cx="496570" cy="76200"/>
            </a:xfrm>
            <a:custGeom>
              <a:avLst/>
              <a:gdLst/>
              <a:ahLst/>
              <a:cxnLst/>
              <a:rect l="l" t="t" r="r" b="b"/>
              <a:pathLst>
                <a:path w="496570" h="76200">
                  <a:moveTo>
                    <a:pt x="419861" y="0"/>
                  </a:moveTo>
                  <a:lnTo>
                    <a:pt x="419861" y="76200"/>
                  </a:lnTo>
                  <a:lnTo>
                    <a:pt x="483361" y="44450"/>
                  </a:lnTo>
                  <a:lnTo>
                    <a:pt x="432561" y="44450"/>
                  </a:lnTo>
                  <a:lnTo>
                    <a:pt x="432561" y="31750"/>
                  </a:lnTo>
                  <a:lnTo>
                    <a:pt x="483361" y="31750"/>
                  </a:lnTo>
                  <a:lnTo>
                    <a:pt x="419861" y="0"/>
                  </a:lnTo>
                  <a:close/>
                </a:path>
                <a:path w="496570" h="76200">
                  <a:moveTo>
                    <a:pt x="41986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419861" y="44450"/>
                  </a:lnTo>
                  <a:lnTo>
                    <a:pt x="419861" y="31750"/>
                  </a:lnTo>
                  <a:close/>
                </a:path>
                <a:path w="496570" h="76200">
                  <a:moveTo>
                    <a:pt x="483361" y="31750"/>
                  </a:moveTo>
                  <a:lnTo>
                    <a:pt x="432561" y="31750"/>
                  </a:lnTo>
                  <a:lnTo>
                    <a:pt x="432561" y="44450"/>
                  </a:lnTo>
                  <a:lnTo>
                    <a:pt x="483361" y="44450"/>
                  </a:lnTo>
                  <a:lnTo>
                    <a:pt x="496061" y="38100"/>
                  </a:lnTo>
                  <a:lnTo>
                    <a:pt x="483361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0883645" y="5340858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59"/>
                  </a:moveTo>
                  <a:lnTo>
                    <a:pt x="9763" y="83796"/>
                  </a:lnTo>
                  <a:lnTo>
                    <a:pt x="36385" y="40195"/>
                  </a:lnTo>
                  <a:lnTo>
                    <a:pt x="75866" y="10787"/>
                  </a:lnTo>
                  <a:lnTo>
                    <a:pt x="124205" y="0"/>
                  </a:lnTo>
                  <a:lnTo>
                    <a:pt x="172545" y="10787"/>
                  </a:lnTo>
                  <a:lnTo>
                    <a:pt x="212026" y="40195"/>
                  </a:lnTo>
                  <a:lnTo>
                    <a:pt x="238648" y="83796"/>
                  </a:lnTo>
                  <a:lnTo>
                    <a:pt x="248411" y="137159"/>
                  </a:lnTo>
                  <a:lnTo>
                    <a:pt x="238648" y="190523"/>
                  </a:lnTo>
                  <a:lnTo>
                    <a:pt x="212026" y="234124"/>
                  </a:lnTo>
                  <a:lnTo>
                    <a:pt x="172545" y="263532"/>
                  </a:lnTo>
                  <a:lnTo>
                    <a:pt x="124205" y="274319"/>
                  </a:lnTo>
                  <a:lnTo>
                    <a:pt x="75866" y="263532"/>
                  </a:lnTo>
                  <a:lnTo>
                    <a:pt x="36385" y="234124"/>
                  </a:lnTo>
                  <a:lnTo>
                    <a:pt x="9763" y="190523"/>
                  </a:lnTo>
                  <a:lnTo>
                    <a:pt x="0" y="13715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938128" y="5399913"/>
              <a:ext cx="139446" cy="157734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10254233" y="5340858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59"/>
                  </a:moveTo>
                  <a:lnTo>
                    <a:pt x="9763" y="83796"/>
                  </a:lnTo>
                  <a:lnTo>
                    <a:pt x="36385" y="40195"/>
                  </a:lnTo>
                  <a:lnTo>
                    <a:pt x="75866" y="10787"/>
                  </a:lnTo>
                  <a:lnTo>
                    <a:pt x="124206" y="0"/>
                  </a:lnTo>
                  <a:lnTo>
                    <a:pt x="172545" y="10787"/>
                  </a:lnTo>
                  <a:lnTo>
                    <a:pt x="212026" y="40195"/>
                  </a:lnTo>
                  <a:lnTo>
                    <a:pt x="238648" y="83796"/>
                  </a:lnTo>
                  <a:lnTo>
                    <a:pt x="248412" y="137159"/>
                  </a:lnTo>
                  <a:lnTo>
                    <a:pt x="238648" y="190523"/>
                  </a:lnTo>
                  <a:lnTo>
                    <a:pt x="212026" y="234124"/>
                  </a:lnTo>
                  <a:lnTo>
                    <a:pt x="172545" y="263532"/>
                  </a:lnTo>
                  <a:lnTo>
                    <a:pt x="124206" y="274319"/>
                  </a:lnTo>
                  <a:lnTo>
                    <a:pt x="75866" y="263532"/>
                  </a:lnTo>
                  <a:lnTo>
                    <a:pt x="36385" y="234124"/>
                  </a:lnTo>
                  <a:lnTo>
                    <a:pt x="9763" y="190523"/>
                  </a:lnTo>
                  <a:lnTo>
                    <a:pt x="0" y="13715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0501883" y="5439156"/>
              <a:ext cx="380365" cy="76200"/>
            </a:xfrm>
            <a:custGeom>
              <a:avLst/>
              <a:gdLst/>
              <a:ahLst/>
              <a:cxnLst/>
              <a:rect l="l" t="t" r="r" b="b"/>
              <a:pathLst>
                <a:path w="380365" h="76200">
                  <a:moveTo>
                    <a:pt x="303657" y="0"/>
                  </a:moveTo>
                  <a:lnTo>
                    <a:pt x="303657" y="76200"/>
                  </a:lnTo>
                  <a:lnTo>
                    <a:pt x="367157" y="44450"/>
                  </a:lnTo>
                  <a:lnTo>
                    <a:pt x="316357" y="44450"/>
                  </a:lnTo>
                  <a:lnTo>
                    <a:pt x="316357" y="31750"/>
                  </a:lnTo>
                  <a:lnTo>
                    <a:pt x="367157" y="31750"/>
                  </a:lnTo>
                  <a:lnTo>
                    <a:pt x="303657" y="0"/>
                  </a:lnTo>
                  <a:close/>
                </a:path>
                <a:path w="380365" h="76200">
                  <a:moveTo>
                    <a:pt x="303657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03657" y="44450"/>
                  </a:lnTo>
                  <a:lnTo>
                    <a:pt x="303657" y="31750"/>
                  </a:lnTo>
                  <a:close/>
                </a:path>
                <a:path w="380365" h="76200">
                  <a:moveTo>
                    <a:pt x="367157" y="31750"/>
                  </a:moveTo>
                  <a:lnTo>
                    <a:pt x="316357" y="31750"/>
                  </a:lnTo>
                  <a:lnTo>
                    <a:pt x="316357" y="44450"/>
                  </a:lnTo>
                  <a:lnTo>
                    <a:pt x="367157" y="44450"/>
                  </a:lnTo>
                  <a:lnTo>
                    <a:pt x="379857" y="38100"/>
                  </a:lnTo>
                  <a:lnTo>
                    <a:pt x="367157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 txBox="1"/>
          <p:nvPr/>
        </p:nvSpPr>
        <p:spPr>
          <a:xfrm>
            <a:off x="10601706" y="5155768"/>
            <a:ext cx="1492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3" name="object 73" descr=""/>
          <p:cNvSpPr/>
          <p:nvPr/>
        </p:nvSpPr>
        <p:spPr>
          <a:xfrm>
            <a:off x="9779507" y="5439283"/>
            <a:ext cx="473709" cy="76200"/>
          </a:xfrm>
          <a:custGeom>
            <a:avLst/>
            <a:gdLst/>
            <a:ahLst/>
            <a:cxnLst/>
            <a:rect l="l" t="t" r="r" b="b"/>
            <a:pathLst>
              <a:path w="473709" h="76200">
                <a:moveTo>
                  <a:pt x="397383" y="0"/>
                </a:moveTo>
                <a:lnTo>
                  <a:pt x="397383" y="76199"/>
                </a:lnTo>
                <a:lnTo>
                  <a:pt x="460901" y="44334"/>
                </a:lnTo>
                <a:lnTo>
                  <a:pt x="410083" y="44334"/>
                </a:lnTo>
                <a:lnTo>
                  <a:pt x="410083" y="31634"/>
                </a:lnTo>
                <a:lnTo>
                  <a:pt x="460864" y="31634"/>
                </a:lnTo>
                <a:lnTo>
                  <a:pt x="397383" y="0"/>
                </a:lnTo>
                <a:close/>
              </a:path>
              <a:path w="473709" h="76200">
                <a:moveTo>
                  <a:pt x="397383" y="31634"/>
                </a:moveTo>
                <a:lnTo>
                  <a:pt x="0" y="32003"/>
                </a:lnTo>
                <a:lnTo>
                  <a:pt x="0" y="44703"/>
                </a:lnTo>
                <a:lnTo>
                  <a:pt x="397383" y="44334"/>
                </a:lnTo>
                <a:lnTo>
                  <a:pt x="397383" y="31634"/>
                </a:lnTo>
                <a:close/>
              </a:path>
              <a:path w="473709" h="76200">
                <a:moveTo>
                  <a:pt x="460864" y="31634"/>
                </a:moveTo>
                <a:lnTo>
                  <a:pt x="410083" y="31634"/>
                </a:lnTo>
                <a:lnTo>
                  <a:pt x="410083" y="44334"/>
                </a:lnTo>
                <a:lnTo>
                  <a:pt x="460901" y="44334"/>
                </a:lnTo>
                <a:lnTo>
                  <a:pt x="473583" y="37972"/>
                </a:lnTo>
                <a:lnTo>
                  <a:pt x="460864" y="316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 txBox="1"/>
          <p:nvPr/>
        </p:nvSpPr>
        <p:spPr>
          <a:xfrm>
            <a:off x="10016997" y="5038725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8445754" y="5391408"/>
            <a:ext cx="127000" cy="2546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647801" y="5461627"/>
            <a:ext cx="1614805" cy="847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8415">
              <a:lnSpc>
                <a:spcPts val="2450"/>
              </a:lnSpc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7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8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∘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2959354" y="6013745"/>
            <a:ext cx="2785745" cy="3143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40"/>
              </a:lnSpc>
            </a:pPr>
            <a:r>
              <a:rPr dirty="0" sz="2000">
                <a:latin typeface="Franklin Gothic Medium"/>
                <a:cs typeface="Franklin Gothic Medium"/>
              </a:rPr>
              <a:t>Use</a:t>
            </a:r>
            <a:r>
              <a:rPr dirty="0" sz="2000" spc="-3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closure</a:t>
            </a:r>
            <a:r>
              <a:rPr dirty="0" sz="2000" spc="-2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constructions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647801" y="6343655"/>
            <a:ext cx="935355" cy="382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55"/>
              </a:lnSpc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9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40">
                <a:latin typeface="Cambria Math"/>
                <a:cs typeface="Cambria Math"/>
              </a:rPr>
              <a:t> </a:t>
            </a:r>
            <a:r>
              <a:rPr dirty="0" sz="2400" spc="-3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28571" sz="2625" spc="-52">
                <a:latin typeface="Cambria Math"/>
                <a:cs typeface="Cambria Math"/>
              </a:rPr>
              <a:t>∗</a:t>
            </a:r>
            <a:endParaRPr baseline="28571" sz="2625">
              <a:latin typeface="Cambria Math"/>
              <a:cs typeface="Cambria Math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1428369" y="6528058"/>
            <a:ext cx="154305" cy="248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4"/>
              </a:lnSpc>
            </a:pPr>
            <a:r>
              <a:rPr dirty="0" sz="1750" spc="-50">
                <a:latin typeface="Cambria Math"/>
                <a:cs typeface="Cambria Math"/>
              </a:rPr>
              <a:t>1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9157461" y="510514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469188" y="1386230"/>
            <a:ext cx="7611109" cy="103695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1606550" algn="l"/>
                <a:tab pos="737108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 spc="1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regular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12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95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𝐿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5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800" spc="-20" i="1">
                <a:latin typeface="Franklin Gothic Medium"/>
                <a:cs typeface="Franklin Gothic Medium"/>
              </a:rPr>
              <a:t>Proof</a:t>
            </a:r>
            <a:r>
              <a:rPr dirty="0" sz="2800" spc="-20">
                <a:latin typeface="Franklin Gothic Medium"/>
                <a:cs typeface="Franklin Gothic Medium"/>
              </a:rPr>
              <a:t>: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 spc="6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85">
                <a:latin typeface="Franklin Gothic Medium"/>
                <a:cs typeface="Franklin Gothic Medium"/>
              </a:rPr>
              <a:t>NFA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9267825" y="4131691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68656"/>
            <a:ext cx="1071499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0"/>
              <a:t>Previous</a:t>
            </a:r>
            <a:r>
              <a:rPr dirty="0" sz="3200" spc="-145"/>
              <a:t> </a:t>
            </a:r>
            <a:r>
              <a:rPr dirty="0" sz="3200"/>
              <a:t>Class</a:t>
            </a:r>
            <a:r>
              <a:rPr dirty="0" sz="3200" spc="-125"/>
              <a:t> </a:t>
            </a:r>
            <a:r>
              <a:rPr dirty="0" sz="3200" spc="-20"/>
              <a:t>Recap:</a:t>
            </a:r>
            <a:r>
              <a:rPr dirty="0" sz="3200" spc="-140"/>
              <a:t> </a:t>
            </a:r>
            <a:r>
              <a:rPr dirty="0" sz="3200" spc="-25"/>
              <a:t>RegEx</a:t>
            </a:r>
            <a:r>
              <a:rPr dirty="0" sz="3200" spc="-130"/>
              <a:t> </a:t>
            </a:r>
            <a:r>
              <a:rPr dirty="0" sz="3200" spc="-20"/>
              <a:t>Equivalence</a:t>
            </a:r>
            <a:r>
              <a:rPr dirty="0" sz="3200" spc="-135"/>
              <a:t> </a:t>
            </a:r>
            <a:r>
              <a:rPr dirty="0" sz="3200" spc="-20"/>
              <a:t>with</a:t>
            </a:r>
            <a:r>
              <a:rPr dirty="0" sz="3200" spc="-130"/>
              <a:t> </a:t>
            </a:r>
            <a:r>
              <a:rPr dirty="0" sz="3200" spc="-20"/>
              <a:t>Finite</a:t>
            </a:r>
            <a:r>
              <a:rPr dirty="0" sz="3200" spc="-125"/>
              <a:t> </a:t>
            </a:r>
            <a:r>
              <a:rPr dirty="0" sz="3200" spc="-25"/>
              <a:t>Automata</a:t>
            </a:r>
            <a:endParaRPr sz="3200"/>
          </a:p>
        </p:txBody>
      </p:sp>
      <p:sp>
        <p:nvSpPr>
          <p:cNvPr id="3" name="object 3" descr=""/>
          <p:cNvSpPr/>
          <p:nvPr/>
        </p:nvSpPr>
        <p:spPr>
          <a:xfrm>
            <a:off x="7723251" y="1567307"/>
            <a:ext cx="469265" cy="328930"/>
          </a:xfrm>
          <a:custGeom>
            <a:avLst/>
            <a:gdLst/>
            <a:ahLst/>
            <a:cxnLst/>
            <a:rect l="l" t="t" r="r" b="b"/>
            <a:pathLst>
              <a:path w="469265" h="328930">
                <a:moveTo>
                  <a:pt x="364108" y="0"/>
                </a:moveTo>
                <a:lnTo>
                  <a:pt x="359409" y="13334"/>
                </a:lnTo>
                <a:lnTo>
                  <a:pt x="378460" y="21595"/>
                </a:lnTo>
                <a:lnTo>
                  <a:pt x="394843" y="33035"/>
                </a:lnTo>
                <a:lnTo>
                  <a:pt x="419607" y="65404"/>
                </a:lnTo>
                <a:lnTo>
                  <a:pt x="434181" y="109156"/>
                </a:lnTo>
                <a:lnTo>
                  <a:pt x="437776" y="134399"/>
                </a:lnTo>
                <a:lnTo>
                  <a:pt x="437824" y="134735"/>
                </a:lnTo>
                <a:lnTo>
                  <a:pt x="437804" y="191791"/>
                </a:lnTo>
                <a:lnTo>
                  <a:pt x="428001" y="241841"/>
                </a:lnTo>
                <a:lnTo>
                  <a:pt x="408459" y="280912"/>
                </a:lnTo>
                <a:lnTo>
                  <a:pt x="378654" y="307288"/>
                </a:lnTo>
                <a:lnTo>
                  <a:pt x="359918" y="315594"/>
                </a:lnTo>
                <a:lnTo>
                  <a:pt x="364108" y="328929"/>
                </a:lnTo>
                <a:lnTo>
                  <a:pt x="408940" y="307879"/>
                </a:lnTo>
                <a:lnTo>
                  <a:pt x="441959" y="271398"/>
                </a:lnTo>
                <a:lnTo>
                  <a:pt x="462248" y="222662"/>
                </a:lnTo>
                <a:lnTo>
                  <a:pt x="469010" y="164591"/>
                </a:lnTo>
                <a:lnTo>
                  <a:pt x="467319" y="134735"/>
                </a:lnTo>
                <a:lnTo>
                  <a:pt x="453687" y="80920"/>
                </a:lnTo>
                <a:lnTo>
                  <a:pt x="426813" y="37415"/>
                </a:lnTo>
                <a:lnTo>
                  <a:pt x="387915" y="8598"/>
                </a:lnTo>
                <a:lnTo>
                  <a:pt x="364108" y="0"/>
                </a:lnTo>
                <a:close/>
              </a:path>
              <a:path w="469265" h="328930">
                <a:moveTo>
                  <a:pt x="104901" y="0"/>
                </a:moveTo>
                <a:lnTo>
                  <a:pt x="60118" y="21066"/>
                </a:lnTo>
                <a:lnTo>
                  <a:pt x="27050" y="57657"/>
                </a:lnTo>
                <a:lnTo>
                  <a:pt x="6762" y="106505"/>
                </a:lnTo>
                <a:lnTo>
                  <a:pt x="99" y="162813"/>
                </a:lnTo>
                <a:lnTo>
                  <a:pt x="0" y="164591"/>
                </a:lnTo>
                <a:lnTo>
                  <a:pt x="1690" y="194782"/>
                </a:lnTo>
                <a:lnTo>
                  <a:pt x="15216" y="248209"/>
                </a:lnTo>
                <a:lnTo>
                  <a:pt x="42054" y="291568"/>
                </a:lnTo>
                <a:lnTo>
                  <a:pt x="80968" y="320333"/>
                </a:lnTo>
                <a:lnTo>
                  <a:pt x="104901" y="328929"/>
                </a:lnTo>
                <a:lnTo>
                  <a:pt x="108966" y="315594"/>
                </a:lnTo>
                <a:lnTo>
                  <a:pt x="90249" y="307288"/>
                </a:lnTo>
                <a:lnTo>
                  <a:pt x="74104" y="295719"/>
                </a:lnTo>
                <a:lnTo>
                  <a:pt x="49529" y="262889"/>
                </a:lnTo>
                <a:lnTo>
                  <a:pt x="34845" y="218138"/>
                </a:lnTo>
                <a:lnTo>
                  <a:pt x="30046" y="164591"/>
                </a:lnTo>
                <a:lnTo>
                  <a:pt x="29972" y="162813"/>
                </a:lnTo>
                <a:lnTo>
                  <a:pt x="34845" y="109156"/>
                </a:lnTo>
                <a:lnTo>
                  <a:pt x="49529" y="65404"/>
                </a:lnTo>
                <a:lnTo>
                  <a:pt x="74279" y="33035"/>
                </a:lnTo>
                <a:lnTo>
                  <a:pt x="109600" y="13334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301990" y="1465834"/>
            <a:ext cx="25038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then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7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4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69188" y="2827782"/>
            <a:ext cx="2747010" cy="248602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2400" spc="-75">
                <a:latin typeface="Franklin Gothic Medium"/>
                <a:cs typeface="Franklin Gothic Medium"/>
              </a:rPr>
              <a:t>Atomic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Elements:</a:t>
            </a:r>
            <a:endParaRPr sz="2400">
              <a:latin typeface="Franklin Gothic Medium"/>
              <a:cs typeface="Franklin Gothic Medium"/>
            </a:endParaRPr>
          </a:p>
          <a:p>
            <a:pPr marL="298450">
              <a:lnSpc>
                <a:spcPct val="100000"/>
              </a:lnSpc>
              <a:spcBef>
                <a:spcPts val="755"/>
              </a:spcBef>
              <a:tabLst>
                <a:tab pos="1226185" algn="l"/>
                <a:tab pos="1723389" algn="l"/>
              </a:tabLst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𝑎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25">
                <a:latin typeface="Franklin Gothic Medium"/>
                <a:cs typeface="Franklin Gothic Medium"/>
              </a:rPr>
              <a:t>for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Cambria Math"/>
                <a:cs typeface="Cambria Math"/>
              </a:rPr>
              <a:t>𝑎</a:t>
            </a:r>
            <a:r>
              <a:rPr dirty="0" sz="2400" spc="18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12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Σ</a:t>
            </a:r>
            <a:endParaRPr sz="2400">
              <a:latin typeface="Cambria Math"/>
              <a:cs typeface="Cambria Math"/>
            </a:endParaRPr>
          </a:p>
          <a:p>
            <a:pPr marL="298450">
              <a:lnSpc>
                <a:spcPct val="100000"/>
              </a:lnSpc>
              <a:spcBef>
                <a:spcPts val="102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ε</a:t>
            </a:r>
            <a:endParaRPr sz="2400">
              <a:latin typeface="Cambria Math"/>
              <a:cs typeface="Cambria Math"/>
            </a:endParaRPr>
          </a:p>
          <a:p>
            <a:pPr marL="314960">
              <a:lnSpc>
                <a:spcPct val="100000"/>
              </a:lnSpc>
              <a:spcBef>
                <a:spcPts val="1045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204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dirty="0" sz="2400" spc="-35">
                <a:latin typeface="Franklin Gothic Medium"/>
                <a:cs typeface="Franklin Gothic Medium"/>
              </a:rPr>
              <a:t>Composite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Elements: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28497" y="5393842"/>
            <a:ext cx="16592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7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22401" y="5865977"/>
            <a:ext cx="15862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8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3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∘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994784" y="3461384"/>
            <a:ext cx="1108710" cy="273685"/>
            <a:chOff x="3994784" y="3461384"/>
            <a:chExt cx="1108710" cy="273685"/>
          </a:xfrm>
        </p:grpSpPr>
        <p:sp>
          <p:nvSpPr>
            <p:cNvPr id="9" name="object 9" descr=""/>
            <p:cNvSpPr/>
            <p:nvPr/>
          </p:nvSpPr>
          <p:spPr>
            <a:xfrm>
              <a:off x="4862321" y="3470909"/>
              <a:ext cx="231775" cy="254635"/>
            </a:xfrm>
            <a:custGeom>
              <a:avLst/>
              <a:gdLst/>
              <a:ahLst/>
              <a:cxnLst/>
              <a:rect l="l" t="t" r="r" b="b"/>
              <a:pathLst>
                <a:path w="231775" h="254635">
                  <a:moveTo>
                    <a:pt x="0" y="127253"/>
                  </a:moveTo>
                  <a:lnTo>
                    <a:pt x="9096" y="77741"/>
                  </a:lnTo>
                  <a:lnTo>
                    <a:pt x="33909" y="37290"/>
                  </a:lnTo>
                  <a:lnTo>
                    <a:pt x="70723" y="10007"/>
                  </a:lnTo>
                  <a:lnTo>
                    <a:pt x="115824" y="0"/>
                  </a:lnTo>
                  <a:lnTo>
                    <a:pt x="160924" y="10007"/>
                  </a:lnTo>
                  <a:lnTo>
                    <a:pt x="197738" y="37290"/>
                  </a:lnTo>
                  <a:lnTo>
                    <a:pt x="222551" y="77741"/>
                  </a:lnTo>
                  <a:lnTo>
                    <a:pt x="231648" y="127253"/>
                  </a:lnTo>
                  <a:lnTo>
                    <a:pt x="222551" y="176766"/>
                  </a:lnTo>
                  <a:lnTo>
                    <a:pt x="197738" y="217217"/>
                  </a:lnTo>
                  <a:lnTo>
                    <a:pt x="160924" y="244500"/>
                  </a:lnTo>
                  <a:lnTo>
                    <a:pt x="115824" y="254507"/>
                  </a:lnTo>
                  <a:lnTo>
                    <a:pt x="70723" y="244500"/>
                  </a:lnTo>
                  <a:lnTo>
                    <a:pt x="33909" y="217217"/>
                  </a:lnTo>
                  <a:lnTo>
                    <a:pt x="9096" y="176766"/>
                  </a:lnTo>
                  <a:lnTo>
                    <a:pt x="0" y="127253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2232" y="3526916"/>
              <a:ext cx="131825" cy="145542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4004309" y="3470909"/>
              <a:ext cx="231775" cy="254635"/>
            </a:xfrm>
            <a:custGeom>
              <a:avLst/>
              <a:gdLst/>
              <a:ahLst/>
              <a:cxnLst/>
              <a:rect l="l" t="t" r="r" b="b"/>
              <a:pathLst>
                <a:path w="231775" h="254635">
                  <a:moveTo>
                    <a:pt x="0" y="127253"/>
                  </a:moveTo>
                  <a:lnTo>
                    <a:pt x="9096" y="77741"/>
                  </a:lnTo>
                  <a:lnTo>
                    <a:pt x="33909" y="37290"/>
                  </a:lnTo>
                  <a:lnTo>
                    <a:pt x="70723" y="10007"/>
                  </a:lnTo>
                  <a:lnTo>
                    <a:pt x="115824" y="0"/>
                  </a:lnTo>
                  <a:lnTo>
                    <a:pt x="160924" y="10007"/>
                  </a:lnTo>
                  <a:lnTo>
                    <a:pt x="197738" y="37290"/>
                  </a:lnTo>
                  <a:lnTo>
                    <a:pt x="222551" y="77741"/>
                  </a:lnTo>
                  <a:lnTo>
                    <a:pt x="231648" y="127253"/>
                  </a:lnTo>
                  <a:lnTo>
                    <a:pt x="222551" y="176766"/>
                  </a:lnTo>
                  <a:lnTo>
                    <a:pt x="197738" y="217217"/>
                  </a:lnTo>
                  <a:lnTo>
                    <a:pt x="160924" y="244500"/>
                  </a:lnTo>
                  <a:lnTo>
                    <a:pt x="115824" y="254507"/>
                  </a:lnTo>
                  <a:lnTo>
                    <a:pt x="70723" y="244500"/>
                  </a:lnTo>
                  <a:lnTo>
                    <a:pt x="33909" y="217217"/>
                  </a:lnTo>
                  <a:lnTo>
                    <a:pt x="9096" y="176766"/>
                  </a:lnTo>
                  <a:lnTo>
                    <a:pt x="0" y="127253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235195" y="3560063"/>
              <a:ext cx="626745" cy="76200"/>
            </a:xfrm>
            <a:custGeom>
              <a:avLst/>
              <a:gdLst/>
              <a:ahLst/>
              <a:cxnLst/>
              <a:rect l="l" t="t" r="r" b="b"/>
              <a:pathLst>
                <a:path w="626745" h="76200">
                  <a:moveTo>
                    <a:pt x="550290" y="0"/>
                  </a:moveTo>
                  <a:lnTo>
                    <a:pt x="550290" y="76200"/>
                  </a:lnTo>
                  <a:lnTo>
                    <a:pt x="613790" y="44450"/>
                  </a:lnTo>
                  <a:lnTo>
                    <a:pt x="562990" y="44450"/>
                  </a:lnTo>
                  <a:lnTo>
                    <a:pt x="562990" y="31750"/>
                  </a:lnTo>
                  <a:lnTo>
                    <a:pt x="613790" y="31750"/>
                  </a:lnTo>
                  <a:lnTo>
                    <a:pt x="550290" y="0"/>
                  </a:lnTo>
                  <a:close/>
                </a:path>
                <a:path w="626745" h="76200">
                  <a:moveTo>
                    <a:pt x="55029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550290" y="44450"/>
                  </a:lnTo>
                  <a:lnTo>
                    <a:pt x="550290" y="31750"/>
                  </a:lnTo>
                  <a:close/>
                </a:path>
                <a:path w="626745" h="76200">
                  <a:moveTo>
                    <a:pt x="613790" y="31750"/>
                  </a:moveTo>
                  <a:lnTo>
                    <a:pt x="562990" y="31750"/>
                  </a:lnTo>
                  <a:lnTo>
                    <a:pt x="562990" y="44450"/>
                  </a:lnTo>
                  <a:lnTo>
                    <a:pt x="613790" y="44450"/>
                  </a:lnTo>
                  <a:lnTo>
                    <a:pt x="626490" y="38100"/>
                  </a:lnTo>
                  <a:lnTo>
                    <a:pt x="61379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445253" y="3283277"/>
            <a:ext cx="113030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60"/>
              </a:lnSpc>
            </a:pPr>
            <a:r>
              <a:rPr dirty="0" sz="1600" spc="-50">
                <a:latin typeface="Cambria Math"/>
                <a:cs typeface="Cambria Math"/>
              </a:rPr>
              <a:t>𝑎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641597" y="3556000"/>
            <a:ext cx="603885" cy="1166495"/>
            <a:chOff x="3641597" y="3556000"/>
            <a:chExt cx="603885" cy="1166495"/>
          </a:xfrm>
        </p:grpSpPr>
        <p:sp>
          <p:nvSpPr>
            <p:cNvPr id="15" name="object 15" descr=""/>
            <p:cNvSpPr/>
            <p:nvPr/>
          </p:nvSpPr>
          <p:spPr>
            <a:xfrm>
              <a:off x="3641597" y="3556000"/>
              <a:ext cx="363220" cy="85725"/>
            </a:xfrm>
            <a:custGeom>
              <a:avLst/>
              <a:gdLst/>
              <a:ahLst/>
              <a:cxnLst/>
              <a:rect l="l" t="t" r="r" b="b"/>
              <a:pathLst>
                <a:path w="363220" h="85725">
                  <a:moveTo>
                    <a:pt x="277240" y="0"/>
                  </a:moveTo>
                  <a:lnTo>
                    <a:pt x="277240" y="85725"/>
                  </a:lnTo>
                  <a:lnTo>
                    <a:pt x="334475" y="57150"/>
                  </a:lnTo>
                  <a:lnTo>
                    <a:pt x="291464" y="57150"/>
                  </a:lnTo>
                  <a:lnTo>
                    <a:pt x="291464" y="28575"/>
                  </a:lnTo>
                  <a:lnTo>
                    <a:pt x="334306" y="28575"/>
                  </a:lnTo>
                  <a:lnTo>
                    <a:pt x="277240" y="0"/>
                  </a:lnTo>
                  <a:close/>
                </a:path>
                <a:path w="363220" h="85725">
                  <a:moveTo>
                    <a:pt x="277240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77240" y="57150"/>
                  </a:lnTo>
                  <a:lnTo>
                    <a:pt x="277240" y="28575"/>
                  </a:lnTo>
                  <a:close/>
                </a:path>
                <a:path w="363220" h="85725">
                  <a:moveTo>
                    <a:pt x="334306" y="28575"/>
                  </a:moveTo>
                  <a:lnTo>
                    <a:pt x="291464" y="28575"/>
                  </a:lnTo>
                  <a:lnTo>
                    <a:pt x="291464" y="57150"/>
                  </a:lnTo>
                  <a:lnTo>
                    <a:pt x="334475" y="57150"/>
                  </a:lnTo>
                  <a:lnTo>
                    <a:pt x="362965" y="42925"/>
                  </a:lnTo>
                  <a:lnTo>
                    <a:pt x="334306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2884" y="4026788"/>
              <a:ext cx="145541" cy="162306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3975353" y="3969258"/>
              <a:ext cx="260985" cy="287020"/>
            </a:xfrm>
            <a:custGeom>
              <a:avLst/>
              <a:gdLst/>
              <a:ahLst/>
              <a:cxnLst/>
              <a:rect l="l" t="t" r="r" b="b"/>
              <a:pathLst>
                <a:path w="260985" h="287020">
                  <a:moveTo>
                    <a:pt x="0" y="143256"/>
                  </a:moveTo>
                  <a:lnTo>
                    <a:pt x="6638" y="97974"/>
                  </a:lnTo>
                  <a:lnTo>
                    <a:pt x="25127" y="58649"/>
                  </a:lnTo>
                  <a:lnTo>
                    <a:pt x="53327" y="27639"/>
                  </a:lnTo>
                  <a:lnTo>
                    <a:pt x="89099" y="7303"/>
                  </a:lnTo>
                  <a:lnTo>
                    <a:pt x="130301" y="0"/>
                  </a:lnTo>
                  <a:lnTo>
                    <a:pt x="171504" y="7303"/>
                  </a:lnTo>
                  <a:lnTo>
                    <a:pt x="207276" y="27639"/>
                  </a:lnTo>
                  <a:lnTo>
                    <a:pt x="235476" y="58649"/>
                  </a:lnTo>
                  <a:lnTo>
                    <a:pt x="253965" y="97974"/>
                  </a:lnTo>
                  <a:lnTo>
                    <a:pt x="260604" y="143256"/>
                  </a:lnTo>
                  <a:lnTo>
                    <a:pt x="253965" y="188537"/>
                  </a:lnTo>
                  <a:lnTo>
                    <a:pt x="235476" y="227862"/>
                  </a:lnTo>
                  <a:lnTo>
                    <a:pt x="207276" y="258872"/>
                  </a:lnTo>
                  <a:lnTo>
                    <a:pt x="171504" y="279208"/>
                  </a:lnTo>
                  <a:lnTo>
                    <a:pt x="130301" y="286512"/>
                  </a:lnTo>
                  <a:lnTo>
                    <a:pt x="89099" y="279208"/>
                  </a:lnTo>
                  <a:lnTo>
                    <a:pt x="53327" y="258872"/>
                  </a:lnTo>
                  <a:lnTo>
                    <a:pt x="25127" y="227862"/>
                  </a:lnTo>
                  <a:lnTo>
                    <a:pt x="6638" y="188537"/>
                  </a:lnTo>
                  <a:lnTo>
                    <a:pt x="0" y="143256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641597" y="4069587"/>
              <a:ext cx="334010" cy="85725"/>
            </a:xfrm>
            <a:custGeom>
              <a:avLst/>
              <a:gdLst/>
              <a:ahLst/>
              <a:cxnLst/>
              <a:rect l="l" t="t" r="r" b="b"/>
              <a:pathLst>
                <a:path w="334010" h="85725">
                  <a:moveTo>
                    <a:pt x="248285" y="0"/>
                  </a:moveTo>
                  <a:lnTo>
                    <a:pt x="248285" y="85725"/>
                  </a:lnTo>
                  <a:lnTo>
                    <a:pt x="305265" y="57276"/>
                  </a:lnTo>
                  <a:lnTo>
                    <a:pt x="262509" y="57276"/>
                  </a:lnTo>
                  <a:lnTo>
                    <a:pt x="262509" y="28701"/>
                  </a:lnTo>
                  <a:lnTo>
                    <a:pt x="305604" y="28701"/>
                  </a:lnTo>
                  <a:lnTo>
                    <a:pt x="248285" y="0"/>
                  </a:lnTo>
                  <a:close/>
                </a:path>
                <a:path w="334010" h="85725">
                  <a:moveTo>
                    <a:pt x="248285" y="28701"/>
                  </a:moveTo>
                  <a:lnTo>
                    <a:pt x="0" y="28701"/>
                  </a:lnTo>
                  <a:lnTo>
                    <a:pt x="0" y="57276"/>
                  </a:lnTo>
                  <a:lnTo>
                    <a:pt x="248285" y="57276"/>
                  </a:lnTo>
                  <a:lnTo>
                    <a:pt x="248285" y="28701"/>
                  </a:lnTo>
                  <a:close/>
                </a:path>
                <a:path w="334010" h="85725">
                  <a:moveTo>
                    <a:pt x="305604" y="28701"/>
                  </a:moveTo>
                  <a:lnTo>
                    <a:pt x="262509" y="28701"/>
                  </a:lnTo>
                  <a:lnTo>
                    <a:pt x="262509" y="57276"/>
                  </a:lnTo>
                  <a:lnTo>
                    <a:pt x="305265" y="57276"/>
                  </a:lnTo>
                  <a:lnTo>
                    <a:pt x="334010" y="42925"/>
                  </a:lnTo>
                  <a:lnTo>
                    <a:pt x="305604" y="287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996689" y="4449317"/>
              <a:ext cx="239395" cy="264160"/>
            </a:xfrm>
            <a:custGeom>
              <a:avLst/>
              <a:gdLst/>
              <a:ahLst/>
              <a:cxnLst/>
              <a:rect l="l" t="t" r="r" b="b"/>
              <a:pathLst>
                <a:path w="239395" h="264160">
                  <a:moveTo>
                    <a:pt x="0" y="131825"/>
                  </a:moveTo>
                  <a:lnTo>
                    <a:pt x="9405" y="80527"/>
                  </a:lnTo>
                  <a:lnTo>
                    <a:pt x="35052" y="38623"/>
                  </a:lnTo>
                  <a:lnTo>
                    <a:pt x="73080" y="10364"/>
                  </a:lnTo>
                  <a:lnTo>
                    <a:pt x="119634" y="0"/>
                  </a:lnTo>
                  <a:lnTo>
                    <a:pt x="166187" y="10364"/>
                  </a:lnTo>
                  <a:lnTo>
                    <a:pt x="204215" y="38623"/>
                  </a:lnTo>
                  <a:lnTo>
                    <a:pt x="229862" y="80527"/>
                  </a:lnTo>
                  <a:lnTo>
                    <a:pt x="239268" y="131825"/>
                  </a:lnTo>
                  <a:lnTo>
                    <a:pt x="229862" y="183124"/>
                  </a:lnTo>
                  <a:lnTo>
                    <a:pt x="204215" y="225028"/>
                  </a:lnTo>
                  <a:lnTo>
                    <a:pt x="166187" y="253287"/>
                  </a:lnTo>
                  <a:lnTo>
                    <a:pt x="119634" y="263651"/>
                  </a:lnTo>
                  <a:lnTo>
                    <a:pt x="73080" y="253287"/>
                  </a:lnTo>
                  <a:lnTo>
                    <a:pt x="35052" y="225028"/>
                  </a:lnTo>
                  <a:lnTo>
                    <a:pt x="9405" y="183124"/>
                  </a:lnTo>
                  <a:lnTo>
                    <a:pt x="0" y="13182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641597" y="4551172"/>
              <a:ext cx="354330" cy="85725"/>
            </a:xfrm>
            <a:custGeom>
              <a:avLst/>
              <a:gdLst/>
              <a:ahLst/>
              <a:cxnLst/>
              <a:rect l="l" t="t" r="r" b="b"/>
              <a:pathLst>
                <a:path w="354329" h="85725">
                  <a:moveTo>
                    <a:pt x="268604" y="0"/>
                  </a:moveTo>
                  <a:lnTo>
                    <a:pt x="268604" y="85725"/>
                  </a:lnTo>
                  <a:lnTo>
                    <a:pt x="325839" y="57150"/>
                  </a:lnTo>
                  <a:lnTo>
                    <a:pt x="282828" y="57150"/>
                  </a:lnTo>
                  <a:lnTo>
                    <a:pt x="282828" y="28575"/>
                  </a:lnTo>
                  <a:lnTo>
                    <a:pt x="325670" y="28575"/>
                  </a:lnTo>
                  <a:lnTo>
                    <a:pt x="268604" y="0"/>
                  </a:lnTo>
                  <a:close/>
                </a:path>
                <a:path w="354329" h="85725">
                  <a:moveTo>
                    <a:pt x="268604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268604" y="57150"/>
                  </a:lnTo>
                  <a:lnTo>
                    <a:pt x="268604" y="28575"/>
                  </a:lnTo>
                  <a:close/>
                </a:path>
                <a:path w="354329" h="85725">
                  <a:moveTo>
                    <a:pt x="325670" y="28575"/>
                  </a:moveTo>
                  <a:lnTo>
                    <a:pt x="282828" y="28575"/>
                  </a:lnTo>
                  <a:lnTo>
                    <a:pt x="282828" y="57150"/>
                  </a:lnTo>
                  <a:lnTo>
                    <a:pt x="325839" y="57150"/>
                  </a:lnTo>
                  <a:lnTo>
                    <a:pt x="354329" y="42925"/>
                  </a:lnTo>
                  <a:lnTo>
                    <a:pt x="325670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5928359" y="2575560"/>
            <a:ext cx="1367155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8484107" y="2703322"/>
            <a:ext cx="1030605" cy="282575"/>
          </a:xfrm>
          <a:custGeom>
            <a:avLst/>
            <a:gdLst/>
            <a:ahLst/>
            <a:cxnLst/>
            <a:rect l="l" t="t" r="r" b="b"/>
            <a:pathLst>
              <a:path w="1030604" h="282575">
                <a:moveTo>
                  <a:pt x="940053" y="0"/>
                </a:moveTo>
                <a:lnTo>
                  <a:pt x="935990" y="11556"/>
                </a:lnTo>
                <a:lnTo>
                  <a:pt x="952353" y="18631"/>
                </a:lnTo>
                <a:lnTo>
                  <a:pt x="966406" y="28432"/>
                </a:lnTo>
                <a:lnTo>
                  <a:pt x="994939" y="73925"/>
                </a:lnTo>
                <a:lnTo>
                  <a:pt x="1003232" y="115466"/>
                </a:lnTo>
                <a:lnTo>
                  <a:pt x="1004316" y="139826"/>
                </a:lnTo>
                <a:lnTo>
                  <a:pt x="1003268" y="164707"/>
                </a:lnTo>
                <a:lnTo>
                  <a:pt x="994886" y="207656"/>
                </a:lnTo>
                <a:lnTo>
                  <a:pt x="966390" y="253857"/>
                </a:lnTo>
                <a:lnTo>
                  <a:pt x="936371" y="270890"/>
                </a:lnTo>
                <a:lnTo>
                  <a:pt x="940053" y="282448"/>
                </a:lnTo>
                <a:lnTo>
                  <a:pt x="978503" y="264318"/>
                </a:lnTo>
                <a:lnTo>
                  <a:pt x="1006856" y="233044"/>
                </a:lnTo>
                <a:lnTo>
                  <a:pt x="1024286" y="191150"/>
                </a:lnTo>
                <a:lnTo>
                  <a:pt x="1030097" y="141350"/>
                </a:lnTo>
                <a:lnTo>
                  <a:pt x="1028639" y="115732"/>
                </a:lnTo>
                <a:lnTo>
                  <a:pt x="1016916" y="69556"/>
                </a:lnTo>
                <a:lnTo>
                  <a:pt x="993846" y="32164"/>
                </a:lnTo>
                <a:lnTo>
                  <a:pt x="960508" y="7435"/>
                </a:lnTo>
                <a:lnTo>
                  <a:pt x="940053" y="0"/>
                </a:lnTo>
                <a:close/>
              </a:path>
              <a:path w="1030604" h="282575">
                <a:moveTo>
                  <a:pt x="90043" y="0"/>
                </a:moveTo>
                <a:lnTo>
                  <a:pt x="51657" y="18145"/>
                </a:lnTo>
                <a:lnTo>
                  <a:pt x="23368" y="49529"/>
                </a:lnTo>
                <a:lnTo>
                  <a:pt x="5826" y="91535"/>
                </a:lnTo>
                <a:lnTo>
                  <a:pt x="85" y="139826"/>
                </a:lnTo>
                <a:lnTo>
                  <a:pt x="0" y="141350"/>
                </a:lnTo>
                <a:lnTo>
                  <a:pt x="1452" y="167233"/>
                </a:lnTo>
                <a:lnTo>
                  <a:pt x="13073" y="213092"/>
                </a:lnTo>
                <a:lnTo>
                  <a:pt x="36125" y="250336"/>
                </a:lnTo>
                <a:lnTo>
                  <a:pt x="69514" y="275014"/>
                </a:lnTo>
                <a:lnTo>
                  <a:pt x="90043" y="282448"/>
                </a:lnTo>
                <a:lnTo>
                  <a:pt x="93599" y="270890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1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7" y="11556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8546845" y="2613482"/>
            <a:ext cx="3472179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3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ab</a:t>
            </a:r>
            <a:r>
              <a:rPr dirty="0" sz="2400" spc="315">
                <a:latin typeface="Franklin Gothic Medium"/>
                <a:cs typeface="Franklin Gothic Medium"/>
              </a:rPr>
              <a:t> </a:t>
            </a:r>
            <a:r>
              <a:rPr dirty="0" baseline="28571" sz="262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8571" sz="2625" spc="39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equivalent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NFA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7386066" y="3209925"/>
            <a:ext cx="1570355" cy="292100"/>
            <a:chOff x="7386066" y="3209925"/>
            <a:chExt cx="1570355" cy="292100"/>
          </a:xfrm>
        </p:grpSpPr>
        <p:sp>
          <p:nvSpPr>
            <p:cNvPr id="25" name="object 25" descr=""/>
            <p:cNvSpPr/>
            <p:nvPr/>
          </p:nvSpPr>
          <p:spPr>
            <a:xfrm>
              <a:off x="8698230" y="3219450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5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2" y="136398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5" y="272796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52713" y="3278505"/>
              <a:ext cx="139445" cy="156210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7776210" y="3219450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6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2" y="136398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6" y="272796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386066" y="3313683"/>
              <a:ext cx="1311275" cy="85725"/>
            </a:xfrm>
            <a:custGeom>
              <a:avLst/>
              <a:gdLst/>
              <a:ahLst/>
              <a:cxnLst/>
              <a:rect l="l" t="t" r="r" b="b"/>
              <a:pathLst>
                <a:path w="1311275" h="85725">
                  <a:moveTo>
                    <a:pt x="390271" y="42926"/>
                  </a:moveTo>
                  <a:lnTo>
                    <a:pt x="361607" y="28575"/>
                  </a:lnTo>
                  <a:lnTo>
                    <a:pt x="304546" y="0"/>
                  </a:lnTo>
                  <a:lnTo>
                    <a:pt x="304546" y="28575"/>
                  </a:lnTo>
                  <a:lnTo>
                    <a:pt x="0" y="28575"/>
                  </a:lnTo>
                  <a:lnTo>
                    <a:pt x="0" y="57150"/>
                  </a:lnTo>
                  <a:lnTo>
                    <a:pt x="304546" y="57150"/>
                  </a:lnTo>
                  <a:lnTo>
                    <a:pt x="304546" y="85725"/>
                  </a:lnTo>
                  <a:lnTo>
                    <a:pt x="361772" y="57150"/>
                  </a:lnTo>
                  <a:lnTo>
                    <a:pt x="390271" y="42926"/>
                  </a:lnTo>
                  <a:close/>
                </a:path>
                <a:path w="1311275" h="85725">
                  <a:moveTo>
                    <a:pt x="1311275" y="42164"/>
                  </a:moveTo>
                  <a:lnTo>
                    <a:pt x="1298575" y="35814"/>
                  </a:lnTo>
                  <a:lnTo>
                    <a:pt x="1235075" y="4064"/>
                  </a:lnTo>
                  <a:lnTo>
                    <a:pt x="1235075" y="35814"/>
                  </a:lnTo>
                  <a:lnTo>
                    <a:pt x="637794" y="35814"/>
                  </a:lnTo>
                  <a:lnTo>
                    <a:pt x="637794" y="48514"/>
                  </a:lnTo>
                  <a:lnTo>
                    <a:pt x="1235075" y="48514"/>
                  </a:lnTo>
                  <a:lnTo>
                    <a:pt x="1235075" y="80264"/>
                  </a:lnTo>
                  <a:lnTo>
                    <a:pt x="1298575" y="48514"/>
                  </a:lnTo>
                  <a:lnTo>
                    <a:pt x="1311275" y="421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7305547" y="2568942"/>
            <a:ext cx="1066800" cy="744220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Convert</a:t>
            </a:r>
            <a:endParaRPr sz="2400">
              <a:latin typeface="Franklin Gothic Medium"/>
              <a:cs typeface="Franklin Gothic Medium"/>
            </a:endParaRPr>
          </a:p>
          <a:p>
            <a:pPr algn="r" marR="5080">
              <a:lnSpc>
                <a:spcPct val="100000"/>
              </a:lnSpc>
              <a:spcBef>
                <a:spcPts val="27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8766429" y="4861940"/>
            <a:ext cx="1011555" cy="292100"/>
            <a:chOff x="8766429" y="4861940"/>
            <a:chExt cx="1011555" cy="292100"/>
          </a:xfrm>
        </p:grpSpPr>
        <p:sp>
          <p:nvSpPr>
            <p:cNvPr id="31" name="object 31" descr=""/>
            <p:cNvSpPr/>
            <p:nvPr/>
          </p:nvSpPr>
          <p:spPr>
            <a:xfrm>
              <a:off x="9519666" y="4871465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5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1" y="136397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5" y="272795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74149" y="4930520"/>
              <a:ext cx="139446" cy="156210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8775954" y="4871465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5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2" y="136397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5" y="272795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9023604" y="4968239"/>
              <a:ext cx="496570" cy="76200"/>
            </a:xfrm>
            <a:custGeom>
              <a:avLst/>
              <a:gdLst/>
              <a:ahLst/>
              <a:cxnLst/>
              <a:rect l="l" t="t" r="r" b="b"/>
              <a:pathLst>
                <a:path w="496570" h="76200">
                  <a:moveTo>
                    <a:pt x="419862" y="0"/>
                  </a:moveTo>
                  <a:lnTo>
                    <a:pt x="419862" y="76200"/>
                  </a:lnTo>
                  <a:lnTo>
                    <a:pt x="483362" y="44450"/>
                  </a:lnTo>
                  <a:lnTo>
                    <a:pt x="432562" y="44450"/>
                  </a:lnTo>
                  <a:lnTo>
                    <a:pt x="432562" y="31750"/>
                  </a:lnTo>
                  <a:lnTo>
                    <a:pt x="483362" y="31750"/>
                  </a:lnTo>
                  <a:lnTo>
                    <a:pt x="419862" y="0"/>
                  </a:lnTo>
                  <a:close/>
                </a:path>
                <a:path w="496570" h="76200">
                  <a:moveTo>
                    <a:pt x="419862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419862" y="44450"/>
                  </a:lnTo>
                  <a:lnTo>
                    <a:pt x="419862" y="31750"/>
                  </a:lnTo>
                  <a:close/>
                </a:path>
                <a:path w="496570" h="76200">
                  <a:moveTo>
                    <a:pt x="483362" y="31750"/>
                  </a:moveTo>
                  <a:lnTo>
                    <a:pt x="432562" y="31750"/>
                  </a:lnTo>
                  <a:lnTo>
                    <a:pt x="432562" y="44450"/>
                  </a:lnTo>
                  <a:lnTo>
                    <a:pt x="483362" y="44450"/>
                  </a:lnTo>
                  <a:lnTo>
                    <a:pt x="496062" y="38100"/>
                  </a:lnTo>
                  <a:lnTo>
                    <a:pt x="483362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9157461" y="459740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9157461" y="510514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8778620" y="5331333"/>
            <a:ext cx="2363470" cy="293370"/>
            <a:chOff x="8778620" y="5331333"/>
            <a:chExt cx="2363470" cy="293370"/>
          </a:xfrm>
        </p:grpSpPr>
        <p:sp>
          <p:nvSpPr>
            <p:cNvPr id="38" name="object 38" descr=""/>
            <p:cNvSpPr/>
            <p:nvPr/>
          </p:nvSpPr>
          <p:spPr>
            <a:xfrm>
              <a:off x="8788145" y="5342382"/>
              <a:ext cx="992505" cy="273050"/>
            </a:xfrm>
            <a:custGeom>
              <a:avLst/>
              <a:gdLst/>
              <a:ahLst/>
              <a:cxnLst/>
              <a:rect l="l" t="t" r="r" b="b"/>
              <a:pathLst>
                <a:path w="992504" h="273050">
                  <a:moveTo>
                    <a:pt x="743711" y="136398"/>
                  </a:moveTo>
                  <a:lnTo>
                    <a:pt x="753475" y="83313"/>
                  </a:lnTo>
                  <a:lnTo>
                    <a:pt x="780097" y="39957"/>
                  </a:lnTo>
                  <a:lnTo>
                    <a:pt x="819578" y="10721"/>
                  </a:lnTo>
                  <a:lnTo>
                    <a:pt x="867918" y="0"/>
                  </a:lnTo>
                  <a:lnTo>
                    <a:pt x="916257" y="10721"/>
                  </a:lnTo>
                  <a:lnTo>
                    <a:pt x="955738" y="39957"/>
                  </a:lnTo>
                  <a:lnTo>
                    <a:pt x="982360" y="83313"/>
                  </a:lnTo>
                  <a:lnTo>
                    <a:pt x="992124" y="136398"/>
                  </a:lnTo>
                  <a:lnTo>
                    <a:pt x="982360" y="189482"/>
                  </a:lnTo>
                  <a:lnTo>
                    <a:pt x="955738" y="232838"/>
                  </a:lnTo>
                  <a:lnTo>
                    <a:pt x="916257" y="262074"/>
                  </a:lnTo>
                  <a:lnTo>
                    <a:pt x="867918" y="272796"/>
                  </a:lnTo>
                  <a:lnTo>
                    <a:pt x="819578" y="262074"/>
                  </a:lnTo>
                  <a:lnTo>
                    <a:pt x="780097" y="232838"/>
                  </a:lnTo>
                  <a:lnTo>
                    <a:pt x="753475" y="189482"/>
                  </a:lnTo>
                  <a:lnTo>
                    <a:pt x="743711" y="136398"/>
                  </a:lnTo>
                  <a:close/>
                </a:path>
                <a:path w="992504" h="273050">
                  <a:moveTo>
                    <a:pt x="0" y="136398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5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1" y="136398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5" y="272796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9035795" y="5439156"/>
              <a:ext cx="496570" cy="76200"/>
            </a:xfrm>
            <a:custGeom>
              <a:avLst/>
              <a:gdLst/>
              <a:ahLst/>
              <a:cxnLst/>
              <a:rect l="l" t="t" r="r" b="b"/>
              <a:pathLst>
                <a:path w="496570" h="76200">
                  <a:moveTo>
                    <a:pt x="419861" y="0"/>
                  </a:moveTo>
                  <a:lnTo>
                    <a:pt x="419861" y="76200"/>
                  </a:lnTo>
                  <a:lnTo>
                    <a:pt x="483361" y="44450"/>
                  </a:lnTo>
                  <a:lnTo>
                    <a:pt x="432561" y="44450"/>
                  </a:lnTo>
                  <a:lnTo>
                    <a:pt x="432561" y="31750"/>
                  </a:lnTo>
                  <a:lnTo>
                    <a:pt x="483361" y="31750"/>
                  </a:lnTo>
                  <a:lnTo>
                    <a:pt x="419861" y="0"/>
                  </a:lnTo>
                  <a:close/>
                </a:path>
                <a:path w="496570" h="76200">
                  <a:moveTo>
                    <a:pt x="41986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419861" y="44450"/>
                  </a:lnTo>
                  <a:lnTo>
                    <a:pt x="419861" y="31750"/>
                  </a:lnTo>
                  <a:close/>
                </a:path>
                <a:path w="496570" h="76200">
                  <a:moveTo>
                    <a:pt x="483361" y="31750"/>
                  </a:moveTo>
                  <a:lnTo>
                    <a:pt x="432561" y="31750"/>
                  </a:lnTo>
                  <a:lnTo>
                    <a:pt x="432561" y="44450"/>
                  </a:lnTo>
                  <a:lnTo>
                    <a:pt x="483361" y="44450"/>
                  </a:lnTo>
                  <a:lnTo>
                    <a:pt x="496061" y="38100"/>
                  </a:lnTo>
                  <a:lnTo>
                    <a:pt x="483361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0883645" y="5340858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59"/>
                  </a:moveTo>
                  <a:lnTo>
                    <a:pt x="9763" y="83796"/>
                  </a:lnTo>
                  <a:lnTo>
                    <a:pt x="36385" y="40195"/>
                  </a:lnTo>
                  <a:lnTo>
                    <a:pt x="75866" y="10787"/>
                  </a:lnTo>
                  <a:lnTo>
                    <a:pt x="124205" y="0"/>
                  </a:lnTo>
                  <a:lnTo>
                    <a:pt x="172545" y="10787"/>
                  </a:lnTo>
                  <a:lnTo>
                    <a:pt x="212026" y="40195"/>
                  </a:lnTo>
                  <a:lnTo>
                    <a:pt x="238648" y="83796"/>
                  </a:lnTo>
                  <a:lnTo>
                    <a:pt x="248411" y="137159"/>
                  </a:lnTo>
                  <a:lnTo>
                    <a:pt x="238648" y="190523"/>
                  </a:lnTo>
                  <a:lnTo>
                    <a:pt x="212026" y="234124"/>
                  </a:lnTo>
                  <a:lnTo>
                    <a:pt x="172545" y="263532"/>
                  </a:lnTo>
                  <a:lnTo>
                    <a:pt x="124205" y="274319"/>
                  </a:lnTo>
                  <a:lnTo>
                    <a:pt x="75866" y="263532"/>
                  </a:lnTo>
                  <a:lnTo>
                    <a:pt x="36385" y="234124"/>
                  </a:lnTo>
                  <a:lnTo>
                    <a:pt x="9763" y="190523"/>
                  </a:lnTo>
                  <a:lnTo>
                    <a:pt x="0" y="13715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38128" y="5399913"/>
              <a:ext cx="139446" cy="157734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10254233" y="5340858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59"/>
                  </a:moveTo>
                  <a:lnTo>
                    <a:pt x="9763" y="83796"/>
                  </a:lnTo>
                  <a:lnTo>
                    <a:pt x="36385" y="40195"/>
                  </a:lnTo>
                  <a:lnTo>
                    <a:pt x="75866" y="10787"/>
                  </a:lnTo>
                  <a:lnTo>
                    <a:pt x="124206" y="0"/>
                  </a:lnTo>
                  <a:lnTo>
                    <a:pt x="172545" y="10787"/>
                  </a:lnTo>
                  <a:lnTo>
                    <a:pt x="212026" y="40195"/>
                  </a:lnTo>
                  <a:lnTo>
                    <a:pt x="238648" y="83796"/>
                  </a:lnTo>
                  <a:lnTo>
                    <a:pt x="248412" y="137159"/>
                  </a:lnTo>
                  <a:lnTo>
                    <a:pt x="238648" y="190523"/>
                  </a:lnTo>
                  <a:lnTo>
                    <a:pt x="212026" y="234124"/>
                  </a:lnTo>
                  <a:lnTo>
                    <a:pt x="172545" y="263532"/>
                  </a:lnTo>
                  <a:lnTo>
                    <a:pt x="124206" y="274319"/>
                  </a:lnTo>
                  <a:lnTo>
                    <a:pt x="75866" y="263532"/>
                  </a:lnTo>
                  <a:lnTo>
                    <a:pt x="36385" y="234124"/>
                  </a:lnTo>
                  <a:lnTo>
                    <a:pt x="9763" y="190523"/>
                  </a:lnTo>
                  <a:lnTo>
                    <a:pt x="0" y="13715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0501883" y="5439156"/>
              <a:ext cx="380365" cy="76200"/>
            </a:xfrm>
            <a:custGeom>
              <a:avLst/>
              <a:gdLst/>
              <a:ahLst/>
              <a:cxnLst/>
              <a:rect l="l" t="t" r="r" b="b"/>
              <a:pathLst>
                <a:path w="380365" h="76200">
                  <a:moveTo>
                    <a:pt x="303657" y="0"/>
                  </a:moveTo>
                  <a:lnTo>
                    <a:pt x="303657" y="76200"/>
                  </a:lnTo>
                  <a:lnTo>
                    <a:pt x="367157" y="44450"/>
                  </a:lnTo>
                  <a:lnTo>
                    <a:pt x="316357" y="44450"/>
                  </a:lnTo>
                  <a:lnTo>
                    <a:pt x="316357" y="31750"/>
                  </a:lnTo>
                  <a:lnTo>
                    <a:pt x="367157" y="31750"/>
                  </a:lnTo>
                  <a:lnTo>
                    <a:pt x="303657" y="0"/>
                  </a:lnTo>
                  <a:close/>
                </a:path>
                <a:path w="380365" h="76200">
                  <a:moveTo>
                    <a:pt x="303657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03657" y="44450"/>
                  </a:lnTo>
                  <a:lnTo>
                    <a:pt x="303657" y="31750"/>
                  </a:lnTo>
                  <a:close/>
                </a:path>
                <a:path w="380365" h="76200">
                  <a:moveTo>
                    <a:pt x="367157" y="31750"/>
                  </a:moveTo>
                  <a:lnTo>
                    <a:pt x="316357" y="31750"/>
                  </a:lnTo>
                  <a:lnTo>
                    <a:pt x="316357" y="44450"/>
                  </a:lnTo>
                  <a:lnTo>
                    <a:pt x="367157" y="44450"/>
                  </a:lnTo>
                  <a:lnTo>
                    <a:pt x="379857" y="38100"/>
                  </a:lnTo>
                  <a:lnTo>
                    <a:pt x="367157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10601706" y="5155768"/>
            <a:ext cx="1492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7753350" y="5033898"/>
            <a:ext cx="2499995" cy="481965"/>
            <a:chOff x="7753350" y="5033898"/>
            <a:chExt cx="2499995" cy="481965"/>
          </a:xfrm>
        </p:grpSpPr>
        <p:sp>
          <p:nvSpPr>
            <p:cNvPr id="46" name="object 46" descr=""/>
            <p:cNvSpPr/>
            <p:nvPr/>
          </p:nvSpPr>
          <p:spPr>
            <a:xfrm>
              <a:off x="7753350" y="5233923"/>
              <a:ext cx="2499995" cy="281940"/>
            </a:xfrm>
            <a:custGeom>
              <a:avLst/>
              <a:gdLst/>
              <a:ahLst/>
              <a:cxnLst/>
              <a:rect l="l" t="t" r="r" b="b"/>
              <a:pathLst>
                <a:path w="2499995" h="281939">
                  <a:moveTo>
                    <a:pt x="390271" y="42926"/>
                  </a:moveTo>
                  <a:lnTo>
                    <a:pt x="361607" y="28575"/>
                  </a:lnTo>
                  <a:lnTo>
                    <a:pt x="304546" y="0"/>
                  </a:lnTo>
                  <a:lnTo>
                    <a:pt x="304546" y="28575"/>
                  </a:lnTo>
                  <a:lnTo>
                    <a:pt x="0" y="28575"/>
                  </a:lnTo>
                  <a:lnTo>
                    <a:pt x="0" y="57150"/>
                  </a:lnTo>
                  <a:lnTo>
                    <a:pt x="304546" y="57150"/>
                  </a:lnTo>
                  <a:lnTo>
                    <a:pt x="304546" y="85725"/>
                  </a:lnTo>
                  <a:lnTo>
                    <a:pt x="361772" y="57150"/>
                  </a:lnTo>
                  <a:lnTo>
                    <a:pt x="390271" y="42926"/>
                  </a:lnTo>
                  <a:close/>
                </a:path>
                <a:path w="2499995" h="281939">
                  <a:moveTo>
                    <a:pt x="2499741" y="243332"/>
                  </a:moveTo>
                  <a:lnTo>
                    <a:pt x="2487015" y="236994"/>
                  </a:lnTo>
                  <a:lnTo>
                    <a:pt x="2423541" y="205359"/>
                  </a:lnTo>
                  <a:lnTo>
                    <a:pt x="2423541" y="236994"/>
                  </a:lnTo>
                  <a:lnTo>
                    <a:pt x="2026158" y="237363"/>
                  </a:lnTo>
                  <a:lnTo>
                    <a:pt x="2026158" y="250063"/>
                  </a:lnTo>
                  <a:lnTo>
                    <a:pt x="2423541" y="249694"/>
                  </a:lnTo>
                  <a:lnTo>
                    <a:pt x="2423541" y="281559"/>
                  </a:lnTo>
                  <a:lnTo>
                    <a:pt x="2487053" y="249694"/>
                  </a:lnTo>
                  <a:lnTo>
                    <a:pt x="2499741" y="2433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8172450" y="5150357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8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5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1" y="136398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5" y="272796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8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8381238" y="5033898"/>
              <a:ext cx="405130" cy="463550"/>
            </a:xfrm>
            <a:custGeom>
              <a:avLst/>
              <a:gdLst/>
              <a:ahLst/>
              <a:cxnLst/>
              <a:rect l="l" t="t" r="r" b="b"/>
              <a:pathLst>
                <a:path w="405129" h="463550">
                  <a:moveTo>
                    <a:pt x="392557" y="9017"/>
                  </a:moveTo>
                  <a:lnTo>
                    <a:pt x="307721" y="0"/>
                  </a:lnTo>
                  <a:lnTo>
                    <a:pt x="318884" y="29756"/>
                  </a:lnTo>
                  <a:lnTo>
                    <a:pt x="0" y="149098"/>
                  </a:lnTo>
                  <a:lnTo>
                    <a:pt x="4572" y="161048"/>
                  </a:lnTo>
                  <a:lnTo>
                    <a:pt x="323354" y="41681"/>
                  </a:lnTo>
                  <a:lnTo>
                    <a:pt x="334518" y="71374"/>
                  </a:lnTo>
                  <a:lnTo>
                    <a:pt x="377418" y="25273"/>
                  </a:lnTo>
                  <a:lnTo>
                    <a:pt x="392557" y="9017"/>
                  </a:lnTo>
                  <a:close/>
                </a:path>
                <a:path w="405129" h="463550">
                  <a:moveTo>
                    <a:pt x="404749" y="443484"/>
                  </a:moveTo>
                  <a:lnTo>
                    <a:pt x="394677" y="435102"/>
                  </a:lnTo>
                  <a:lnTo>
                    <a:pt x="339217" y="388874"/>
                  </a:lnTo>
                  <a:lnTo>
                    <a:pt x="331952" y="419887"/>
                  </a:lnTo>
                  <a:lnTo>
                    <a:pt x="3683" y="342646"/>
                  </a:lnTo>
                  <a:lnTo>
                    <a:pt x="889" y="355092"/>
                  </a:lnTo>
                  <a:lnTo>
                    <a:pt x="329069" y="432193"/>
                  </a:lnTo>
                  <a:lnTo>
                    <a:pt x="321818" y="463169"/>
                  </a:lnTo>
                  <a:lnTo>
                    <a:pt x="404749" y="4434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10016997" y="5038725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8453755" y="4735525"/>
            <a:ext cx="1270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8457692" y="5348427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7776209" y="6163436"/>
            <a:ext cx="1080135" cy="292100"/>
            <a:chOff x="7776209" y="6163436"/>
            <a:chExt cx="1080135" cy="292100"/>
          </a:xfrm>
        </p:grpSpPr>
        <p:sp>
          <p:nvSpPr>
            <p:cNvPr id="53" name="object 53" descr=""/>
            <p:cNvSpPr/>
            <p:nvPr/>
          </p:nvSpPr>
          <p:spPr>
            <a:xfrm>
              <a:off x="7776209" y="6267259"/>
              <a:ext cx="390525" cy="85725"/>
            </a:xfrm>
            <a:custGeom>
              <a:avLst/>
              <a:gdLst/>
              <a:ahLst/>
              <a:cxnLst/>
              <a:rect l="l" t="t" r="r" b="b"/>
              <a:pathLst>
                <a:path w="390525" h="85725">
                  <a:moveTo>
                    <a:pt x="304546" y="0"/>
                  </a:moveTo>
                  <a:lnTo>
                    <a:pt x="304546" y="85724"/>
                  </a:lnTo>
                  <a:lnTo>
                    <a:pt x="361696" y="57149"/>
                  </a:lnTo>
                  <a:lnTo>
                    <a:pt x="318770" y="57149"/>
                  </a:lnTo>
                  <a:lnTo>
                    <a:pt x="318770" y="28574"/>
                  </a:lnTo>
                  <a:lnTo>
                    <a:pt x="361696" y="28574"/>
                  </a:lnTo>
                  <a:lnTo>
                    <a:pt x="304546" y="0"/>
                  </a:lnTo>
                  <a:close/>
                </a:path>
                <a:path w="390525" h="85725">
                  <a:moveTo>
                    <a:pt x="304546" y="28574"/>
                  </a:moveTo>
                  <a:lnTo>
                    <a:pt x="0" y="28574"/>
                  </a:lnTo>
                  <a:lnTo>
                    <a:pt x="0" y="57149"/>
                  </a:lnTo>
                  <a:lnTo>
                    <a:pt x="304546" y="57149"/>
                  </a:lnTo>
                  <a:lnTo>
                    <a:pt x="304546" y="28574"/>
                  </a:lnTo>
                  <a:close/>
                </a:path>
                <a:path w="390525" h="85725">
                  <a:moveTo>
                    <a:pt x="361696" y="28574"/>
                  </a:moveTo>
                  <a:lnTo>
                    <a:pt x="318770" y="28574"/>
                  </a:lnTo>
                  <a:lnTo>
                    <a:pt x="318770" y="57149"/>
                  </a:lnTo>
                  <a:lnTo>
                    <a:pt x="361696" y="57149"/>
                  </a:lnTo>
                  <a:lnTo>
                    <a:pt x="390271" y="42862"/>
                  </a:lnTo>
                  <a:lnTo>
                    <a:pt x="361696" y="28574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8178545" y="6172961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3" y="83303"/>
                  </a:lnTo>
                  <a:lnTo>
                    <a:pt x="36385" y="39947"/>
                  </a:lnTo>
                  <a:lnTo>
                    <a:pt x="75866" y="10718"/>
                  </a:lnTo>
                  <a:lnTo>
                    <a:pt x="124205" y="0"/>
                  </a:lnTo>
                  <a:lnTo>
                    <a:pt x="172545" y="10718"/>
                  </a:lnTo>
                  <a:lnTo>
                    <a:pt x="212026" y="39947"/>
                  </a:lnTo>
                  <a:lnTo>
                    <a:pt x="238648" y="83303"/>
                  </a:lnTo>
                  <a:lnTo>
                    <a:pt x="248411" y="136397"/>
                  </a:lnTo>
                  <a:lnTo>
                    <a:pt x="238648" y="189492"/>
                  </a:lnTo>
                  <a:lnTo>
                    <a:pt x="212026" y="232848"/>
                  </a:lnTo>
                  <a:lnTo>
                    <a:pt x="172545" y="262077"/>
                  </a:lnTo>
                  <a:lnTo>
                    <a:pt x="124205" y="272795"/>
                  </a:lnTo>
                  <a:lnTo>
                    <a:pt x="75866" y="262077"/>
                  </a:lnTo>
                  <a:lnTo>
                    <a:pt x="36385" y="232848"/>
                  </a:lnTo>
                  <a:lnTo>
                    <a:pt x="9763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33028" y="6232016"/>
              <a:ext cx="139446" cy="156209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8426957" y="6268288"/>
              <a:ext cx="429259" cy="85725"/>
            </a:xfrm>
            <a:custGeom>
              <a:avLst/>
              <a:gdLst/>
              <a:ahLst/>
              <a:cxnLst/>
              <a:rect l="l" t="t" r="r" b="b"/>
              <a:pathLst>
                <a:path w="429259" h="85725">
                  <a:moveTo>
                    <a:pt x="343535" y="0"/>
                  </a:moveTo>
                  <a:lnTo>
                    <a:pt x="343453" y="27546"/>
                  </a:lnTo>
                  <a:lnTo>
                    <a:pt x="343407" y="43116"/>
                  </a:lnTo>
                  <a:lnTo>
                    <a:pt x="343281" y="85724"/>
                  </a:lnTo>
                  <a:lnTo>
                    <a:pt x="400780" y="57188"/>
                  </a:lnTo>
                  <a:lnTo>
                    <a:pt x="357632" y="57188"/>
                  </a:lnTo>
                  <a:lnTo>
                    <a:pt x="357759" y="28613"/>
                  </a:lnTo>
                  <a:lnTo>
                    <a:pt x="400339" y="28613"/>
                  </a:lnTo>
                  <a:lnTo>
                    <a:pt x="343535" y="0"/>
                  </a:lnTo>
                  <a:close/>
                </a:path>
                <a:path w="429259" h="85725">
                  <a:moveTo>
                    <a:pt x="0" y="27546"/>
                  </a:moveTo>
                  <a:lnTo>
                    <a:pt x="0" y="56121"/>
                  </a:lnTo>
                  <a:lnTo>
                    <a:pt x="357632" y="57188"/>
                  </a:lnTo>
                  <a:lnTo>
                    <a:pt x="343365" y="57188"/>
                  </a:lnTo>
                  <a:lnTo>
                    <a:pt x="343450" y="28613"/>
                  </a:lnTo>
                  <a:lnTo>
                    <a:pt x="357758" y="28613"/>
                  </a:lnTo>
                  <a:lnTo>
                    <a:pt x="0" y="27546"/>
                  </a:lnTo>
                  <a:close/>
                </a:path>
                <a:path w="429259" h="85725">
                  <a:moveTo>
                    <a:pt x="400339" y="28613"/>
                  </a:moveTo>
                  <a:lnTo>
                    <a:pt x="357759" y="28613"/>
                  </a:lnTo>
                  <a:lnTo>
                    <a:pt x="357632" y="57188"/>
                  </a:lnTo>
                  <a:lnTo>
                    <a:pt x="400780" y="57188"/>
                  </a:lnTo>
                  <a:lnTo>
                    <a:pt x="429133" y="43116"/>
                  </a:lnTo>
                  <a:lnTo>
                    <a:pt x="400339" y="2861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8442452" y="5979667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9449181" y="5922645"/>
            <a:ext cx="996315" cy="292100"/>
            <a:chOff x="9449181" y="5922645"/>
            <a:chExt cx="996315" cy="292100"/>
          </a:xfrm>
        </p:grpSpPr>
        <p:sp>
          <p:nvSpPr>
            <p:cNvPr id="59" name="object 59" descr=""/>
            <p:cNvSpPr/>
            <p:nvPr/>
          </p:nvSpPr>
          <p:spPr>
            <a:xfrm>
              <a:off x="10187178" y="5932170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3" y="83303"/>
                  </a:lnTo>
                  <a:lnTo>
                    <a:pt x="36385" y="39947"/>
                  </a:lnTo>
                  <a:lnTo>
                    <a:pt x="75866" y="10718"/>
                  </a:lnTo>
                  <a:lnTo>
                    <a:pt x="124205" y="0"/>
                  </a:lnTo>
                  <a:lnTo>
                    <a:pt x="172545" y="10718"/>
                  </a:lnTo>
                  <a:lnTo>
                    <a:pt x="212026" y="39947"/>
                  </a:lnTo>
                  <a:lnTo>
                    <a:pt x="238648" y="83303"/>
                  </a:lnTo>
                  <a:lnTo>
                    <a:pt x="248412" y="136397"/>
                  </a:lnTo>
                  <a:lnTo>
                    <a:pt x="238648" y="189492"/>
                  </a:lnTo>
                  <a:lnTo>
                    <a:pt x="212026" y="232848"/>
                  </a:lnTo>
                  <a:lnTo>
                    <a:pt x="172545" y="262077"/>
                  </a:lnTo>
                  <a:lnTo>
                    <a:pt x="124205" y="272795"/>
                  </a:lnTo>
                  <a:lnTo>
                    <a:pt x="75866" y="262077"/>
                  </a:lnTo>
                  <a:lnTo>
                    <a:pt x="36385" y="232848"/>
                  </a:lnTo>
                  <a:lnTo>
                    <a:pt x="9763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41661" y="5991225"/>
              <a:ext cx="139446" cy="156209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9458706" y="5932170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3" y="83303"/>
                  </a:lnTo>
                  <a:lnTo>
                    <a:pt x="36385" y="39947"/>
                  </a:lnTo>
                  <a:lnTo>
                    <a:pt x="75866" y="10718"/>
                  </a:lnTo>
                  <a:lnTo>
                    <a:pt x="124205" y="0"/>
                  </a:lnTo>
                  <a:lnTo>
                    <a:pt x="172545" y="10718"/>
                  </a:lnTo>
                  <a:lnTo>
                    <a:pt x="212026" y="39947"/>
                  </a:lnTo>
                  <a:lnTo>
                    <a:pt x="238648" y="83303"/>
                  </a:lnTo>
                  <a:lnTo>
                    <a:pt x="248412" y="136397"/>
                  </a:lnTo>
                  <a:lnTo>
                    <a:pt x="238648" y="189492"/>
                  </a:lnTo>
                  <a:lnTo>
                    <a:pt x="212026" y="232848"/>
                  </a:lnTo>
                  <a:lnTo>
                    <a:pt x="172545" y="262077"/>
                  </a:lnTo>
                  <a:lnTo>
                    <a:pt x="124205" y="272795"/>
                  </a:lnTo>
                  <a:lnTo>
                    <a:pt x="75866" y="262077"/>
                  </a:lnTo>
                  <a:lnTo>
                    <a:pt x="36385" y="232848"/>
                  </a:lnTo>
                  <a:lnTo>
                    <a:pt x="9763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9706356" y="6028944"/>
              <a:ext cx="480059" cy="76200"/>
            </a:xfrm>
            <a:custGeom>
              <a:avLst/>
              <a:gdLst/>
              <a:ahLst/>
              <a:cxnLst/>
              <a:rect l="l" t="t" r="r" b="b"/>
              <a:pathLst>
                <a:path w="480059" h="76200">
                  <a:moveTo>
                    <a:pt x="403478" y="0"/>
                  </a:moveTo>
                  <a:lnTo>
                    <a:pt x="403478" y="76199"/>
                  </a:lnTo>
                  <a:lnTo>
                    <a:pt x="466978" y="44449"/>
                  </a:lnTo>
                  <a:lnTo>
                    <a:pt x="416178" y="44449"/>
                  </a:lnTo>
                  <a:lnTo>
                    <a:pt x="416178" y="31749"/>
                  </a:lnTo>
                  <a:lnTo>
                    <a:pt x="466978" y="31749"/>
                  </a:lnTo>
                  <a:lnTo>
                    <a:pt x="403478" y="0"/>
                  </a:lnTo>
                  <a:close/>
                </a:path>
                <a:path w="480059" h="76200">
                  <a:moveTo>
                    <a:pt x="403478" y="31749"/>
                  </a:moveTo>
                  <a:lnTo>
                    <a:pt x="0" y="31749"/>
                  </a:lnTo>
                  <a:lnTo>
                    <a:pt x="0" y="44449"/>
                  </a:lnTo>
                  <a:lnTo>
                    <a:pt x="403478" y="44449"/>
                  </a:lnTo>
                  <a:lnTo>
                    <a:pt x="403478" y="31749"/>
                  </a:lnTo>
                  <a:close/>
                </a:path>
                <a:path w="480059" h="76200">
                  <a:moveTo>
                    <a:pt x="466978" y="31749"/>
                  </a:moveTo>
                  <a:lnTo>
                    <a:pt x="416178" y="31749"/>
                  </a:lnTo>
                  <a:lnTo>
                    <a:pt x="416178" y="44449"/>
                  </a:lnTo>
                  <a:lnTo>
                    <a:pt x="466978" y="44449"/>
                  </a:lnTo>
                  <a:lnTo>
                    <a:pt x="479678" y="38099"/>
                  </a:lnTo>
                  <a:lnTo>
                    <a:pt x="466978" y="317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9750297" y="571235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9461372" y="6355460"/>
            <a:ext cx="996315" cy="293370"/>
            <a:chOff x="9461372" y="6355460"/>
            <a:chExt cx="996315" cy="293370"/>
          </a:xfrm>
        </p:grpSpPr>
        <p:sp>
          <p:nvSpPr>
            <p:cNvPr id="65" name="object 65" descr=""/>
            <p:cNvSpPr/>
            <p:nvPr/>
          </p:nvSpPr>
          <p:spPr>
            <a:xfrm>
              <a:off x="9470897" y="6364985"/>
              <a:ext cx="977265" cy="274320"/>
            </a:xfrm>
            <a:custGeom>
              <a:avLst/>
              <a:gdLst/>
              <a:ahLst/>
              <a:cxnLst/>
              <a:rect l="l" t="t" r="r" b="b"/>
              <a:pathLst>
                <a:path w="977265" h="274320">
                  <a:moveTo>
                    <a:pt x="728472" y="137159"/>
                  </a:moveTo>
                  <a:lnTo>
                    <a:pt x="738235" y="83769"/>
                  </a:lnTo>
                  <a:lnTo>
                    <a:pt x="764857" y="40171"/>
                  </a:lnTo>
                  <a:lnTo>
                    <a:pt x="804338" y="10778"/>
                  </a:lnTo>
                  <a:lnTo>
                    <a:pt x="852677" y="0"/>
                  </a:lnTo>
                  <a:lnTo>
                    <a:pt x="901017" y="10778"/>
                  </a:lnTo>
                  <a:lnTo>
                    <a:pt x="940498" y="40171"/>
                  </a:lnTo>
                  <a:lnTo>
                    <a:pt x="967120" y="83769"/>
                  </a:lnTo>
                  <a:lnTo>
                    <a:pt x="976883" y="137159"/>
                  </a:lnTo>
                  <a:lnTo>
                    <a:pt x="967120" y="190550"/>
                  </a:lnTo>
                  <a:lnTo>
                    <a:pt x="940498" y="234148"/>
                  </a:lnTo>
                  <a:lnTo>
                    <a:pt x="901017" y="263541"/>
                  </a:lnTo>
                  <a:lnTo>
                    <a:pt x="852677" y="274319"/>
                  </a:lnTo>
                  <a:lnTo>
                    <a:pt x="804338" y="263541"/>
                  </a:lnTo>
                  <a:lnTo>
                    <a:pt x="764857" y="234148"/>
                  </a:lnTo>
                  <a:lnTo>
                    <a:pt x="738235" y="190550"/>
                  </a:lnTo>
                  <a:lnTo>
                    <a:pt x="728472" y="137159"/>
                  </a:lnTo>
                  <a:close/>
                </a:path>
                <a:path w="977265" h="274320">
                  <a:moveTo>
                    <a:pt x="0" y="137159"/>
                  </a:moveTo>
                  <a:lnTo>
                    <a:pt x="9763" y="83769"/>
                  </a:lnTo>
                  <a:lnTo>
                    <a:pt x="36385" y="40171"/>
                  </a:lnTo>
                  <a:lnTo>
                    <a:pt x="75866" y="10778"/>
                  </a:lnTo>
                  <a:lnTo>
                    <a:pt x="124205" y="0"/>
                  </a:lnTo>
                  <a:lnTo>
                    <a:pt x="172545" y="10778"/>
                  </a:lnTo>
                  <a:lnTo>
                    <a:pt x="212026" y="40171"/>
                  </a:lnTo>
                  <a:lnTo>
                    <a:pt x="238648" y="83769"/>
                  </a:lnTo>
                  <a:lnTo>
                    <a:pt x="248411" y="137159"/>
                  </a:lnTo>
                  <a:lnTo>
                    <a:pt x="238648" y="190550"/>
                  </a:lnTo>
                  <a:lnTo>
                    <a:pt x="212026" y="234148"/>
                  </a:lnTo>
                  <a:lnTo>
                    <a:pt x="172545" y="263541"/>
                  </a:lnTo>
                  <a:lnTo>
                    <a:pt x="124205" y="274319"/>
                  </a:lnTo>
                  <a:lnTo>
                    <a:pt x="75866" y="263541"/>
                  </a:lnTo>
                  <a:lnTo>
                    <a:pt x="36385" y="234148"/>
                  </a:lnTo>
                  <a:lnTo>
                    <a:pt x="9763" y="190550"/>
                  </a:lnTo>
                  <a:lnTo>
                    <a:pt x="0" y="13715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9718547" y="6463283"/>
              <a:ext cx="480059" cy="76200"/>
            </a:xfrm>
            <a:custGeom>
              <a:avLst/>
              <a:gdLst/>
              <a:ahLst/>
              <a:cxnLst/>
              <a:rect l="l" t="t" r="r" b="b"/>
              <a:pathLst>
                <a:path w="480059" h="76200">
                  <a:moveTo>
                    <a:pt x="403478" y="0"/>
                  </a:moveTo>
                  <a:lnTo>
                    <a:pt x="403478" y="76199"/>
                  </a:lnTo>
                  <a:lnTo>
                    <a:pt x="466978" y="44449"/>
                  </a:lnTo>
                  <a:lnTo>
                    <a:pt x="416178" y="44449"/>
                  </a:lnTo>
                  <a:lnTo>
                    <a:pt x="416178" y="31749"/>
                  </a:lnTo>
                  <a:lnTo>
                    <a:pt x="466978" y="31749"/>
                  </a:lnTo>
                  <a:lnTo>
                    <a:pt x="403478" y="0"/>
                  </a:lnTo>
                  <a:close/>
                </a:path>
                <a:path w="480059" h="76200">
                  <a:moveTo>
                    <a:pt x="403478" y="31749"/>
                  </a:moveTo>
                  <a:lnTo>
                    <a:pt x="0" y="31749"/>
                  </a:lnTo>
                  <a:lnTo>
                    <a:pt x="0" y="44449"/>
                  </a:lnTo>
                  <a:lnTo>
                    <a:pt x="403478" y="44449"/>
                  </a:lnTo>
                  <a:lnTo>
                    <a:pt x="403478" y="31749"/>
                  </a:lnTo>
                  <a:close/>
                </a:path>
                <a:path w="480059" h="76200">
                  <a:moveTo>
                    <a:pt x="466978" y="31749"/>
                  </a:moveTo>
                  <a:lnTo>
                    <a:pt x="416178" y="31749"/>
                  </a:lnTo>
                  <a:lnTo>
                    <a:pt x="416178" y="44449"/>
                  </a:lnTo>
                  <a:lnTo>
                    <a:pt x="466978" y="44449"/>
                  </a:lnTo>
                  <a:lnTo>
                    <a:pt x="479678" y="38099"/>
                  </a:lnTo>
                  <a:lnTo>
                    <a:pt x="466978" y="317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 descr=""/>
          <p:cNvSpPr txBox="1"/>
          <p:nvPr/>
        </p:nvSpPr>
        <p:spPr>
          <a:xfrm>
            <a:off x="9771126" y="616559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68" name="object 68" descr=""/>
          <p:cNvGrpSpPr/>
          <p:nvPr/>
        </p:nvGrpSpPr>
        <p:grpSpPr>
          <a:xfrm>
            <a:off x="10822305" y="6355460"/>
            <a:ext cx="868044" cy="293370"/>
            <a:chOff x="10822305" y="6355460"/>
            <a:chExt cx="868044" cy="293370"/>
          </a:xfrm>
        </p:grpSpPr>
        <p:sp>
          <p:nvSpPr>
            <p:cNvPr id="69" name="object 69" descr=""/>
            <p:cNvSpPr/>
            <p:nvPr/>
          </p:nvSpPr>
          <p:spPr>
            <a:xfrm>
              <a:off x="11432286" y="6364985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59"/>
                  </a:moveTo>
                  <a:lnTo>
                    <a:pt x="9763" y="83769"/>
                  </a:lnTo>
                  <a:lnTo>
                    <a:pt x="36385" y="40171"/>
                  </a:lnTo>
                  <a:lnTo>
                    <a:pt x="75866" y="10778"/>
                  </a:lnTo>
                  <a:lnTo>
                    <a:pt x="124206" y="0"/>
                  </a:lnTo>
                  <a:lnTo>
                    <a:pt x="172545" y="10778"/>
                  </a:lnTo>
                  <a:lnTo>
                    <a:pt x="212026" y="40171"/>
                  </a:lnTo>
                  <a:lnTo>
                    <a:pt x="238648" y="83769"/>
                  </a:lnTo>
                  <a:lnTo>
                    <a:pt x="248412" y="137159"/>
                  </a:lnTo>
                  <a:lnTo>
                    <a:pt x="238648" y="190550"/>
                  </a:lnTo>
                  <a:lnTo>
                    <a:pt x="212026" y="234148"/>
                  </a:lnTo>
                  <a:lnTo>
                    <a:pt x="172545" y="263541"/>
                  </a:lnTo>
                  <a:lnTo>
                    <a:pt x="124206" y="274319"/>
                  </a:lnTo>
                  <a:lnTo>
                    <a:pt x="75866" y="263541"/>
                  </a:lnTo>
                  <a:lnTo>
                    <a:pt x="36385" y="234148"/>
                  </a:lnTo>
                  <a:lnTo>
                    <a:pt x="9763" y="190550"/>
                  </a:lnTo>
                  <a:lnTo>
                    <a:pt x="0" y="13715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486769" y="6424040"/>
              <a:ext cx="139446" cy="156210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10831830" y="6364985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59"/>
                  </a:moveTo>
                  <a:lnTo>
                    <a:pt x="9763" y="83769"/>
                  </a:lnTo>
                  <a:lnTo>
                    <a:pt x="36385" y="40171"/>
                  </a:lnTo>
                  <a:lnTo>
                    <a:pt x="75866" y="10778"/>
                  </a:lnTo>
                  <a:lnTo>
                    <a:pt x="124205" y="0"/>
                  </a:lnTo>
                  <a:lnTo>
                    <a:pt x="172545" y="10778"/>
                  </a:lnTo>
                  <a:lnTo>
                    <a:pt x="212026" y="40171"/>
                  </a:lnTo>
                  <a:lnTo>
                    <a:pt x="238648" y="83769"/>
                  </a:lnTo>
                  <a:lnTo>
                    <a:pt x="248412" y="137159"/>
                  </a:lnTo>
                  <a:lnTo>
                    <a:pt x="238648" y="190550"/>
                  </a:lnTo>
                  <a:lnTo>
                    <a:pt x="212026" y="234148"/>
                  </a:lnTo>
                  <a:lnTo>
                    <a:pt x="172545" y="263541"/>
                  </a:lnTo>
                  <a:lnTo>
                    <a:pt x="124205" y="274319"/>
                  </a:lnTo>
                  <a:lnTo>
                    <a:pt x="75866" y="263541"/>
                  </a:lnTo>
                  <a:lnTo>
                    <a:pt x="36385" y="234148"/>
                  </a:lnTo>
                  <a:lnTo>
                    <a:pt x="9763" y="190550"/>
                  </a:lnTo>
                  <a:lnTo>
                    <a:pt x="0" y="137159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1079480" y="6463283"/>
              <a:ext cx="351790" cy="76200"/>
            </a:xfrm>
            <a:custGeom>
              <a:avLst/>
              <a:gdLst/>
              <a:ahLst/>
              <a:cxnLst/>
              <a:rect l="l" t="t" r="r" b="b"/>
              <a:pathLst>
                <a:path w="351790" h="76200">
                  <a:moveTo>
                    <a:pt x="275336" y="0"/>
                  </a:moveTo>
                  <a:lnTo>
                    <a:pt x="275336" y="76199"/>
                  </a:lnTo>
                  <a:lnTo>
                    <a:pt x="338836" y="44449"/>
                  </a:lnTo>
                  <a:lnTo>
                    <a:pt x="288036" y="44449"/>
                  </a:lnTo>
                  <a:lnTo>
                    <a:pt x="288036" y="31749"/>
                  </a:lnTo>
                  <a:lnTo>
                    <a:pt x="338836" y="31749"/>
                  </a:lnTo>
                  <a:lnTo>
                    <a:pt x="275336" y="0"/>
                  </a:lnTo>
                  <a:close/>
                </a:path>
                <a:path w="351790" h="76200">
                  <a:moveTo>
                    <a:pt x="275336" y="31749"/>
                  </a:moveTo>
                  <a:lnTo>
                    <a:pt x="0" y="31749"/>
                  </a:lnTo>
                  <a:lnTo>
                    <a:pt x="0" y="44449"/>
                  </a:lnTo>
                  <a:lnTo>
                    <a:pt x="275336" y="44449"/>
                  </a:lnTo>
                  <a:lnTo>
                    <a:pt x="275336" y="31749"/>
                  </a:lnTo>
                  <a:close/>
                </a:path>
                <a:path w="351790" h="76200">
                  <a:moveTo>
                    <a:pt x="338836" y="31749"/>
                  </a:moveTo>
                  <a:lnTo>
                    <a:pt x="288036" y="31749"/>
                  </a:lnTo>
                  <a:lnTo>
                    <a:pt x="288036" y="44449"/>
                  </a:lnTo>
                  <a:lnTo>
                    <a:pt x="338836" y="44449"/>
                  </a:lnTo>
                  <a:lnTo>
                    <a:pt x="351536" y="38099"/>
                  </a:lnTo>
                  <a:lnTo>
                    <a:pt x="338836" y="317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 descr=""/>
          <p:cNvSpPr txBox="1"/>
          <p:nvPr/>
        </p:nvSpPr>
        <p:spPr>
          <a:xfrm>
            <a:off x="11148821" y="6165596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4" name="object 74" descr=""/>
          <p:cNvSpPr/>
          <p:nvPr/>
        </p:nvSpPr>
        <p:spPr>
          <a:xfrm>
            <a:off x="10447019" y="6463372"/>
            <a:ext cx="383540" cy="76200"/>
          </a:xfrm>
          <a:custGeom>
            <a:avLst/>
            <a:gdLst/>
            <a:ahLst/>
            <a:cxnLst/>
            <a:rect l="l" t="t" r="r" b="b"/>
            <a:pathLst>
              <a:path w="383540" h="76200">
                <a:moveTo>
                  <a:pt x="307212" y="0"/>
                </a:moveTo>
                <a:lnTo>
                  <a:pt x="307339" y="76199"/>
                </a:lnTo>
                <a:lnTo>
                  <a:pt x="370688" y="44451"/>
                </a:lnTo>
                <a:lnTo>
                  <a:pt x="320039" y="44451"/>
                </a:lnTo>
                <a:lnTo>
                  <a:pt x="320039" y="31752"/>
                </a:lnTo>
                <a:lnTo>
                  <a:pt x="370971" y="31752"/>
                </a:lnTo>
                <a:lnTo>
                  <a:pt x="307212" y="0"/>
                </a:lnTo>
                <a:close/>
              </a:path>
              <a:path w="383540" h="76200">
                <a:moveTo>
                  <a:pt x="307265" y="31752"/>
                </a:moveTo>
                <a:lnTo>
                  <a:pt x="0" y="32105"/>
                </a:lnTo>
                <a:lnTo>
                  <a:pt x="0" y="44805"/>
                </a:lnTo>
                <a:lnTo>
                  <a:pt x="307287" y="44451"/>
                </a:lnTo>
                <a:lnTo>
                  <a:pt x="307265" y="31752"/>
                </a:lnTo>
                <a:close/>
              </a:path>
              <a:path w="383540" h="76200">
                <a:moveTo>
                  <a:pt x="370971" y="31752"/>
                </a:moveTo>
                <a:lnTo>
                  <a:pt x="320039" y="31752"/>
                </a:lnTo>
                <a:lnTo>
                  <a:pt x="320039" y="44451"/>
                </a:lnTo>
                <a:lnTo>
                  <a:pt x="370688" y="44451"/>
                </a:lnTo>
                <a:lnTo>
                  <a:pt x="383539" y="38011"/>
                </a:lnTo>
                <a:lnTo>
                  <a:pt x="370971" y="317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 txBox="1"/>
          <p:nvPr/>
        </p:nvSpPr>
        <p:spPr>
          <a:xfrm>
            <a:off x="10544047" y="6141516"/>
            <a:ext cx="1270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76" name="object 76" descr=""/>
          <p:cNvGrpSpPr/>
          <p:nvPr/>
        </p:nvGrpSpPr>
        <p:grpSpPr>
          <a:xfrm>
            <a:off x="8847201" y="6058077"/>
            <a:ext cx="623570" cy="463550"/>
            <a:chOff x="8847201" y="6058077"/>
            <a:chExt cx="623570" cy="463550"/>
          </a:xfrm>
        </p:grpSpPr>
        <p:sp>
          <p:nvSpPr>
            <p:cNvPr id="77" name="object 77" descr=""/>
            <p:cNvSpPr/>
            <p:nvPr/>
          </p:nvSpPr>
          <p:spPr>
            <a:xfrm>
              <a:off x="8856726" y="6174486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3" y="83303"/>
                  </a:lnTo>
                  <a:lnTo>
                    <a:pt x="36385" y="39947"/>
                  </a:lnTo>
                  <a:lnTo>
                    <a:pt x="75866" y="10718"/>
                  </a:lnTo>
                  <a:lnTo>
                    <a:pt x="124205" y="0"/>
                  </a:lnTo>
                  <a:lnTo>
                    <a:pt x="172545" y="10718"/>
                  </a:lnTo>
                  <a:lnTo>
                    <a:pt x="212026" y="39947"/>
                  </a:lnTo>
                  <a:lnTo>
                    <a:pt x="238648" y="83303"/>
                  </a:lnTo>
                  <a:lnTo>
                    <a:pt x="248412" y="136397"/>
                  </a:lnTo>
                  <a:lnTo>
                    <a:pt x="238648" y="189492"/>
                  </a:lnTo>
                  <a:lnTo>
                    <a:pt x="212026" y="232848"/>
                  </a:lnTo>
                  <a:lnTo>
                    <a:pt x="172545" y="262077"/>
                  </a:lnTo>
                  <a:lnTo>
                    <a:pt x="124205" y="272795"/>
                  </a:lnTo>
                  <a:lnTo>
                    <a:pt x="75866" y="262077"/>
                  </a:lnTo>
                  <a:lnTo>
                    <a:pt x="36385" y="232848"/>
                  </a:lnTo>
                  <a:lnTo>
                    <a:pt x="9763" y="18949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9065514" y="6058077"/>
              <a:ext cx="405130" cy="463550"/>
            </a:xfrm>
            <a:custGeom>
              <a:avLst/>
              <a:gdLst/>
              <a:ahLst/>
              <a:cxnLst/>
              <a:rect l="l" t="t" r="r" b="b"/>
              <a:pathLst>
                <a:path w="405129" h="463550">
                  <a:moveTo>
                    <a:pt x="392557" y="8966"/>
                  </a:moveTo>
                  <a:lnTo>
                    <a:pt x="307721" y="0"/>
                  </a:lnTo>
                  <a:lnTo>
                    <a:pt x="318884" y="29756"/>
                  </a:lnTo>
                  <a:lnTo>
                    <a:pt x="0" y="149098"/>
                  </a:lnTo>
                  <a:lnTo>
                    <a:pt x="4572" y="160997"/>
                  </a:lnTo>
                  <a:lnTo>
                    <a:pt x="323354" y="41643"/>
                  </a:lnTo>
                  <a:lnTo>
                    <a:pt x="334518" y="71361"/>
                  </a:lnTo>
                  <a:lnTo>
                    <a:pt x="377367" y="25285"/>
                  </a:lnTo>
                  <a:lnTo>
                    <a:pt x="392557" y="8966"/>
                  </a:lnTo>
                  <a:close/>
                </a:path>
                <a:path w="405129" h="463550">
                  <a:moveTo>
                    <a:pt x="404749" y="443407"/>
                  </a:moveTo>
                  <a:lnTo>
                    <a:pt x="394716" y="435063"/>
                  </a:lnTo>
                  <a:lnTo>
                    <a:pt x="339217" y="388886"/>
                  </a:lnTo>
                  <a:lnTo>
                    <a:pt x="331965" y="419798"/>
                  </a:lnTo>
                  <a:lnTo>
                    <a:pt x="3683" y="342633"/>
                  </a:lnTo>
                  <a:lnTo>
                    <a:pt x="889" y="355003"/>
                  </a:lnTo>
                  <a:lnTo>
                    <a:pt x="329069" y="432142"/>
                  </a:lnTo>
                  <a:lnTo>
                    <a:pt x="321818" y="463067"/>
                  </a:lnTo>
                  <a:lnTo>
                    <a:pt x="404749" y="4434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 descr=""/>
          <p:cNvSpPr txBox="1"/>
          <p:nvPr/>
        </p:nvSpPr>
        <p:spPr>
          <a:xfrm>
            <a:off x="9188322" y="5887008"/>
            <a:ext cx="1270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6962902" y="2954146"/>
            <a:ext cx="202565" cy="1104265"/>
          </a:xfrm>
          <a:prstGeom prst="rect">
            <a:avLst/>
          </a:prstGeom>
        </p:spPr>
        <p:txBody>
          <a:bodyPr wrap="square" lIns="0" tIns="1860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dirty="0" sz="2400" spc="-50">
                <a:latin typeface="Cambria Math"/>
                <a:cs typeface="Cambria Math"/>
              </a:rPr>
              <a:t>𝑎</a:t>
            </a:r>
            <a:endParaRPr sz="2400">
              <a:latin typeface="Cambria Math"/>
              <a:cs typeface="Cambria Math"/>
            </a:endParaRPr>
          </a:p>
          <a:p>
            <a:pPr marL="25400">
              <a:lnSpc>
                <a:spcPct val="100000"/>
              </a:lnSpc>
              <a:spcBef>
                <a:spcPts val="1365"/>
              </a:spcBef>
            </a:pPr>
            <a:r>
              <a:rPr dirty="0" sz="2400" spc="-50"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7439406" y="4355972"/>
            <a:ext cx="3474085" cy="292100"/>
            <a:chOff x="7439406" y="4355972"/>
            <a:chExt cx="3474085" cy="292100"/>
          </a:xfrm>
        </p:grpSpPr>
        <p:sp>
          <p:nvSpPr>
            <p:cNvPr id="82" name="object 82" descr=""/>
            <p:cNvSpPr/>
            <p:nvPr/>
          </p:nvSpPr>
          <p:spPr>
            <a:xfrm>
              <a:off x="10655046" y="4365497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5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1" y="136397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5" y="272795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09529" y="4424552"/>
              <a:ext cx="139446" cy="156210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9733026" y="4365497"/>
              <a:ext cx="248920" cy="273050"/>
            </a:xfrm>
            <a:custGeom>
              <a:avLst/>
              <a:gdLst/>
              <a:ahLst/>
              <a:cxnLst/>
              <a:rect l="l" t="t" r="r" b="b"/>
              <a:pathLst>
                <a:path w="248920" h="273050">
                  <a:moveTo>
                    <a:pt x="0" y="136397"/>
                  </a:moveTo>
                  <a:lnTo>
                    <a:pt x="9763" y="83313"/>
                  </a:lnTo>
                  <a:lnTo>
                    <a:pt x="36385" y="39957"/>
                  </a:lnTo>
                  <a:lnTo>
                    <a:pt x="75866" y="10721"/>
                  </a:lnTo>
                  <a:lnTo>
                    <a:pt x="124205" y="0"/>
                  </a:lnTo>
                  <a:lnTo>
                    <a:pt x="172545" y="10721"/>
                  </a:lnTo>
                  <a:lnTo>
                    <a:pt x="212026" y="39957"/>
                  </a:lnTo>
                  <a:lnTo>
                    <a:pt x="238648" y="83313"/>
                  </a:lnTo>
                  <a:lnTo>
                    <a:pt x="248412" y="136397"/>
                  </a:lnTo>
                  <a:lnTo>
                    <a:pt x="238648" y="189482"/>
                  </a:lnTo>
                  <a:lnTo>
                    <a:pt x="212026" y="232838"/>
                  </a:lnTo>
                  <a:lnTo>
                    <a:pt x="172545" y="262074"/>
                  </a:lnTo>
                  <a:lnTo>
                    <a:pt x="124205" y="272795"/>
                  </a:lnTo>
                  <a:lnTo>
                    <a:pt x="75866" y="262074"/>
                  </a:lnTo>
                  <a:lnTo>
                    <a:pt x="36385" y="232838"/>
                  </a:lnTo>
                  <a:lnTo>
                    <a:pt x="9763" y="18948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9017508" y="4462271"/>
              <a:ext cx="1637030" cy="85725"/>
            </a:xfrm>
            <a:custGeom>
              <a:avLst/>
              <a:gdLst/>
              <a:ahLst/>
              <a:cxnLst/>
              <a:rect l="l" t="t" r="r" b="b"/>
              <a:pathLst>
                <a:path w="1637029" h="85725">
                  <a:moveTo>
                    <a:pt x="732028" y="47244"/>
                  </a:moveTo>
                  <a:lnTo>
                    <a:pt x="719340" y="40906"/>
                  </a:lnTo>
                  <a:lnTo>
                    <a:pt x="655828" y="9144"/>
                  </a:lnTo>
                  <a:lnTo>
                    <a:pt x="655828" y="40906"/>
                  </a:lnTo>
                  <a:lnTo>
                    <a:pt x="0" y="41275"/>
                  </a:lnTo>
                  <a:lnTo>
                    <a:pt x="0" y="53975"/>
                  </a:lnTo>
                  <a:lnTo>
                    <a:pt x="655828" y="53606"/>
                  </a:lnTo>
                  <a:lnTo>
                    <a:pt x="655828" y="85344"/>
                  </a:lnTo>
                  <a:lnTo>
                    <a:pt x="719302" y="53606"/>
                  </a:lnTo>
                  <a:lnTo>
                    <a:pt x="732028" y="47244"/>
                  </a:lnTo>
                  <a:close/>
                </a:path>
                <a:path w="1637029" h="85725">
                  <a:moveTo>
                    <a:pt x="1636649" y="38100"/>
                  </a:moveTo>
                  <a:lnTo>
                    <a:pt x="1623949" y="31750"/>
                  </a:lnTo>
                  <a:lnTo>
                    <a:pt x="1560449" y="0"/>
                  </a:lnTo>
                  <a:lnTo>
                    <a:pt x="1560449" y="31750"/>
                  </a:lnTo>
                  <a:lnTo>
                    <a:pt x="963168" y="31750"/>
                  </a:lnTo>
                  <a:lnTo>
                    <a:pt x="963168" y="44450"/>
                  </a:lnTo>
                  <a:lnTo>
                    <a:pt x="1560449" y="44450"/>
                  </a:lnTo>
                  <a:lnTo>
                    <a:pt x="1560449" y="76200"/>
                  </a:lnTo>
                  <a:lnTo>
                    <a:pt x="1623949" y="44450"/>
                  </a:lnTo>
                  <a:lnTo>
                    <a:pt x="1636649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7829550" y="4365497"/>
              <a:ext cx="1172210" cy="273050"/>
            </a:xfrm>
            <a:custGeom>
              <a:avLst/>
              <a:gdLst/>
              <a:ahLst/>
              <a:cxnLst/>
              <a:rect l="l" t="t" r="r" b="b"/>
              <a:pathLst>
                <a:path w="1172209" h="273050">
                  <a:moveTo>
                    <a:pt x="923544" y="136397"/>
                  </a:moveTo>
                  <a:lnTo>
                    <a:pt x="933307" y="83313"/>
                  </a:lnTo>
                  <a:lnTo>
                    <a:pt x="959929" y="39957"/>
                  </a:lnTo>
                  <a:lnTo>
                    <a:pt x="999410" y="10721"/>
                  </a:lnTo>
                  <a:lnTo>
                    <a:pt x="1047750" y="0"/>
                  </a:lnTo>
                  <a:lnTo>
                    <a:pt x="1096089" y="10721"/>
                  </a:lnTo>
                  <a:lnTo>
                    <a:pt x="1135570" y="39957"/>
                  </a:lnTo>
                  <a:lnTo>
                    <a:pt x="1162192" y="83313"/>
                  </a:lnTo>
                  <a:lnTo>
                    <a:pt x="1171955" y="136397"/>
                  </a:lnTo>
                  <a:lnTo>
                    <a:pt x="1162192" y="189482"/>
                  </a:lnTo>
                  <a:lnTo>
                    <a:pt x="1135570" y="232838"/>
                  </a:lnTo>
                  <a:lnTo>
                    <a:pt x="1096089" y="262074"/>
                  </a:lnTo>
                  <a:lnTo>
                    <a:pt x="1047750" y="272795"/>
                  </a:lnTo>
                  <a:lnTo>
                    <a:pt x="999410" y="262074"/>
                  </a:lnTo>
                  <a:lnTo>
                    <a:pt x="959929" y="232838"/>
                  </a:lnTo>
                  <a:lnTo>
                    <a:pt x="933307" y="189482"/>
                  </a:lnTo>
                  <a:lnTo>
                    <a:pt x="923544" y="136397"/>
                  </a:lnTo>
                  <a:close/>
                </a:path>
                <a:path w="1172209" h="273050">
                  <a:moveTo>
                    <a:pt x="0" y="136397"/>
                  </a:moveTo>
                  <a:lnTo>
                    <a:pt x="9828" y="83313"/>
                  </a:lnTo>
                  <a:lnTo>
                    <a:pt x="36623" y="39957"/>
                  </a:lnTo>
                  <a:lnTo>
                    <a:pt x="76348" y="10721"/>
                  </a:lnTo>
                  <a:lnTo>
                    <a:pt x="124968" y="0"/>
                  </a:lnTo>
                  <a:lnTo>
                    <a:pt x="173587" y="10721"/>
                  </a:lnTo>
                  <a:lnTo>
                    <a:pt x="213312" y="39957"/>
                  </a:lnTo>
                  <a:lnTo>
                    <a:pt x="240107" y="83313"/>
                  </a:lnTo>
                  <a:lnTo>
                    <a:pt x="249935" y="136397"/>
                  </a:lnTo>
                  <a:lnTo>
                    <a:pt x="240107" y="189482"/>
                  </a:lnTo>
                  <a:lnTo>
                    <a:pt x="213312" y="232838"/>
                  </a:lnTo>
                  <a:lnTo>
                    <a:pt x="173587" y="262074"/>
                  </a:lnTo>
                  <a:lnTo>
                    <a:pt x="124968" y="272795"/>
                  </a:lnTo>
                  <a:lnTo>
                    <a:pt x="76348" y="262074"/>
                  </a:lnTo>
                  <a:lnTo>
                    <a:pt x="36623" y="232838"/>
                  </a:lnTo>
                  <a:lnTo>
                    <a:pt x="9828" y="189482"/>
                  </a:lnTo>
                  <a:lnTo>
                    <a:pt x="0" y="136397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7439406" y="4459731"/>
              <a:ext cx="1313180" cy="85725"/>
            </a:xfrm>
            <a:custGeom>
              <a:avLst/>
              <a:gdLst/>
              <a:ahLst/>
              <a:cxnLst/>
              <a:rect l="l" t="t" r="r" b="b"/>
              <a:pathLst>
                <a:path w="1313179" h="85725">
                  <a:moveTo>
                    <a:pt x="390271" y="42926"/>
                  </a:moveTo>
                  <a:lnTo>
                    <a:pt x="361607" y="28575"/>
                  </a:lnTo>
                  <a:lnTo>
                    <a:pt x="304546" y="0"/>
                  </a:lnTo>
                  <a:lnTo>
                    <a:pt x="304546" y="28575"/>
                  </a:lnTo>
                  <a:lnTo>
                    <a:pt x="0" y="28575"/>
                  </a:lnTo>
                  <a:lnTo>
                    <a:pt x="0" y="57150"/>
                  </a:lnTo>
                  <a:lnTo>
                    <a:pt x="304546" y="57150"/>
                  </a:lnTo>
                  <a:lnTo>
                    <a:pt x="304546" y="85725"/>
                  </a:lnTo>
                  <a:lnTo>
                    <a:pt x="361772" y="57150"/>
                  </a:lnTo>
                  <a:lnTo>
                    <a:pt x="390271" y="42926"/>
                  </a:lnTo>
                  <a:close/>
                </a:path>
                <a:path w="1313179" h="85725">
                  <a:moveTo>
                    <a:pt x="1312799" y="42164"/>
                  </a:moveTo>
                  <a:lnTo>
                    <a:pt x="1300099" y="35814"/>
                  </a:lnTo>
                  <a:lnTo>
                    <a:pt x="1236599" y="4064"/>
                  </a:lnTo>
                  <a:lnTo>
                    <a:pt x="1236599" y="35814"/>
                  </a:lnTo>
                  <a:lnTo>
                    <a:pt x="639318" y="35814"/>
                  </a:lnTo>
                  <a:lnTo>
                    <a:pt x="639318" y="48514"/>
                  </a:lnTo>
                  <a:lnTo>
                    <a:pt x="1236599" y="48514"/>
                  </a:lnTo>
                  <a:lnTo>
                    <a:pt x="1236599" y="80264"/>
                  </a:lnTo>
                  <a:lnTo>
                    <a:pt x="1300099" y="48514"/>
                  </a:lnTo>
                  <a:lnTo>
                    <a:pt x="1312799" y="421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 descr=""/>
          <p:cNvSpPr txBox="1"/>
          <p:nvPr/>
        </p:nvSpPr>
        <p:spPr>
          <a:xfrm>
            <a:off x="6925818" y="4242561"/>
            <a:ext cx="3587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𝑎𝑏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6554851" y="5081727"/>
            <a:ext cx="87820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𝑎</a:t>
            </a:r>
            <a:r>
              <a:rPr dirty="0" sz="2400" spc="-2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5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35">
                <a:latin typeface="Cambria Math"/>
                <a:cs typeface="Cambria Math"/>
              </a:rPr>
              <a:t>𝑎𝑏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0" name="object 90" descr=""/>
          <p:cNvSpPr/>
          <p:nvPr/>
        </p:nvSpPr>
        <p:spPr>
          <a:xfrm>
            <a:off x="6371082" y="6194247"/>
            <a:ext cx="1061085" cy="282575"/>
          </a:xfrm>
          <a:custGeom>
            <a:avLst/>
            <a:gdLst/>
            <a:ahLst/>
            <a:cxnLst/>
            <a:rect l="l" t="t" r="r" b="b"/>
            <a:pathLst>
              <a:path w="1061084" h="282575">
                <a:moveTo>
                  <a:pt x="970534" y="0"/>
                </a:moveTo>
                <a:lnTo>
                  <a:pt x="966469" y="11455"/>
                </a:lnTo>
                <a:lnTo>
                  <a:pt x="982833" y="18549"/>
                </a:lnTo>
                <a:lnTo>
                  <a:pt x="996886" y="28367"/>
                </a:lnTo>
                <a:lnTo>
                  <a:pt x="1025419" y="73880"/>
                </a:lnTo>
                <a:lnTo>
                  <a:pt x="1033706" y="115355"/>
                </a:lnTo>
                <a:lnTo>
                  <a:pt x="1033750" y="115661"/>
                </a:lnTo>
                <a:lnTo>
                  <a:pt x="1033748" y="164648"/>
                </a:lnTo>
                <a:lnTo>
                  <a:pt x="1025366" y="207582"/>
                </a:lnTo>
                <a:lnTo>
                  <a:pt x="996886" y="253822"/>
                </a:lnTo>
                <a:lnTo>
                  <a:pt x="966977" y="270865"/>
                </a:lnTo>
                <a:lnTo>
                  <a:pt x="970534" y="282321"/>
                </a:lnTo>
                <a:lnTo>
                  <a:pt x="1009030" y="264261"/>
                </a:lnTo>
                <a:lnTo>
                  <a:pt x="1037336" y="232981"/>
                </a:lnTo>
                <a:lnTo>
                  <a:pt x="1054766" y="191109"/>
                </a:lnTo>
                <a:lnTo>
                  <a:pt x="1060576" y="141236"/>
                </a:lnTo>
                <a:lnTo>
                  <a:pt x="1059139" y="115661"/>
                </a:lnTo>
                <a:lnTo>
                  <a:pt x="1047450" y="69474"/>
                </a:lnTo>
                <a:lnTo>
                  <a:pt x="1024326" y="32127"/>
                </a:lnTo>
                <a:lnTo>
                  <a:pt x="990988" y="7386"/>
                </a:lnTo>
                <a:lnTo>
                  <a:pt x="970534" y="0"/>
                </a:lnTo>
                <a:close/>
              </a:path>
              <a:path w="1061084" h="282575">
                <a:moveTo>
                  <a:pt x="90042" y="0"/>
                </a:moveTo>
                <a:lnTo>
                  <a:pt x="51657" y="18095"/>
                </a:lnTo>
                <a:lnTo>
                  <a:pt x="23367" y="49479"/>
                </a:lnTo>
                <a:lnTo>
                  <a:pt x="5873" y="91433"/>
                </a:lnTo>
                <a:lnTo>
                  <a:pt x="84" y="139750"/>
                </a:lnTo>
                <a:lnTo>
                  <a:pt x="0" y="141236"/>
                </a:lnTo>
                <a:lnTo>
                  <a:pt x="5810" y="191109"/>
                </a:lnTo>
                <a:lnTo>
                  <a:pt x="23240" y="232981"/>
                </a:lnTo>
                <a:lnTo>
                  <a:pt x="51593" y="264261"/>
                </a:lnTo>
                <a:lnTo>
                  <a:pt x="90042" y="282321"/>
                </a:lnTo>
                <a:lnTo>
                  <a:pt x="93725" y="270865"/>
                </a:lnTo>
                <a:lnTo>
                  <a:pt x="77602" y="263738"/>
                </a:lnTo>
                <a:lnTo>
                  <a:pt x="63706" y="253822"/>
                </a:lnTo>
                <a:lnTo>
                  <a:pt x="35210" y="207582"/>
                </a:lnTo>
                <a:lnTo>
                  <a:pt x="26828" y="164648"/>
                </a:lnTo>
                <a:lnTo>
                  <a:pt x="25780" y="139750"/>
                </a:lnTo>
                <a:lnTo>
                  <a:pt x="26828" y="115661"/>
                </a:lnTo>
                <a:lnTo>
                  <a:pt x="35210" y="73880"/>
                </a:lnTo>
                <a:lnTo>
                  <a:pt x="63801" y="28367"/>
                </a:lnTo>
                <a:lnTo>
                  <a:pt x="9410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 descr=""/>
          <p:cNvSpPr txBox="1"/>
          <p:nvPr/>
        </p:nvSpPr>
        <p:spPr>
          <a:xfrm>
            <a:off x="6458839" y="6105550"/>
            <a:ext cx="8788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𝑎</a:t>
            </a:r>
            <a:r>
              <a:rPr dirty="0" sz="2400" spc="-2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5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𝑎𝑏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7448168" y="6076594"/>
            <a:ext cx="13335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5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2221483" y="5104561"/>
            <a:ext cx="864869" cy="1703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0" spc="-50">
                <a:latin typeface="Courier New"/>
                <a:cs typeface="Courier New"/>
              </a:rPr>
              <a:t>}</a:t>
            </a:r>
            <a:endParaRPr sz="11000">
              <a:latin typeface="Courier New"/>
              <a:cs typeface="Courier New"/>
            </a:endParaRPr>
          </a:p>
        </p:txBody>
      </p:sp>
      <p:sp>
        <p:nvSpPr>
          <p:cNvPr id="94" name="object 94" descr=""/>
          <p:cNvSpPr txBox="1"/>
          <p:nvPr/>
        </p:nvSpPr>
        <p:spPr>
          <a:xfrm>
            <a:off x="2959354" y="5992469"/>
            <a:ext cx="278574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Franklin Gothic Medium"/>
                <a:cs typeface="Franklin Gothic Medium"/>
              </a:rPr>
              <a:t>Use</a:t>
            </a:r>
            <a:r>
              <a:rPr dirty="0" sz="2000" spc="-3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closure</a:t>
            </a:r>
            <a:r>
              <a:rPr dirty="0" sz="2000" spc="-2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constructions</a:t>
            </a:r>
            <a:endParaRPr sz="2000">
              <a:latin typeface="Franklin Gothic Medium"/>
              <a:cs typeface="Franklin Gothic Medium"/>
            </a:endParaRPr>
          </a:p>
        </p:txBody>
      </p:sp>
      <p:grpSp>
        <p:nvGrpSpPr>
          <p:cNvPr id="95" name="object 95" descr=""/>
          <p:cNvGrpSpPr/>
          <p:nvPr/>
        </p:nvGrpSpPr>
        <p:grpSpPr>
          <a:xfrm>
            <a:off x="7386066" y="3801236"/>
            <a:ext cx="1570355" cy="293370"/>
            <a:chOff x="7386066" y="3801236"/>
            <a:chExt cx="1570355" cy="293370"/>
          </a:xfrm>
        </p:grpSpPr>
        <p:sp>
          <p:nvSpPr>
            <p:cNvPr id="96" name="object 96" descr=""/>
            <p:cNvSpPr/>
            <p:nvPr/>
          </p:nvSpPr>
          <p:spPr>
            <a:xfrm>
              <a:off x="8698230" y="3810761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60"/>
                  </a:moveTo>
                  <a:lnTo>
                    <a:pt x="9763" y="83796"/>
                  </a:lnTo>
                  <a:lnTo>
                    <a:pt x="36385" y="40195"/>
                  </a:lnTo>
                  <a:lnTo>
                    <a:pt x="75866" y="10787"/>
                  </a:lnTo>
                  <a:lnTo>
                    <a:pt x="124205" y="0"/>
                  </a:lnTo>
                  <a:lnTo>
                    <a:pt x="172545" y="10787"/>
                  </a:lnTo>
                  <a:lnTo>
                    <a:pt x="212026" y="40195"/>
                  </a:lnTo>
                  <a:lnTo>
                    <a:pt x="238648" y="83796"/>
                  </a:lnTo>
                  <a:lnTo>
                    <a:pt x="248412" y="137160"/>
                  </a:lnTo>
                  <a:lnTo>
                    <a:pt x="238648" y="190523"/>
                  </a:lnTo>
                  <a:lnTo>
                    <a:pt x="212026" y="234124"/>
                  </a:lnTo>
                  <a:lnTo>
                    <a:pt x="172545" y="263532"/>
                  </a:lnTo>
                  <a:lnTo>
                    <a:pt x="124205" y="274319"/>
                  </a:lnTo>
                  <a:lnTo>
                    <a:pt x="75866" y="263532"/>
                  </a:lnTo>
                  <a:lnTo>
                    <a:pt x="36385" y="234124"/>
                  </a:lnTo>
                  <a:lnTo>
                    <a:pt x="9763" y="190523"/>
                  </a:lnTo>
                  <a:lnTo>
                    <a:pt x="0" y="13716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52713" y="3871340"/>
              <a:ext cx="139445" cy="156209"/>
            </a:xfrm>
            <a:prstGeom prst="rect">
              <a:avLst/>
            </a:prstGeom>
          </p:spPr>
        </p:pic>
        <p:sp>
          <p:nvSpPr>
            <p:cNvPr id="98" name="object 98" descr=""/>
            <p:cNvSpPr/>
            <p:nvPr/>
          </p:nvSpPr>
          <p:spPr>
            <a:xfrm>
              <a:off x="7776210" y="3810761"/>
              <a:ext cx="248920" cy="274320"/>
            </a:xfrm>
            <a:custGeom>
              <a:avLst/>
              <a:gdLst/>
              <a:ahLst/>
              <a:cxnLst/>
              <a:rect l="l" t="t" r="r" b="b"/>
              <a:pathLst>
                <a:path w="248920" h="274320">
                  <a:moveTo>
                    <a:pt x="0" y="137160"/>
                  </a:moveTo>
                  <a:lnTo>
                    <a:pt x="9763" y="83796"/>
                  </a:lnTo>
                  <a:lnTo>
                    <a:pt x="36385" y="40195"/>
                  </a:lnTo>
                  <a:lnTo>
                    <a:pt x="75866" y="10787"/>
                  </a:lnTo>
                  <a:lnTo>
                    <a:pt x="124206" y="0"/>
                  </a:lnTo>
                  <a:lnTo>
                    <a:pt x="172545" y="10787"/>
                  </a:lnTo>
                  <a:lnTo>
                    <a:pt x="212026" y="40195"/>
                  </a:lnTo>
                  <a:lnTo>
                    <a:pt x="238648" y="83796"/>
                  </a:lnTo>
                  <a:lnTo>
                    <a:pt x="248412" y="137160"/>
                  </a:lnTo>
                  <a:lnTo>
                    <a:pt x="238648" y="190523"/>
                  </a:lnTo>
                  <a:lnTo>
                    <a:pt x="212026" y="234124"/>
                  </a:lnTo>
                  <a:lnTo>
                    <a:pt x="172545" y="263532"/>
                  </a:lnTo>
                  <a:lnTo>
                    <a:pt x="124206" y="274319"/>
                  </a:lnTo>
                  <a:lnTo>
                    <a:pt x="75866" y="263532"/>
                  </a:lnTo>
                  <a:lnTo>
                    <a:pt x="36385" y="234124"/>
                  </a:lnTo>
                  <a:lnTo>
                    <a:pt x="9763" y="190523"/>
                  </a:lnTo>
                  <a:lnTo>
                    <a:pt x="0" y="13716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7386066" y="3904995"/>
              <a:ext cx="1311275" cy="85725"/>
            </a:xfrm>
            <a:custGeom>
              <a:avLst/>
              <a:gdLst/>
              <a:ahLst/>
              <a:cxnLst/>
              <a:rect l="l" t="t" r="r" b="b"/>
              <a:pathLst>
                <a:path w="1311275" h="85725">
                  <a:moveTo>
                    <a:pt x="390271" y="42926"/>
                  </a:moveTo>
                  <a:lnTo>
                    <a:pt x="361607" y="28575"/>
                  </a:lnTo>
                  <a:lnTo>
                    <a:pt x="304546" y="0"/>
                  </a:lnTo>
                  <a:lnTo>
                    <a:pt x="304546" y="28575"/>
                  </a:lnTo>
                  <a:lnTo>
                    <a:pt x="0" y="28575"/>
                  </a:lnTo>
                  <a:lnTo>
                    <a:pt x="0" y="57150"/>
                  </a:lnTo>
                  <a:lnTo>
                    <a:pt x="304546" y="57150"/>
                  </a:lnTo>
                  <a:lnTo>
                    <a:pt x="304546" y="85725"/>
                  </a:lnTo>
                  <a:lnTo>
                    <a:pt x="361772" y="57150"/>
                  </a:lnTo>
                  <a:lnTo>
                    <a:pt x="390271" y="42926"/>
                  </a:lnTo>
                  <a:close/>
                </a:path>
                <a:path w="1311275" h="85725">
                  <a:moveTo>
                    <a:pt x="1311275" y="42164"/>
                  </a:moveTo>
                  <a:lnTo>
                    <a:pt x="1298575" y="35814"/>
                  </a:lnTo>
                  <a:lnTo>
                    <a:pt x="1235075" y="4064"/>
                  </a:lnTo>
                  <a:lnTo>
                    <a:pt x="1235075" y="35814"/>
                  </a:lnTo>
                  <a:lnTo>
                    <a:pt x="637794" y="35814"/>
                  </a:lnTo>
                  <a:lnTo>
                    <a:pt x="637794" y="48514"/>
                  </a:lnTo>
                  <a:lnTo>
                    <a:pt x="1235075" y="48514"/>
                  </a:lnTo>
                  <a:lnTo>
                    <a:pt x="1235075" y="80264"/>
                  </a:lnTo>
                  <a:lnTo>
                    <a:pt x="1298575" y="48514"/>
                  </a:lnTo>
                  <a:lnTo>
                    <a:pt x="1311275" y="421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0" name="object 100" descr=""/>
          <p:cNvSpPr txBox="1"/>
          <p:nvPr/>
        </p:nvSpPr>
        <p:spPr>
          <a:xfrm>
            <a:off x="8252206" y="3636391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8290306" y="415023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10213975" y="4181602"/>
            <a:ext cx="14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 marL="63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04" name="object 10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105" name="object 10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106" name="object 10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355092" y="0"/>
                  </a:moveTo>
                  <a:lnTo>
                    <a:pt x="355092" y="58674"/>
                  </a:lnTo>
                  <a:lnTo>
                    <a:pt x="0" y="58674"/>
                  </a:lnTo>
                  <a:lnTo>
                    <a:pt x="0" y="176022"/>
                  </a:lnTo>
                  <a:lnTo>
                    <a:pt x="355092" y="176022"/>
                  </a:lnTo>
                  <a:lnTo>
                    <a:pt x="355092" y="234696"/>
                  </a:lnTo>
                  <a:lnTo>
                    <a:pt x="472440" y="117348"/>
                  </a:lnTo>
                  <a:lnTo>
                    <a:pt x="3550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0" y="58674"/>
                  </a:moveTo>
                  <a:lnTo>
                    <a:pt x="355092" y="58674"/>
                  </a:lnTo>
                  <a:lnTo>
                    <a:pt x="355092" y="0"/>
                  </a:lnTo>
                  <a:lnTo>
                    <a:pt x="472440" y="117348"/>
                  </a:lnTo>
                  <a:lnTo>
                    <a:pt x="355092" y="234696"/>
                  </a:lnTo>
                  <a:lnTo>
                    <a:pt x="355092" y="176022"/>
                  </a:lnTo>
                  <a:lnTo>
                    <a:pt x="0" y="176022"/>
                  </a:lnTo>
                  <a:lnTo>
                    <a:pt x="0" y="5867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8" name="object 108" descr=""/>
          <p:cNvGrpSpPr/>
          <p:nvPr/>
        </p:nvGrpSpPr>
        <p:grpSpPr>
          <a:xfrm>
            <a:off x="3136392" y="3104388"/>
            <a:ext cx="4020185" cy="2298065"/>
            <a:chOff x="3136392" y="3104388"/>
            <a:chExt cx="4020185" cy="2298065"/>
          </a:xfrm>
        </p:grpSpPr>
        <p:pic>
          <p:nvPicPr>
            <p:cNvPr id="109" name="object 10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36392" y="3104388"/>
              <a:ext cx="4020184" cy="2298065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31464" y="3299460"/>
              <a:ext cx="3450336" cy="1728216"/>
            </a:xfrm>
            <a:prstGeom prst="rect">
              <a:avLst/>
            </a:prstGeom>
          </p:spPr>
        </p:pic>
      </p:grpSp>
      <p:sp>
        <p:nvSpPr>
          <p:cNvPr id="111" name="object 111" descr=""/>
          <p:cNvSpPr txBox="1"/>
          <p:nvPr/>
        </p:nvSpPr>
        <p:spPr>
          <a:xfrm>
            <a:off x="6204203" y="3290315"/>
            <a:ext cx="577850" cy="30797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6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dirty="0" sz="1400" spc="-20">
                <a:latin typeface="Franklin Gothic Medium"/>
                <a:cs typeface="Franklin Gothic Medium"/>
              </a:rPr>
              <a:t>Star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112" name="object 112" descr=""/>
          <p:cNvSpPr/>
          <p:nvPr/>
        </p:nvSpPr>
        <p:spPr>
          <a:xfrm>
            <a:off x="8982075" y="5629655"/>
            <a:ext cx="1351280" cy="538480"/>
          </a:xfrm>
          <a:custGeom>
            <a:avLst/>
            <a:gdLst/>
            <a:ahLst/>
            <a:cxnLst/>
            <a:rect l="l" t="t" r="r" b="b"/>
            <a:pathLst>
              <a:path w="1351279" h="538479">
                <a:moveTo>
                  <a:pt x="0" y="456133"/>
                </a:moveTo>
                <a:lnTo>
                  <a:pt x="24002" y="537870"/>
                </a:lnTo>
                <a:lnTo>
                  <a:pt x="69291" y="477177"/>
                </a:lnTo>
                <a:lnTo>
                  <a:pt x="44576" y="477177"/>
                </a:lnTo>
                <a:lnTo>
                  <a:pt x="25907" y="473583"/>
                </a:lnTo>
                <a:lnTo>
                  <a:pt x="28313" y="461229"/>
                </a:lnTo>
                <a:lnTo>
                  <a:pt x="0" y="456133"/>
                </a:lnTo>
                <a:close/>
              </a:path>
              <a:path w="1351279" h="538479">
                <a:moveTo>
                  <a:pt x="28313" y="461229"/>
                </a:moveTo>
                <a:lnTo>
                  <a:pt x="25907" y="473583"/>
                </a:lnTo>
                <a:lnTo>
                  <a:pt x="44576" y="477177"/>
                </a:lnTo>
                <a:lnTo>
                  <a:pt x="47021" y="464597"/>
                </a:lnTo>
                <a:lnTo>
                  <a:pt x="28313" y="461229"/>
                </a:lnTo>
                <a:close/>
              </a:path>
              <a:path w="1351279" h="538479">
                <a:moveTo>
                  <a:pt x="47021" y="464597"/>
                </a:moveTo>
                <a:lnTo>
                  <a:pt x="44576" y="477177"/>
                </a:lnTo>
                <a:lnTo>
                  <a:pt x="69291" y="477177"/>
                </a:lnTo>
                <a:lnTo>
                  <a:pt x="74929" y="469620"/>
                </a:lnTo>
                <a:lnTo>
                  <a:pt x="47021" y="464597"/>
                </a:lnTo>
                <a:close/>
              </a:path>
              <a:path w="1351279" h="538479">
                <a:moveTo>
                  <a:pt x="819403" y="0"/>
                </a:moveTo>
                <a:lnTo>
                  <a:pt x="754252" y="2590"/>
                </a:lnTo>
                <a:lnTo>
                  <a:pt x="687831" y="9512"/>
                </a:lnTo>
                <a:lnTo>
                  <a:pt x="620395" y="21145"/>
                </a:lnTo>
                <a:lnTo>
                  <a:pt x="552450" y="37579"/>
                </a:lnTo>
                <a:lnTo>
                  <a:pt x="496697" y="54597"/>
                </a:lnTo>
                <a:lnTo>
                  <a:pt x="443102" y="74307"/>
                </a:lnTo>
                <a:lnTo>
                  <a:pt x="391668" y="96520"/>
                </a:lnTo>
                <a:lnTo>
                  <a:pt x="342773" y="120954"/>
                </a:lnTo>
                <a:lnTo>
                  <a:pt x="296418" y="147726"/>
                </a:lnTo>
                <a:lnTo>
                  <a:pt x="252983" y="176326"/>
                </a:lnTo>
                <a:lnTo>
                  <a:pt x="212471" y="206895"/>
                </a:lnTo>
                <a:lnTo>
                  <a:pt x="175259" y="239039"/>
                </a:lnTo>
                <a:lnTo>
                  <a:pt x="141350" y="272757"/>
                </a:lnTo>
                <a:lnTo>
                  <a:pt x="110998" y="307809"/>
                </a:lnTo>
                <a:lnTo>
                  <a:pt x="84327" y="344068"/>
                </a:lnTo>
                <a:lnTo>
                  <a:pt x="61595" y="381292"/>
                </a:lnTo>
                <a:lnTo>
                  <a:pt x="43179" y="419366"/>
                </a:lnTo>
                <a:lnTo>
                  <a:pt x="28828" y="458584"/>
                </a:lnTo>
                <a:lnTo>
                  <a:pt x="28313" y="461229"/>
                </a:lnTo>
                <a:lnTo>
                  <a:pt x="47021" y="464597"/>
                </a:lnTo>
                <a:lnTo>
                  <a:pt x="47129" y="464045"/>
                </a:lnTo>
                <a:lnTo>
                  <a:pt x="46990" y="464045"/>
                </a:lnTo>
                <a:lnTo>
                  <a:pt x="47278" y="463101"/>
                </a:lnTo>
                <a:lnTo>
                  <a:pt x="47371" y="462800"/>
                </a:lnTo>
                <a:lnTo>
                  <a:pt x="47952" y="461229"/>
                </a:lnTo>
                <a:lnTo>
                  <a:pt x="53901" y="443825"/>
                </a:lnTo>
                <a:lnTo>
                  <a:pt x="60291" y="427679"/>
                </a:lnTo>
                <a:lnTo>
                  <a:pt x="68877" y="408832"/>
                </a:lnTo>
                <a:lnTo>
                  <a:pt x="69069" y="408359"/>
                </a:lnTo>
                <a:lnTo>
                  <a:pt x="88900" y="372224"/>
                </a:lnTo>
                <a:lnTo>
                  <a:pt x="112504" y="336966"/>
                </a:lnTo>
                <a:lnTo>
                  <a:pt x="140207" y="302412"/>
                </a:lnTo>
                <a:lnTo>
                  <a:pt x="155382" y="285720"/>
                </a:lnTo>
                <a:lnTo>
                  <a:pt x="160034" y="280847"/>
                </a:lnTo>
                <a:lnTo>
                  <a:pt x="188341" y="252895"/>
                </a:lnTo>
                <a:lnTo>
                  <a:pt x="224851" y="221471"/>
                </a:lnTo>
                <a:lnTo>
                  <a:pt x="263772" y="192090"/>
                </a:lnTo>
                <a:lnTo>
                  <a:pt x="306890" y="163656"/>
                </a:lnTo>
                <a:lnTo>
                  <a:pt x="351666" y="137807"/>
                </a:lnTo>
                <a:lnTo>
                  <a:pt x="399558" y="113842"/>
                </a:lnTo>
                <a:lnTo>
                  <a:pt x="450215" y="91960"/>
                </a:lnTo>
                <a:lnTo>
                  <a:pt x="502541" y="72694"/>
                </a:lnTo>
                <a:lnTo>
                  <a:pt x="557311" y="55981"/>
                </a:lnTo>
                <a:lnTo>
                  <a:pt x="624081" y="39860"/>
                </a:lnTo>
                <a:lnTo>
                  <a:pt x="657227" y="33624"/>
                </a:lnTo>
                <a:lnTo>
                  <a:pt x="657098" y="33624"/>
                </a:lnTo>
                <a:lnTo>
                  <a:pt x="723076" y="24447"/>
                </a:lnTo>
                <a:lnTo>
                  <a:pt x="787679" y="19812"/>
                </a:lnTo>
                <a:lnTo>
                  <a:pt x="819511" y="19053"/>
                </a:lnTo>
                <a:lnTo>
                  <a:pt x="1005767" y="19053"/>
                </a:lnTo>
                <a:lnTo>
                  <a:pt x="1002665" y="18313"/>
                </a:lnTo>
                <a:lnTo>
                  <a:pt x="943991" y="8089"/>
                </a:lnTo>
                <a:lnTo>
                  <a:pt x="882776" y="1917"/>
                </a:lnTo>
                <a:lnTo>
                  <a:pt x="851407" y="482"/>
                </a:lnTo>
                <a:lnTo>
                  <a:pt x="819403" y="0"/>
                </a:lnTo>
                <a:close/>
              </a:path>
              <a:path w="1351279" h="538479">
                <a:moveTo>
                  <a:pt x="47312" y="463101"/>
                </a:moveTo>
                <a:lnTo>
                  <a:pt x="46990" y="464045"/>
                </a:lnTo>
                <a:lnTo>
                  <a:pt x="47129" y="464045"/>
                </a:lnTo>
                <a:lnTo>
                  <a:pt x="47312" y="463101"/>
                </a:lnTo>
                <a:close/>
              </a:path>
              <a:path w="1351279" h="538479">
                <a:moveTo>
                  <a:pt x="1327429" y="227311"/>
                </a:moveTo>
                <a:lnTo>
                  <a:pt x="1305695" y="227311"/>
                </a:lnTo>
                <a:lnTo>
                  <a:pt x="1316707" y="247413"/>
                </a:lnTo>
                <a:lnTo>
                  <a:pt x="1322072" y="259270"/>
                </a:lnTo>
                <a:lnTo>
                  <a:pt x="1325245" y="266179"/>
                </a:lnTo>
                <a:lnTo>
                  <a:pt x="1332992" y="287413"/>
                </a:lnTo>
                <a:lnTo>
                  <a:pt x="1350899" y="280847"/>
                </a:lnTo>
                <a:lnTo>
                  <a:pt x="1343025" y="259270"/>
                </a:lnTo>
                <a:lnTo>
                  <a:pt x="1333373" y="238137"/>
                </a:lnTo>
                <a:lnTo>
                  <a:pt x="1327429" y="227311"/>
                </a:lnTo>
                <a:close/>
              </a:path>
              <a:path w="1351279" h="538479">
                <a:moveTo>
                  <a:pt x="1306002" y="227867"/>
                </a:moveTo>
                <a:lnTo>
                  <a:pt x="1306098" y="228278"/>
                </a:lnTo>
                <a:lnTo>
                  <a:pt x="1306447" y="228681"/>
                </a:lnTo>
                <a:lnTo>
                  <a:pt x="1306227" y="228278"/>
                </a:lnTo>
                <a:lnTo>
                  <a:pt x="1305919" y="227867"/>
                </a:lnTo>
                <a:close/>
              </a:path>
              <a:path w="1351279" h="538479">
                <a:moveTo>
                  <a:pt x="1005767" y="19053"/>
                </a:moveTo>
                <a:lnTo>
                  <a:pt x="819511" y="19053"/>
                </a:lnTo>
                <a:lnTo>
                  <a:pt x="850900" y="19519"/>
                </a:lnTo>
                <a:lnTo>
                  <a:pt x="850646" y="19519"/>
                </a:lnTo>
                <a:lnTo>
                  <a:pt x="911816" y="23393"/>
                </a:lnTo>
                <a:lnTo>
                  <a:pt x="970917" y="31568"/>
                </a:lnTo>
                <a:lnTo>
                  <a:pt x="1026352" y="43548"/>
                </a:lnTo>
                <a:lnTo>
                  <a:pt x="1078613" y="59312"/>
                </a:lnTo>
                <a:lnTo>
                  <a:pt x="1127673" y="78897"/>
                </a:lnTo>
                <a:lnTo>
                  <a:pt x="1173371" y="102333"/>
                </a:lnTo>
                <a:lnTo>
                  <a:pt x="1213575" y="128600"/>
                </a:lnTo>
                <a:lnTo>
                  <a:pt x="1213811" y="128803"/>
                </a:lnTo>
                <a:lnTo>
                  <a:pt x="1231161" y="142417"/>
                </a:lnTo>
                <a:lnTo>
                  <a:pt x="1265449" y="174379"/>
                </a:lnTo>
                <a:lnTo>
                  <a:pt x="1292022" y="206895"/>
                </a:lnTo>
                <a:lnTo>
                  <a:pt x="1293622" y="208953"/>
                </a:lnTo>
                <a:lnTo>
                  <a:pt x="1305919" y="227867"/>
                </a:lnTo>
                <a:lnTo>
                  <a:pt x="1305695" y="227311"/>
                </a:lnTo>
                <a:lnTo>
                  <a:pt x="1327429" y="227311"/>
                </a:lnTo>
                <a:lnTo>
                  <a:pt x="1295146" y="179539"/>
                </a:lnTo>
                <a:lnTo>
                  <a:pt x="1262633" y="144678"/>
                </a:lnTo>
                <a:lnTo>
                  <a:pt x="1224915" y="113296"/>
                </a:lnTo>
                <a:lnTo>
                  <a:pt x="1182497" y="85572"/>
                </a:lnTo>
                <a:lnTo>
                  <a:pt x="1135760" y="61620"/>
                </a:lnTo>
                <a:lnTo>
                  <a:pt x="1085088" y="41389"/>
                </a:lnTo>
                <a:lnTo>
                  <a:pt x="1030985" y="25069"/>
                </a:lnTo>
                <a:lnTo>
                  <a:pt x="1005767" y="1905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 descr=""/>
          <p:cNvSpPr txBox="1"/>
          <p:nvPr/>
        </p:nvSpPr>
        <p:spPr>
          <a:xfrm>
            <a:off x="8901430" y="5786729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4" name="object 114" descr=""/>
          <p:cNvSpPr/>
          <p:nvPr/>
        </p:nvSpPr>
        <p:spPr>
          <a:xfrm>
            <a:off x="8916923" y="6442138"/>
            <a:ext cx="2551430" cy="380365"/>
          </a:xfrm>
          <a:custGeom>
            <a:avLst/>
            <a:gdLst/>
            <a:ahLst/>
            <a:cxnLst/>
            <a:rect l="l" t="t" r="r" b="b"/>
            <a:pathLst>
              <a:path w="2551429" h="380365">
                <a:moveTo>
                  <a:pt x="47378" y="68230"/>
                </a:moveTo>
                <a:lnTo>
                  <a:pt x="29076" y="74488"/>
                </a:lnTo>
                <a:lnTo>
                  <a:pt x="37846" y="90233"/>
                </a:lnTo>
                <a:lnTo>
                  <a:pt x="50926" y="104914"/>
                </a:lnTo>
                <a:lnTo>
                  <a:pt x="81533" y="132422"/>
                </a:lnTo>
                <a:lnTo>
                  <a:pt x="118745" y="158813"/>
                </a:lnTo>
                <a:lnTo>
                  <a:pt x="162559" y="184150"/>
                </a:lnTo>
                <a:lnTo>
                  <a:pt x="212598" y="208343"/>
                </a:lnTo>
                <a:lnTo>
                  <a:pt x="268731" y="231317"/>
                </a:lnTo>
                <a:lnTo>
                  <a:pt x="330580" y="252996"/>
                </a:lnTo>
                <a:lnTo>
                  <a:pt x="398145" y="273304"/>
                </a:lnTo>
                <a:lnTo>
                  <a:pt x="471043" y="292154"/>
                </a:lnTo>
                <a:lnTo>
                  <a:pt x="509731" y="301146"/>
                </a:lnTo>
                <a:lnTo>
                  <a:pt x="548894" y="309557"/>
                </a:lnTo>
                <a:lnTo>
                  <a:pt x="589787" y="317588"/>
                </a:lnTo>
                <a:lnTo>
                  <a:pt x="631825" y="325234"/>
                </a:lnTo>
                <a:lnTo>
                  <a:pt x="675021" y="332402"/>
                </a:lnTo>
                <a:lnTo>
                  <a:pt x="719201" y="339181"/>
                </a:lnTo>
                <a:lnTo>
                  <a:pt x="764667" y="345485"/>
                </a:lnTo>
                <a:lnTo>
                  <a:pt x="811903" y="351409"/>
                </a:lnTo>
                <a:lnTo>
                  <a:pt x="858647" y="356662"/>
                </a:lnTo>
                <a:lnTo>
                  <a:pt x="986535" y="368211"/>
                </a:lnTo>
                <a:lnTo>
                  <a:pt x="1115568" y="375942"/>
                </a:lnTo>
                <a:lnTo>
                  <a:pt x="1244600" y="379952"/>
                </a:lnTo>
                <a:lnTo>
                  <a:pt x="1372997" y="380238"/>
                </a:lnTo>
                <a:lnTo>
                  <a:pt x="1499743" y="377088"/>
                </a:lnTo>
                <a:lnTo>
                  <a:pt x="1624076" y="370406"/>
                </a:lnTo>
                <a:lnTo>
                  <a:pt x="1736540" y="361190"/>
                </a:lnTo>
                <a:lnTo>
                  <a:pt x="1374009" y="361190"/>
                </a:lnTo>
                <a:lnTo>
                  <a:pt x="1244980" y="360907"/>
                </a:lnTo>
                <a:lnTo>
                  <a:pt x="1116652" y="356919"/>
                </a:lnTo>
                <a:lnTo>
                  <a:pt x="988228" y="349228"/>
                </a:lnTo>
                <a:lnTo>
                  <a:pt x="860678" y="337720"/>
                </a:lnTo>
                <a:lnTo>
                  <a:pt x="813434" y="332402"/>
                </a:lnTo>
                <a:lnTo>
                  <a:pt x="767206" y="326607"/>
                </a:lnTo>
                <a:lnTo>
                  <a:pt x="721995" y="320339"/>
                </a:lnTo>
                <a:lnTo>
                  <a:pt x="678052" y="313596"/>
                </a:lnTo>
                <a:lnTo>
                  <a:pt x="635126" y="306477"/>
                </a:lnTo>
                <a:lnTo>
                  <a:pt x="593344" y="298883"/>
                </a:lnTo>
                <a:lnTo>
                  <a:pt x="552830" y="290915"/>
                </a:lnTo>
                <a:lnTo>
                  <a:pt x="513824" y="282524"/>
                </a:lnTo>
                <a:lnTo>
                  <a:pt x="475487" y="273646"/>
                </a:lnTo>
                <a:lnTo>
                  <a:pt x="403351" y="254977"/>
                </a:lnTo>
                <a:lnTo>
                  <a:pt x="337290" y="235119"/>
                </a:lnTo>
                <a:lnTo>
                  <a:pt x="275617" y="213550"/>
                </a:lnTo>
                <a:lnTo>
                  <a:pt x="220486" y="190995"/>
                </a:lnTo>
                <a:lnTo>
                  <a:pt x="172264" y="167708"/>
                </a:lnTo>
                <a:lnTo>
                  <a:pt x="128904" y="142633"/>
                </a:lnTo>
                <a:lnTo>
                  <a:pt x="126327" y="140881"/>
                </a:lnTo>
                <a:lnTo>
                  <a:pt x="110234" y="130104"/>
                </a:lnTo>
                <a:lnTo>
                  <a:pt x="94096" y="118096"/>
                </a:lnTo>
                <a:lnTo>
                  <a:pt x="78410" y="104914"/>
                </a:lnTo>
                <a:lnTo>
                  <a:pt x="64904" y="91948"/>
                </a:lnTo>
                <a:lnTo>
                  <a:pt x="54261" y="80060"/>
                </a:lnTo>
                <a:lnTo>
                  <a:pt x="53975" y="80060"/>
                </a:lnTo>
                <a:lnTo>
                  <a:pt x="52704" y="78320"/>
                </a:lnTo>
                <a:lnTo>
                  <a:pt x="53004" y="78320"/>
                </a:lnTo>
                <a:lnTo>
                  <a:pt x="47378" y="68230"/>
                </a:lnTo>
                <a:close/>
              </a:path>
              <a:path w="2551429" h="380365">
                <a:moveTo>
                  <a:pt x="2540380" y="123164"/>
                </a:moveTo>
                <a:lnTo>
                  <a:pt x="2487356" y="157634"/>
                </a:lnTo>
                <a:lnTo>
                  <a:pt x="2424346" y="189481"/>
                </a:lnTo>
                <a:lnTo>
                  <a:pt x="2387854" y="204900"/>
                </a:lnTo>
                <a:lnTo>
                  <a:pt x="2349833" y="219493"/>
                </a:lnTo>
                <a:lnTo>
                  <a:pt x="2309898" y="233246"/>
                </a:lnTo>
                <a:lnTo>
                  <a:pt x="2267032" y="246651"/>
                </a:lnTo>
                <a:lnTo>
                  <a:pt x="2222555" y="259278"/>
                </a:lnTo>
                <a:lnTo>
                  <a:pt x="2175567" y="271368"/>
                </a:lnTo>
                <a:lnTo>
                  <a:pt x="2127504" y="282524"/>
                </a:lnTo>
                <a:lnTo>
                  <a:pt x="2077084" y="293157"/>
                </a:lnTo>
                <a:lnTo>
                  <a:pt x="2024886" y="303150"/>
                </a:lnTo>
                <a:lnTo>
                  <a:pt x="1971276" y="312367"/>
                </a:lnTo>
                <a:lnTo>
                  <a:pt x="1859689" y="328519"/>
                </a:lnTo>
                <a:lnTo>
                  <a:pt x="1743091" y="341543"/>
                </a:lnTo>
                <a:lnTo>
                  <a:pt x="1622602" y="351409"/>
                </a:lnTo>
                <a:lnTo>
                  <a:pt x="1498750" y="358057"/>
                </a:lnTo>
                <a:lnTo>
                  <a:pt x="1372616" y="361190"/>
                </a:lnTo>
                <a:lnTo>
                  <a:pt x="1736540" y="361190"/>
                </a:lnTo>
                <a:lnTo>
                  <a:pt x="1862327" y="347395"/>
                </a:lnTo>
                <a:lnTo>
                  <a:pt x="1974342" y="331162"/>
                </a:lnTo>
                <a:lnTo>
                  <a:pt x="2028317" y="321887"/>
                </a:lnTo>
                <a:lnTo>
                  <a:pt x="2080768" y="311852"/>
                </a:lnTo>
                <a:lnTo>
                  <a:pt x="2131568" y="301146"/>
                </a:lnTo>
                <a:lnTo>
                  <a:pt x="2180590" y="289763"/>
                </a:lnTo>
                <a:lnTo>
                  <a:pt x="2227706" y="277609"/>
                </a:lnTo>
                <a:lnTo>
                  <a:pt x="2272919" y="264782"/>
                </a:lnTo>
                <a:lnTo>
                  <a:pt x="2315972" y="251269"/>
                </a:lnTo>
                <a:lnTo>
                  <a:pt x="2356993" y="237172"/>
                </a:lnTo>
                <a:lnTo>
                  <a:pt x="2395728" y="222288"/>
                </a:lnTo>
                <a:lnTo>
                  <a:pt x="2432050" y="206908"/>
                </a:lnTo>
                <a:lnTo>
                  <a:pt x="2497074" y="174015"/>
                </a:lnTo>
                <a:lnTo>
                  <a:pt x="2551303" y="138772"/>
                </a:lnTo>
                <a:lnTo>
                  <a:pt x="2540380" y="123164"/>
                </a:lnTo>
                <a:close/>
              </a:path>
              <a:path w="2551429" h="380365">
                <a:moveTo>
                  <a:pt x="11429" y="0"/>
                </a:moveTo>
                <a:lnTo>
                  <a:pt x="0" y="84429"/>
                </a:lnTo>
                <a:lnTo>
                  <a:pt x="29076" y="74488"/>
                </a:lnTo>
                <a:lnTo>
                  <a:pt x="23622" y="64693"/>
                </a:lnTo>
                <a:lnTo>
                  <a:pt x="40258" y="55460"/>
                </a:lnTo>
                <a:lnTo>
                  <a:pt x="67763" y="55460"/>
                </a:lnTo>
                <a:lnTo>
                  <a:pt x="11429" y="0"/>
                </a:lnTo>
                <a:close/>
              </a:path>
              <a:path w="2551429" h="380365">
                <a:moveTo>
                  <a:pt x="52704" y="78320"/>
                </a:moveTo>
                <a:lnTo>
                  <a:pt x="53975" y="80060"/>
                </a:lnTo>
                <a:lnTo>
                  <a:pt x="53500" y="79210"/>
                </a:lnTo>
                <a:lnTo>
                  <a:pt x="52704" y="78320"/>
                </a:lnTo>
                <a:close/>
              </a:path>
              <a:path w="2551429" h="380365">
                <a:moveTo>
                  <a:pt x="53500" y="79210"/>
                </a:moveTo>
                <a:lnTo>
                  <a:pt x="53975" y="80060"/>
                </a:lnTo>
                <a:lnTo>
                  <a:pt x="54261" y="80060"/>
                </a:lnTo>
                <a:lnTo>
                  <a:pt x="53500" y="79210"/>
                </a:lnTo>
                <a:close/>
              </a:path>
              <a:path w="2551429" h="380365">
                <a:moveTo>
                  <a:pt x="53004" y="78320"/>
                </a:moveTo>
                <a:lnTo>
                  <a:pt x="52704" y="78320"/>
                </a:lnTo>
                <a:lnTo>
                  <a:pt x="53500" y="79210"/>
                </a:lnTo>
                <a:lnTo>
                  <a:pt x="53004" y="78320"/>
                </a:lnTo>
                <a:close/>
              </a:path>
              <a:path w="2551429" h="380365">
                <a:moveTo>
                  <a:pt x="40258" y="55460"/>
                </a:moveTo>
                <a:lnTo>
                  <a:pt x="23622" y="64693"/>
                </a:lnTo>
                <a:lnTo>
                  <a:pt x="29076" y="74488"/>
                </a:lnTo>
                <a:lnTo>
                  <a:pt x="47378" y="68230"/>
                </a:lnTo>
                <a:lnTo>
                  <a:pt x="40258" y="55460"/>
                </a:lnTo>
                <a:close/>
              </a:path>
              <a:path w="2551429" h="380365">
                <a:moveTo>
                  <a:pt x="67763" y="55460"/>
                </a:moveTo>
                <a:lnTo>
                  <a:pt x="40258" y="55460"/>
                </a:lnTo>
                <a:lnTo>
                  <a:pt x="47378" y="68230"/>
                </a:lnTo>
                <a:lnTo>
                  <a:pt x="72135" y="59766"/>
                </a:lnTo>
                <a:lnTo>
                  <a:pt x="67763" y="5546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 descr=""/>
          <p:cNvSpPr txBox="1"/>
          <p:nvPr/>
        </p:nvSpPr>
        <p:spPr>
          <a:xfrm>
            <a:off x="469188" y="1386230"/>
            <a:ext cx="7611109" cy="103695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1606550" algn="l"/>
                <a:tab pos="737108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Theorem:</a:t>
            </a:r>
            <a:r>
              <a:rPr dirty="0" sz="2800">
                <a:latin typeface="Franklin Gothic Medium"/>
                <a:cs typeface="Franklin Gothic Medium"/>
              </a:rPr>
              <a:t>	If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 spc="1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regular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207B"/>
                </a:solidFill>
                <a:latin typeface="Cambria Math"/>
                <a:cs typeface="Cambria Math"/>
              </a:rPr>
              <a:t>𝐴</a:t>
            </a:r>
            <a:r>
              <a:rPr dirty="0" sz="2800" spc="12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95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𝐿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5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2800" spc="-20" i="1">
                <a:latin typeface="Franklin Gothic Medium"/>
                <a:cs typeface="Franklin Gothic Medium"/>
              </a:rPr>
              <a:t>Proof</a:t>
            </a:r>
            <a:r>
              <a:rPr dirty="0" sz="2800" spc="-20">
                <a:latin typeface="Franklin Gothic Medium"/>
                <a:cs typeface="Franklin Gothic Medium"/>
              </a:rPr>
              <a:t>: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 spc="6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85">
                <a:latin typeface="Franklin Gothic Medium"/>
                <a:cs typeface="Franklin Gothic Medium"/>
              </a:rPr>
              <a:t>NFA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𝑁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17" name="object 117" descr=""/>
          <p:cNvSpPr txBox="1"/>
          <p:nvPr/>
        </p:nvSpPr>
        <p:spPr>
          <a:xfrm>
            <a:off x="647801" y="6343655"/>
            <a:ext cx="935355" cy="382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55"/>
              </a:lnSpc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9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40">
                <a:latin typeface="Cambria Math"/>
                <a:cs typeface="Cambria Math"/>
              </a:rPr>
              <a:t> </a:t>
            </a:r>
            <a:r>
              <a:rPr dirty="0" sz="2400" spc="-3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28571" sz="2625" spc="-52">
                <a:latin typeface="Cambria Math"/>
                <a:cs typeface="Cambria Math"/>
              </a:rPr>
              <a:t>∗</a:t>
            </a:r>
            <a:endParaRPr baseline="28571" sz="2625">
              <a:latin typeface="Cambria Math"/>
              <a:cs typeface="Cambria Math"/>
            </a:endParaRPr>
          </a:p>
        </p:txBody>
      </p:sp>
      <p:sp>
        <p:nvSpPr>
          <p:cNvPr id="118" name="object 118" descr=""/>
          <p:cNvSpPr txBox="1"/>
          <p:nvPr/>
        </p:nvSpPr>
        <p:spPr>
          <a:xfrm>
            <a:off x="9181845" y="6415113"/>
            <a:ext cx="1270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50"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9" name="object 119" descr=""/>
          <p:cNvSpPr txBox="1"/>
          <p:nvPr/>
        </p:nvSpPr>
        <p:spPr>
          <a:xfrm>
            <a:off x="8865869" y="6507772"/>
            <a:ext cx="12700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0" name="object 120" descr=""/>
          <p:cNvSpPr txBox="1"/>
          <p:nvPr/>
        </p:nvSpPr>
        <p:spPr>
          <a:xfrm>
            <a:off x="1428369" y="6528058"/>
            <a:ext cx="154305" cy="248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4"/>
              </a:lnSpc>
            </a:pPr>
            <a:r>
              <a:rPr dirty="0" sz="1750" spc="-50">
                <a:latin typeface="Cambria Math"/>
                <a:cs typeface="Cambria Math"/>
              </a:rPr>
              <a:t>1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116" name="object 116" descr=""/>
          <p:cNvSpPr txBox="1"/>
          <p:nvPr/>
        </p:nvSpPr>
        <p:spPr>
          <a:xfrm>
            <a:off x="9267825" y="4131691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ε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5"/>
              <a:t>Today’s</a:t>
            </a:r>
            <a:r>
              <a:rPr dirty="0" spc="-210"/>
              <a:t> </a:t>
            </a:r>
            <a:r>
              <a:rPr dirty="0" spc="-10"/>
              <a:t>Goals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38627" y="1542288"/>
            <a:ext cx="2574290" cy="993775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5"/>
              </a:spcBef>
            </a:pPr>
            <a:endParaRPr sz="2000">
              <a:latin typeface="Times New Roman"/>
              <a:cs typeface="Times New Roman"/>
            </a:endParaRPr>
          </a:p>
          <a:p>
            <a:pPr marL="201930">
              <a:lnSpc>
                <a:spcPct val="100000"/>
              </a:lnSpc>
            </a:pPr>
            <a:r>
              <a:rPr dirty="0" sz="2000" spc="-20">
                <a:latin typeface="Franklin Gothic Medium"/>
                <a:cs typeface="Franklin Gothic Medium"/>
              </a:rPr>
              <a:t>Regular</a:t>
            </a:r>
            <a:r>
              <a:rPr dirty="0" sz="2000" spc="-9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Expressions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879335" y="1542288"/>
            <a:ext cx="2574290" cy="993775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5"/>
              </a:spcBef>
            </a:pPr>
            <a:endParaRPr sz="2000">
              <a:latin typeface="Times New Roman"/>
              <a:cs typeface="Times New Roman"/>
            </a:endParaRPr>
          </a:p>
          <a:p>
            <a:pPr marL="448309">
              <a:lnSpc>
                <a:spcPct val="100000"/>
              </a:lnSpc>
            </a:pPr>
            <a:r>
              <a:rPr dirty="0" sz="2000" spc="-10">
                <a:latin typeface="Franklin Gothic Medium"/>
                <a:cs typeface="Franklin Gothic Medium"/>
              </a:rPr>
              <a:t>Finite</a:t>
            </a:r>
            <a:r>
              <a:rPr dirty="0" sz="2000" spc="-10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Automata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905755" y="2732532"/>
            <a:ext cx="2574290" cy="46355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13335" rIns="0" bIns="0" rtlCol="0" vert="horz">
            <a:spAutoFit/>
          </a:bodyPr>
          <a:lstStyle/>
          <a:p>
            <a:pPr marL="569595" marR="286385" indent="-27432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Franklin Gothic Medium"/>
                <a:cs typeface="Franklin Gothic Medium"/>
              </a:rPr>
              <a:t>Convert</a:t>
            </a:r>
            <a:r>
              <a:rPr dirty="0" sz="1400" spc="-35">
                <a:latin typeface="Franklin Gothic Medium"/>
                <a:cs typeface="Franklin Gothic Medium"/>
              </a:rPr>
              <a:t> </a:t>
            </a:r>
            <a:r>
              <a:rPr dirty="0" sz="1400" spc="-10">
                <a:latin typeface="Franklin Gothic Medium"/>
                <a:cs typeface="Franklin Gothic Medium"/>
              </a:rPr>
              <a:t>Finite</a:t>
            </a:r>
            <a:r>
              <a:rPr dirty="0" sz="1400">
                <a:latin typeface="Franklin Gothic Medium"/>
                <a:cs typeface="Franklin Gothic Medium"/>
              </a:rPr>
              <a:t> </a:t>
            </a:r>
            <a:r>
              <a:rPr dirty="0" sz="1400" spc="-45">
                <a:latin typeface="Franklin Gothic Medium"/>
                <a:cs typeface="Franklin Gothic Medium"/>
              </a:rPr>
              <a:t>Automata</a:t>
            </a:r>
            <a:r>
              <a:rPr dirty="0" sz="1400" spc="-40">
                <a:latin typeface="Franklin Gothic Medium"/>
                <a:cs typeface="Franklin Gothic Medium"/>
              </a:rPr>
              <a:t> </a:t>
            </a:r>
            <a:r>
              <a:rPr dirty="0" sz="1400" spc="-25">
                <a:latin typeface="Franklin Gothic Medium"/>
                <a:cs typeface="Franklin Gothic Medium"/>
              </a:rPr>
              <a:t>to </a:t>
            </a:r>
            <a:r>
              <a:rPr dirty="0" sz="1400" spc="-20">
                <a:latin typeface="Franklin Gothic Medium"/>
                <a:cs typeface="Franklin Gothic Medium"/>
              </a:rPr>
              <a:t>Regular</a:t>
            </a:r>
            <a:r>
              <a:rPr dirty="0" sz="1400" spc="-40">
                <a:latin typeface="Franklin Gothic Medium"/>
                <a:cs typeface="Franklin Gothic Medium"/>
              </a:rPr>
              <a:t> </a:t>
            </a:r>
            <a:r>
              <a:rPr dirty="0" sz="1400" spc="-10">
                <a:latin typeface="Franklin Gothic Medium"/>
                <a:cs typeface="Franklin Gothic Medium"/>
              </a:rPr>
              <a:t>Expression</a:t>
            </a:r>
            <a:endParaRPr sz="1400">
              <a:latin typeface="Franklin Gothic Medium"/>
              <a:cs typeface="Franklin Gothic Medium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702553" y="1535938"/>
            <a:ext cx="787400" cy="396875"/>
            <a:chOff x="5702553" y="1535938"/>
            <a:chExt cx="787400" cy="396875"/>
          </a:xfrm>
        </p:grpSpPr>
        <p:sp>
          <p:nvSpPr>
            <p:cNvPr id="7" name="object 7" descr=""/>
            <p:cNvSpPr/>
            <p:nvPr/>
          </p:nvSpPr>
          <p:spPr>
            <a:xfrm>
              <a:off x="5708903" y="1542288"/>
              <a:ext cx="774700" cy="384175"/>
            </a:xfrm>
            <a:custGeom>
              <a:avLst/>
              <a:gdLst/>
              <a:ahLst/>
              <a:cxnLst/>
              <a:rect l="l" t="t" r="r" b="b"/>
              <a:pathLst>
                <a:path w="774700" h="384175">
                  <a:moveTo>
                    <a:pt x="582168" y="0"/>
                  </a:moveTo>
                  <a:lnTo>
                    <a:pt x="582168" y="96012"/>
                  </a:lnTo>
                  <a:lnTo>
                    <a:pt x="0" y="96012"/>
                  </a:lnTo>
                  <a:lnTo>
                    <a:pt x="0" y="288036"/>
                  </a:lnTo>
                  <a:lnTo>
                    <a:pt x="582168" y="288036"/>
                  </a:lnTo>
                  <a:lnTo>
                    <a:pt x="582168" y="384048"/>
                  </a:lnTo>
                  <a:lnTo>
                    <a:pt x="774192" y="192024"/>
                  </a:lnTo>
                  <a:lnTo>
                    <a:pt x="5821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708903" y="1542288"/>
              <a:ext cx="774700" cy="384175"/>
            </a:xfrm>
            <a:custGeom>
              <a:avLst/>
              <a:gdLst/>
              <a:ahLst/>
              <a:cxnLst/>
              <a:rect l="l" t="t" r="r" b="b"/>
              <a:pathLst>
                <a:path w="774700" h="384175">
                  <a:moveTo>
                    <a:pt x="0" y="96012"/>
                  </a:moveTo>
                  <a:lnTo>
                    <a:pt x="582168" y="96012"/>
                  </a:lnTo>
                  <a:lnTo>
                    <a:pt x="582168" y="0"/>
                  </a:lnTo>
                  <a:lnTo>
                    <a:pt x="774192" y="192024"/>
                  </a:lnTo>
                  <a:lnTo>
                    <a:pt x="582168" y="384048"/>
                  </a:lnTo>
                  <a:lnTo>
                    <a:pt x="582168" y="288036"/>
                  </a:lnTo>
                  <a:lnTo>
                    <a:pt x="0" y="288036"/>
                  </a:lnTo>
                  <a:lnTo>
                    <a:pt x="0" y="960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5702553" y="2063242"/>
            <a:ext cx="787400" cy="396875"/>
            <a:chOff x="5702553" y="2063242"/>
            <a:chExt cx="787400" cy="396875"/>
          </a:xfrm>
        </p:grpSpPr>
        <p:sp>
          <p:nvSpPr>
            <p:cNvPr id="10" name="object 10" descr=""/>
            <p:cNvSpPr/>
            <p:nvPr/>
          </p:nvSpPr>
          <p:spPr>
            <a:xfrm>
              <a:off x="5708903" y="2069592"/>
              <a:ext cx="774700" cy="384175"/>
            </a:xfrm>
            <a:custGeom>
              <a:avLst/>
              <a:gdLst/>
              <a:ahLst/>
              <a:cxnLst/>
              <a:rect l="l" t="t" r="r" b="b"/>
              <a:pathLst>
                <a:path w="774700" h="384175">
                  <a:moveTo>
                    <a:pt x="192024" y="0"/>
                  </a:moveTo>
                  <a:lnTo>
                    <a:pt x="0" y="192024"/>
                  </a:lnTo>
                  <a:lnTo>
                    <a:pt x="192024" y="384048"/>
                  </a:lnTo>
                  <a:lnTo>
                    <a:pt x="192024" y="288036"/>
                  </a:lnTo>
                  <a:lnTo>
                    <a:pt x="774192" y="288036"/>
                  </a:lnTo>
                  <a:lnTo>
                    <a:pt x="774192" y="96012"/>
                  </a:lnTo>
                  <a:lnTo>
                    <a:pt x="192024" y="96012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708903" y="2069592"/>
              <a:ext cx="774700" cy="384175"/>
            </a:xfrm>
            <a:custGeom>
              <a:avLst/>
              <a:gdLst/>
              <a:ahLst/>
              <a:cxnLst/>
              <a:rect l="l" t="t" r="r" b="b"/>
              <a:pathLst>
                <a:path w="774700" h="384175">
                  <a:moveTo>
                    <a:pt x="774192" y="288036"/>
                  </a:moveTo>
                  <a:lnTo>
                    <a:pt x="192024" y="288036"/>
                  </a:lnTo>
                  <a:lnTo>
                    <a:pt x="192024" y="384048"/>
                  </a:lnTo>
                  <a:lnTo>
                    <a:pt x="0" y="192024"/>
                  </a:lnTo>
                  <a:lnTo>
                    <a:pt x="192024" y="0"/>
                  </a:lnTo>
                  <a:lnTo>
                    <a:pt x="192024" y="96012"/>
                  </a:lnTo>
                  <a:lnTo>
                    <a:pt x="774192" y="96012"/>
                  </a:lnTo>
                  <a:lnTo>
                    <a:pt x="774192" y="2880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69188" y="3605561"/>
            <a:ext cx="8521065" cy="1764030"/>
          </a:xfrm>
          <a:prstGeom prst="rect">
            <a:avLst/>
          </a:prstGeom>
        </p:spPr>
        <p:txBody>
          <a:bodyPr wrap="square" lIns="0" tIns="165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dirty="0" sz="2800">
                <a:latin typeface="Franklin Gothic Medium"/>
                <a:cs typeface="Franklin Gothic Medium"/>
              </a:rPr>
              <a:t>Before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we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can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do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other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side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proof,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we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need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to:</a:t>
            </a:r>
            <a:endParaRPr sz="2800">
              <a:latin typeface="Franklin Gothic Medium"/>
              <a:cs typeface="Franklin Gothic Medium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Look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at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Expressions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in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more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details</a:t>
            </a:r>
            <a:endParaRPr sz="2800">
              <a:latin typeface="Franklin Gothic Medium"/>
              <a:cs typeface="Franklin Gothic Medium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Learn</a:t>
            </a:r>
            <a:r>
              <a:rPr dirty="0" sz="2800" spc="-14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about</a:t>
            </a:r>
            <a:r>
              <a:rPr dirty="0" sz="2800" spc="-150">
                <a:latin typeface="Franklin Gothic Medium"/>
                <a:cs typeface="Franklin Gothic Medium"/>
              </a:rPr>
              <a:t> </a:t>
            </a:r>
            <a:r>
              <a:rPr dirty="0" sz="2800" spc="-45">
                <a:solidFill>
                  <a:srgbClr val="C00000"/>
                </a:solidFill>
                <a:latin typeface="Franklin Gothic Medium"/>
                <a:cs typeface="Franklin Gothic Medium"/>
              </a:rPr>
              <a:t>GNFAs</a:t>
            </a:r>
            <a:r>
              <a:rPr dirty="0" sz="2800" spc="-12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(Generalized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NFAs)</a:t>
            </a:r>
            <a:endParaRPr sz="2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Regular</a:t>
            </a:r>
            <a:r>
              <a:rPr dirty="0" spc="-170"/>
              <a:t> </a:t>
            </a:r>
            <a:r>
              <a:rPr dirty="0" spc="-10"/>
              <a:t>Expressions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69442" y="1347927"/>
            <a:ext cx="1056767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30">
                <a:latin typeface="Franklin Gothic Medium"/>
                <a:cs typeface="Franklin Gothic Medium"/>
              </a:rPr>
              <a:t>Like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we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use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40">
                <a:latin typeface="Franklin Gothic Medium"/>
                <a:cs typeface="Franklin Gothic Medium"/>
              </a:rPr>
              <a:t>arithmetical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operations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create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40">
                <a:latin typeface="Franklin Gothic Medium"/>
                <a:cs typeface="Franklin Gothic Medium"/>
              </a:rPr>
              <a:t>arithmetical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expressions, </a:t>
            </a:r>
            <a:r>
              <a:rPr dirty="0" sz="2800">
                <a:latin typeface="Franklin Gothic Medium"/>
                <a:cs typeface="Franklin Gothic Medium"/>
              </a:rPr>
              <a:t>we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can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use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regular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operations</a:t>
            </a:r>
            <a:r>
              <a:rPr dirty="0" sz="2800" spc="-114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create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regular</a:t>
            </a:r>
            <a:r>
              <a:rPr dirty="0" sz="2800" spc="-8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expressions</a:t>
            </a:r>
            <a:r>
              <a:rPr dirty="0" sz="2800" spc="-1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01141" y="2567076"/>
            <a:ext cx="2694305" cy="1219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0350" marR="5080" indent="-248285">
              <a:lnSpc>
                <a:spcPct val="139900"/>
              </a:lnSpc>
              <a:spcBef>
                <a:spcPts val="100"/>
              </a:spcBef>
            </a:pPr>
            <a:r>
              <a:rPr dirty="0" sz="2800" spc="-90">
                <a:latin typeface="Franklin Gothic Medium"/>
                <a:cs typeface="Franklin Gothic Medium"/>
              </a:rPr>
              <a:t>Atomic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Elements </a:t>
            </a:r>
            <a:r>
              <a:rPr dirty="0" sz="2800">
                <a:latin typeface="Franklin Gothic Medium"/>
                <a:cs typeface="Franklin Gothic Medium"/>
              </a:rPr>
              <a:t>Built</a:t>
            </a:r>
            <a:r>
              <a:rPr dirty="0" sz="2800" spc="-14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from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 spc="-10">
                <a:latin typeface="Cambria Math"/>
                <a:cs typeface="Cambria Math"/>
              </a:rPr>
              <a:t>∅,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ε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736847" y="3374135"/>
            <a:ext cx="5114925" cy="39941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65">
                <a:latin typeface="Franklin Gothic Medium"/>
                <a:cs typeface="Franklin Gothic Medium"/>
              </a:rPr>
              <a:t> </a:t>
            </a:r>
            <a:r>
              <a:rPr dirty="0" sz="2000" spc="-30">
                <a:latin typeface="Franklin Gothic Medium"/>
                <a:cs typeface="Franklin Gothic Medium"/>
              </a:rPr>
              <a:t>atomic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elements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are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regular</a:t>
            </a:r>
            <a:r>
              <a:rPr dirty="0" sz="2000" spc="-4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expressions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058400" y="3374135"/>
            <a:ext cx="1687195" cy="39941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dirty="0" sz="2000">
                <a:latin typeface="Franklin Gothic Medium"/>
                <a:cs typeface="Franklin Gothic Medium"/>
              </a:rPr>
              <a:t>If</a:t>
            </a:r>
            <a:r>
              <a:rPr dirty="0" sz="2000" spc="-40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dirty="0" sz="2000" spc="14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75">
                <a:latin typeface="Cambria Math"/>
                <a:cs typeface="Cambria Math"/>
              </a:rPr>
              <a:t> </a:t>
            </a:r>
            <a:r>
              <a:rPr dirty="0" sz="2000" spc="-20">
                <a:latin typeface="Cambria Math"/>
                <a:cs typeface="Cambria Math"/>
              </a:rPr>
              <a:t>{0,1}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247388" y="3954779"/>
            <a:ext cx="7498080" cy="708660"/>
            <a:chOff x="4247388" y="3954779"/>
            <a:chExt cx="7498080" cy="708660"/>
          </a:xfrm>
        </p:grpSpPr>
        <p:sp>
          <p:nvSpPr>
            <p:cNvPr id="8" name="object 8" descr=""/>
            <p:cNvSpPr/>
            <p:nvPr/>
          </p:nvSpPr>
          <p:spPr>
            <a:xfrm>
              <a:off x="4247388" y="3954779"/>
              <a:ext cx="7498080" cy="708660"/>
            </a:xfrm>
            <a:custGeom>
              <a:avLst/>
              <a:gdLst/>
              <a:ahLst/>
              <a:cxnLst/>
              <a:rect l="l" t="t" r="r" b="b"/>
              <a:pathLst>
                <a:path w="7498080" h="708660">
                  <a:moveTo>
                    <a:pt x="7498079" y="0"/>
                  </a:moveTo>
                  <a:lnTo>
                    <a:pt x="0" y="0"/>
                  </a:lnTo>
                  <a:lnTo>
                    <a:pt x="0" y="708660"/>
                  </a:lnTo>
                  <a:lnTo>
                    <a:pt x="7498079" y="708660"/>
                  </a:lnTo>
                  <a:lnTo>
                    <a:pt x="749807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829544" y="4056760"/>
              <a:ext cx="747395" cy="237490"/>
            </a:xfrm>
            <a:custGeom>
              <a:avLst/>
              <a:gdLst/>
              <a:ahLst/>
              <a:cxnLst/>
              <a:rect l="l" t="t" r="r" b="b"/>
              <a:pathLst>
                <a:path w="747395" h="237489">
                  <a:moveTo>
                    <a:pt x="79375" y="0"/>
                  </a:moveTo>
                  <a:lnTo>
                    <a:pt x="76073" y="0"/>
                  </a:lnTo>
                  <a:lnTo>
                    <a:pt x="62395" y="1054"/>
                  </a:lnTo>
                  <a:lnTo>
                    <a:pt x="26047" y="20612"/>
                  </a:lnTo>
                  <a:lnTo>
                    <a:pt x="17907" y="51943"/>
                  </a:lnTo>
                  <a:lnTo>
                    <a:pt x="17907" y="58801"/>
                  </a:lnTo>
                  <a:lnTo>
                    <a:pt x="18923" y="66675"/>
                  </a:lnTo>
                  <a:lnTo>
                    <a:pt x="22733" y="84201"/>
                  </a:lnTo>
                  <a:lnTo>
                    <a:pt x="23749" y="90170"/>
                  </a:lnTo>
                  <a:lnTo>
                    <a:pt x="23749" y="98806"/>
                  </a:lnTo>
                  <a:lnTo>
                    <a:pt x="21844" y="103505"/>
                  </a:lnTo>
                  <a:lnTo>
                    <a:pt x="17907" y="107061"/>
                  </a:lnTo>
                  <a:lnTo>
                    <a:pt x="13970" y="110744"/>
                  </a:lnTo>
                  <a:lnTo>
                    <a:pt x="8001" y="112649"/>
                  </a:lnTo>
                  <a:lnTo>
                    <a:pt x="0" y="112903"/>
                  </a:lnTo>
                  <a:lnTo>
                    <a:pt x="0" y="123063"/>
                  </a:lnTo>
                  <a:lnTo>
                    <a:pt x="23749" y="137033"/>
                  </a:lnTo>
                  <a:lnTo>
                    <a:pt x="23749" y="145796"/>
                  </a:lnTo>
                  <a:lnTo>
                    <a:pt x="22733" y="151638"/>
                  </a:lnTo>
                  <a:lnTo>
                    <a:pt x="20828" y="160401"/>
                  </a:lnTo>
                  <a:lnTo>
                    <a:pt x="18923" y="169291"/>
                  </a:lnTo>
                  <a:lnTo>
                    <a:pt x="17907" y="177038"/>
                  </a:lnTo>
                  <a:lnTo>
                    <a:pt x="17907" y="183896"/>
                  </a:lnTo>
                  <a:lnTo>
                    <a:pt x="32385" y="223647"/>
                  </a:lnTo>
                  <a:lnTo>
                    <a:pt x="76073" y="236982"/>
                  </a:lnTo>
                  <a:lnTo>
                    <a:pt x="79375" y="236982"/>
                  </a:lnTo>
                  <a:lnTo>
                    <a:pt x="79375" y="227584"/>
                  </a:lnTo>
                  <a:lnTo>
                    <a:pt x="77470" y="227584"/>
                  </a:lnTo>
                  <a:lnTo>
                    <a:pt x="68910" y="226999"/>
                  </a:lnTo>
                  <a:lnTo>
                    <a:pt x="39624" y="196684"/>
                  </a:lnTo>
                  <a:lnTo>
                    <a:pt x="38989" y="186182"/>
                  </a:lnTo>
                  <a:lnTo>
                    <a:pt x="38989" y="180340"/>
                  </a:lnTo>
                  <a:lnTo>
                    <a:pt x="39878" y="173228"/>
                  </a:lnTo>
                  <a:lnTo>
                    <a:pt x="43180" y="156210"/>
                  </a:lnTo>
                  <a:lnTo>
                    <a:pt x="44069" y="150114"/>
                  </a:lnTo>
                  <a:lnTo>
                    <a:pt x="44069" y="139319"/>
                  </a:lnTo>
                  <a:lnTo>
                    <a:pt x="41910" y="133604"/>
                  </a:lnTo>
                  <a:lnTo>
                    <a:pt x="37846" y="129032"/>
                  </a:lnTo>
                  <a:lnTo>
                    <a:pt x="33655" y="124587"/>
                  </a:lnTo>
                  <a:lnTo>
                    <a:pt x="28702" y="121285"/>
                  </a:lnTo>
                  <a:lnTo>
                    <a:pt x="22987" y="119126"/>
                  </a:lnTo>
                  <a:lnTo>
                    <a:pt x="22987" y="116840"/>
                  </a:lnTo>
                  <a:lnTo>
                    <a:pt x="28702" y="114681"/>
                  </a:lnTo>
                  <a:lnTo>
                    <a:pt x="33655" y="111379"/>
                  </a:lnTo>
                  <a:lnTo>
                    <a:pt x="41910" y="102362"/>
                  </a:lnTo>
                  <a:lnTo>
                    <a:pt x="44069" y="96520"/>
                  </a:lnTo>
                  <a:lnTo>
                    <a:pt x="44069" y="85852"/>
                  </a:lnTo>
                  <a:lnTo>
                    <a:pt x="43180" y="79756"/>
                  </a:lnTo>
                  <a:lnTo>
                    <a:pt x="39878" y="62738"/>
                  </a:lnTo>
                  <a:lnTo>
                    <a:pt x="38989" y="55499"/>
                  </a:lnTo>
                  <a:lnTo>
                    <a:pt x="38989" y="49784"/>
                  </a:lnTo>
                  <a:lnTo>
                    <a:pt x="39624" y="39903"/>
                  </a:lnTo>
                  <a:lnTo>
                    <a:pt x="68910" y="10109"/>
                  </a:lnTo>
                  <a:lnTo>
                    <a:pt x="77470" y="9525"/>
                  </a:lnTo>
                  <a:lnTo>
                    <a:pt x="79375" y="9525"/>
                  </a:lnTo>
                  <a:lnTo>
                    <a:pt x="79375" y="0"/>
                  </a:lnTo>
                  <a:close/>
                </a:path>
                <a:path w="747395" h="237489">
                  <a:moveTo>
                    <a:pt x="314198" y="113030"/>
                  </a:moveTo>
                  <a:lnTo>
                    <a:pt x="306324" y="112776"/>
                  </a:lnTo>
                  <a:lnTo>
                    <a:pt x="300355" y="110871"/>
                  </a:lnTo>
                  <a:lnTo>
                    <a:pt x="296418" y="107188"/>
                  </a:lnTo>
                  <a:lnTo>
                    <a:pt x="292481" y="103632"/>
                  </a:lnTo>
                  <a:lnTo>
                    <a:pt x="290449" y="98933"/>
                  </a:lnTo>
                  <a:lnTo>
                    <a:pt x="290449" y="90297"/>
                  </a:lnTo>
                  <a:lnTo>
                    <a:pt x="291465" y="84328"/>
                  </a:lnTo>
                  <a:lnTo>
                    <a:pt x="293370" y="75565"/>
                  </a:lnTo>
                  <a:lnTo>
                    <a:pt x="295402" y="66802"/>
                  </a:lnTo>
                  <a:lnTo>
                    <a:pt x="296291" y="58928"/>
                  </a:lnTo>
                  <a:lnTo>
                    <a:pt x="296291" y="52070"/>
                  </a:lnTo>
                  <a:lnTo>
                    <a:pt x="295376" y="39954"/>
                  </a:lnTo>
                  <a:lnTo>
                    <a:pt x="273659" y="7721"/>
                  </a:lnTo>
                  <a:lnTo>
                    <a:pt x="238125" y="0"/>
                  </a:lnTo>
                  <a:lnTo>
                    <a:pt x="234950" y="0"/>
                  </a:lnTo>
                  <a:lnTo>
                    <a:pt x="234950" y="9525"/>
                  </a:lnTo>
                  <a:lnTo>
                    <a:pt x="236855" y="9525"/>
                  </a:lnTo>
                  <a:lnTo>
                    <a:pt x="245325" y="10109"/>
                  </a:lnTo>
                  <a:lnTo>
                    <a:pt x="274574" y="39954"/>
                  </a:lnTo>
                  <a:lnTo>
                    <a:pt x="275209" y="49911"/>
                  </a:lnTo>
                  <a:lnTo>
                    <a:pt x="275209" y="55626"/>
                  </a:lnTo>
                  <a:lnTo>
                    <a:pt x="274447" y="62865"/>
                  </a:lnTo>
                  <a:lnTo>
                    <a:pt x="272669" y="71374"/>
                  </a:lnTo>
                  <a:lnTo>
                    <a:pt x="271018" y="79883"/>
                  </a:lnTo>
                  <a:lnTo>
                    <a:pt x="270256" y="85979"/>
                  </a:lnTo>
                  <a:lnTo>
                    <a:pt x="270256" y="96647"/>
                  </a:lnTo>
                  <a:lnTo>
                    <a:pt x="272288" y="102489"/>
                  </a:lnTo>
                  <a:lnTo>
                    <a:pt x="276479" y="106934"/>
                  </a:lnTo>
                  <a:lnTo>
                    <a:pt x="280543" y="111506"/>
                  </a:lnTo>
                  <a:lnTo>
                    <a:pt x="285496" y="114808"/>
                  </a:lnTo>
                  <a:lnTo>
                    <a:pt x="291211" y="116967"/>
                  </a:lnTo>
                  <a:lnTo>
                    <a:pt x="291211" y="119253"/>
                  </a:lnTo>
                  <a:lnTo>
                    <a:pt x="285496" y="121412"/>
                  </a:lnTo>
                  <a:lnTo>
                    <a:pt x="280543" y="124714"/>
                  </a:lnTo>
                  <a:lnTo>
                    <a:pt x="272288" y="133731"/>
                  </a:lnTo>
                  <a:lnTo>
                    <a:pt x="270256" y="139446"/>
                  </a:lnTo>
                  <a:lnTo>
                    <a:pt x="270256" y="150241"/>
                  </a:lnTo>
                  <a:lnTo>
                    <a:pt x="271018" y="156210"/>
                  </a:lnTo>
                  <a:lnTo>
                    <a:pt x="272669" y="164846"/>
                  </a:lnTo>
                  <a:lnTo>
                    <a:pt x="274447" y="173355"/>
                  </a:lnTo>
                  <a:lnTo>
                    <a:pt x="275209" y="180467"/>
                  </a:lnTo>
                  <a:lnTo>
                    <a:pt x="275209" y="186309"/>
                  </a:lnTo>
                  <a:lnTo>
                    <a:pt x="274574" y="196557"/>
                  </a:lnTo>
                  <a:lnTo>
                    <a:pt x="245325" y="226999"/>
                  </a:lnTo>
                  <a:lnTo>
                    <a:pt x="236855" y="227584"/>
                  </a:lnTo>
                  <a:lnTo>
                    <a:pt x="234950" y="227584"/>
                  </a:lnTo>
                  <a:lnTo>
                    <a:pt x="234950" y="236982"/>
                  </a:lnTo>
                  <a:lnTo>
                    <a:pt x="238125" y="236982"/>
                  </a:lnTo>
                  <a:lnTo>
                    <a:pt x="251841" y="236016"/>
                  </a:lnTo>
                  <a:lnTo>
                    <a:pt x="288137" y="216331"/>
                  </a:lnTo>
                  <a:lnTo>
                    <a:pt x="296291" y="184023"/>
                  </a:lnTo>
                  <a:lnTo>
                    <a:pt x="296291" y="177165"/>
                  </a:lnTo>
                  <a:lnTo>
                    <a:pt x="295402" y="169418"/>
                  </a:lnTo>
                  <a:lnTo>
                    <a:pt x="293370" y="160528"/>
                  </a:lnTo>
                  <a:lnTo>
                    <a:pt x="291465" y="151765"/>
                  </a:lnTo>
                  <a:lnTo>
                    <a:pt x="290449" y="145923"/>
                  </a:lnTo>
                  <a:lnTo>
                    <a:pt x="290449" y="137160"/>
                  </a:lnTo>
                  <a:lnTo>
                    <a:pt x="314198" y="123190"/>
                  </a:lnTo>
                  <a:lnTo>
                    <a:pt x="314198" y="113030"/>
                  </a:lnTo>
                  <a:close/>
                </a:path>
                <a:path w="747395" h="237489">
                  <a:moveTo>
                    <a:pt x="512191" y="0"/>
                  </a:moveTo>
                  <a:lnTo>
                    <a:pt x="508889" y="0"/>
                  </a:lnTo>
                  <a:lnTo>
                    <a:pt x="495211" y="1054"/>
                  </a:lnTo>
                  <a:lnTo>
                    <a:pt x="458863" y="20612"/>
                  </a:lnTo>
                  <a:lnTo>
                    <a:pt x="450723" y="51943"/>
                  </a:lnTo>
                  <a:lnTo>
                    <a:pt x="450723" y="58801"/>
                  </a:lnTo>
                  <a:lnTo>
                    <a:pt x="451739" y="66675"/>
                  </a:lnTo>
                  <a:lnTo>
                    <a:pt x="455549" y="84201"/>
                  </a:lnTo>
                  <a:lnTo>
                    <a:pt x="456565" y="90170"/>
                  </a:lnTo>
                  <a:lnTo>
                    <a:pt x="456565" y="98806"/>
                  </a:lnTo>
                  <a:lnTo>
                    <a:pt x="454660" y="103505"/>
                  </a:lnTo>
                  <a:lnTo>
                    <a:pt x="450723" y="107061"/>
                  </a:lnTo>
                  <a:lnTo>
                    <a:pt x="446786" y="110744"/>
                  </a:lnTo>
                  <a:lnTo>
                    <a:pt x="440817" y="112649"/>
                  </a:lnTo>
                  <a:lnTo>
                    <a:pt x="432816" y="112903"/>
                  </a:lnTo>
                  <a:lnTo>
                    <a:pt x="432816" y="123063"/>
                  </a:lnTo>
                  <a:lnTo>
                    <a:pt x="456565" y="137033"/>
                  </a:lnTo>
                  <a:lnTo>
                    <a:pt x="456565" y="145796"/>
                  </a:lnTo>
                  <a:lnTo>
                    <a:pt x="455549" y="151638"/>
                  </a:lnTo>
                  <a:lnTo>
                    <a:pt x="453644" y="160401"/>
                  </a:lnTo>
                  <a:lnTo>
                    <a:pt x="451739" y="169291"/>
                  </a:lnTo>
                  <a:lnTo>
                    <a:pt x="450723" y="177038"/>
                  </a:lnTo>
                  <a:lnTo>
                    <a:pt x="450723" y="183896"/>
                  </a:lnTo>
                  <a:lnTo>
                    <a:pt x="465201" y="223647"/>
                  </a:lnTo>
                  <a:lnTo>
                    <a:pt x="508889" y="236982"/>
                  </a:lnTo>
                  <a:lnTo>
                    <a:pt x="512191" y="236982"/>
                  </a:lnTo>
                  <a:lnTo>
                    <a:pt x="512191" y="227584"/>
                  </a:lnTo>
                  <a:lnTo>
                    <a:pt x="510286" y="227584"/>
                  </a:lnTo>
                  <a:lnTo>
                    <a:pt x="501726" y="226999"/>
                  </a:lnTo>
                  <a:lnTo>
                    <a:pt x="472440" y="196684"/>
                  </a:lnTo>
                  <a:lnTo>
                    <a:pt x="471805" y="186182"/>
                  </a:lnTo>
                  <a:lnTo>
                    <a:pt x="471805" y="180340"/>
                  </a:lnTo>
                  <a:lnTo>
                    <a:pt x="472694" y="173228"/>
                  </a:lnTo>
                  <a:lnTo>
                    <a:pt x="475996" y="156210"/>
                  </a:lnTo>
                  <a:lnTo>
                    <a:pt x="476885" y="150114"/>
                  </a:lnTo>
                  <a:lnTo>
                    <a:pt x="476885" y="139319"/>
                  </a:lnTo>
                  <a:lnTo>
                    <a:pt x="474726" y="133604"/>
                  </a:lnTo>
                  <a:lnTo>
                    <a:pt x="470662" y="129032"/>
                  </a:lnTo>
                  <a:lnTo>
                    <a:pt x="466471" y="124587"/>
                  </a:lnTo>
                  <a:lnTo>
                    <a:pt x="461518" y="121285"/>
                  </a:lnTo>
                  <a:lnTo>
                    <a:pt x="455803" y="119126"/>
                  </a:lnTo>
                  <a:lnTo>
                    <a:pt x="455803" y="116840"/>
                  </a:lnTo>
                  <a:lnTo>
                    <a:pt x="461518" y="114681"/>
                  </a:lnTo>
                  <a:lnTo>
                    <a:pt x="466471" y="111379"/>
                  </a:lnTo>
                  <a:lnTo>
                    <a:pt x="474726" y="102362"/>
                  </a:lnTo>
                  <a:lnTo>
                    <a:pt x="476885" y="96520"/>
                  </a:lnTo>
                  <a:lnTo>
                    <a:pt x="476885" y="85852"/>
                  </a:lnTo>
                  <a:lnTo>
                    <a:pt x="475996" y="79756"/>
                  </a:lnTo>
                  <a:lnTo>
                    <a:pt x="472694" y="62738"/>
                  </a:lnTo>
                  <a:lnTo>
                    <a:pt x="471805" y="55499"/>
                  </a:lnTo>
                  <a:lnTo>
                    <a:pt x="471805" y="49784"/>
                  </a:lnTo>
                  <a:lnTo>
                    <a:pt x="472440" y="39903"/>
                  </a:lnTo>
                  <a:lnTo>
                    <a:pt x="501726" y="10109"/>
                  </a:lnTo>
                  <a:lnTo>
                    <a:pt x="510286" y="9525"/>
                  </a:lnTo>
                  <a:lnTo>
                    <a:pt x="512191" y="9525"/>
                  </a:lnTo>
                  <a:lnTo>
                    <a:pt x="512191" y="0"/>
                  </a:lnTo>
                  <a:close/>
                </a:path>
                <a:path w="747395" h="237489">
                  <a:moveTo>
                    <a:pt x="747014" y="113030"/>
                  </a:moveTo>
                  <a:lnTo>
                    <a:pt x="739140" y="112776"/>
                  </a:lnTo>
                  <a:lnTo>
                    <a:pt x="733171" y="110871"/>
                  </a:lnTo>
                  <a:lnTo>
                    <a:pt x="729234" y="107188"/>
                  </a:lnTo>
                  <a:lnTo>
                    <a:pt x="725297" y="103632"/>
                  </a:lnTo>
                  <a:lnTo>
                    <a:pt x="723265" y="98933"/>
                  </a:lnTo>
                  <a:lnTo>
                    <a:pt x="723265" y="90297"/>
                  </a:lnTo>
                  <a:lnTo>
                    <a:pt x="724281" y="84328"/>
                  </a:lnTo>
                  <a:lnTo>
                    <a:pt x="726186" y="75565"/>
                  </a:lnTo>
                  <a:lnTo>
                    <a:pt x="728218" y="66802"/>
                  </a:lnTo>
                  <a:lnTo>
                    <a:pt x="729107" y="58928"/>
                  </a:lnTo>
                  <a:lnTo>
                    <a:pt x="729107" y="52070"/>
                  </a:lnTo>
                  <a:lnTo>
                    <a:pt x="728192" y="39954"/>
                  </a:lnTo>
                  <a:lnTo>
                    <a:pt x="706475" y="7721"/>
                  </a:lnTo>
                  <a:lnTo>
                    <a:pt x="670941" y="0"/>
                  </a:lnTo>
                  <a:lnTo>
                    <a:pt x="667766" y="0"/>
                  </a:lnTo>
                  <a:lnTo>
                    <a:pt x="667766" y="9525"/>
                  </a:lnTo>
                  <a:lnTo>
                    <a:pt x="669671" y="9525"/>
                  </a:lnTo>
                  <a:lnTo>
                    <a:pt x="678141" y="10109"/>
                  </a:lnTo>
                  <a:lnTo>
                    <a:pt x="707390" y="39954"/>
                  </a:lnTo>
                  <a:lnTo>
                    <a:pt x="708025" y="49911"/>
                  </a:lnTo>
                  <a:lnTo>
                    <a:pt x="708025" y="55626"/>
                  </a:lnTo>
                  <a:lnTo>
                    <a:pt x="707263" y="62865"/>
                  </a:lnTo>
                  <a:lnTo>
                    <a:pt x="705485" y="71374"/>
                  </a:lnTo>
                  <a:lnTo>
                    <a:pt x="703834" y="79883"/>
                  </a:lnTo>
                  <a:lnTo>
                    <a:pt x="703072" y="85979"/>
                  </a:lnTo>
                  <a:lnTo>
                    <a:pt x="703072" y="96647"/>
                  </a:lnTo>
                  <a:lnTo>
                    <a:pt x="705104" y="102489"/>
                  </a:lnTo>
                  <a:lnTo>
                    <a:pt x="709295" y="106934"/>
                  </a:lnTo>
                  <a:lnTo>
                    <a:pt x="713359" y="111506"/>
                  </a:lnTo>
                  <a:lnTo>
                    <a:pt x="718312" y="114808"/>
                  </a:lnTo>
                  <a:lnTo>
                    <a:pt x="724027" y="116967"/>
                  </a:lnTo>
                  <a:lnTo>
                    <a:pt x="724027" y="119253"/>
                  </a:lnTo>
                  <a:lnTo>
                    <a:pt x="718312" y="121412"/>
                  </a:lnTo>
                  <a:lnTo>
                    <a:pt x="713359" y="124714"/>
                  </a:lnTo>
                  <a:lnTo>
                    <a:pt x="705104" y="133731"/>
                  </a:lnTo>
                  <a:lnTo>
                    <a:pt x="703072" y="139446"/>
                  </a:lnTo>
                  <a:lnTo>
                    <a:pt x="703072" y="150241"/>
                  </a:lnTo>
                  <a:lnTo>
                    <a:pt x="703834" y="156210"/>
                  </a:lnTo>
                  <a:lnTo>
                    <a:pt x="705485" y="164846"/>
                  </a:lnTo>
                  <a:lnTo>
                    <a:pt x="707263" y="173355"/>
                  </a:lnTo>
                  <a:lnTo>
                    <a:pt x="708025" y="180467"/>
                  </a:lnTo>
                  <a:lnTo>
                    <a:pt x="708025" y="186309"/>
                  </a:lnTo>
                  <a:lnTo>
                    <a:pt x="707390" y="196557"/>
                  </a:lnTo>
                  <a:lnTo>
                    <a:pt x="678141" y="226999"/>
                  </a:lnTo>
                  <a:lnTo>
                    <a:pt x="669671" y="227584"/>
                  </a:lnTo>
                  <a:lnTo>
                    <a:pt x="667766" y="227584"/>
                  </a:lnTo>
                  <a:lnTo>
                    <a:pt x="667766" y="236982"/>
                  </a:lnTo>
                  <a:lnTo>
                    <a:pt x="670941" y="236982"/>
                  </a:lnTo>
                  <a:lnTo>
                    <a:pt x="684657" y="236016"/>
                  </a:lnTo>
                  <a:lnTo>
                    <a:pt x="720953" y="216331"/>
                  </a:lnTo>
                  <a:lnTo>
                    <a:pt x="729107" y="184023"/>
                  </a:lnTo>
                  <a:lnTo>
                    <a:pt x="729107" y="177165"/>
                  </a:lnTo>
                  <a:lnTo>
                    <a:pt x="728218" y="169418"/>
                  </a:lnTo>
                  <a:lnTo>
                    <a:pt x="726186" y="160528"/>
                  </a:lnTo>
                  <a:lnTo>
                    <a:pt x="724281" y="151765"/>
                  </a:lnTo>
                  <a:lnTo>
                    <a:pt x="723265" y="145923"/>
                  </a:lnTo>
                  <a:lnTo>
                    <a:pt x="723265" y="137160"/>
                  </a:lnTo>
                  <a:lnTo>
                    <a:pt x="747014" y="123190"/>
                  </a:lnTo>
                  <a:lnTo>
                    <a:pt x="747014" y="1130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247388" y="3954779"/>
            <a:ext cx="7498080" cy="70866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  <a:tabLst>
                <a:tab pos="6670675" algn="l"/>
                <a:tab pos="7103109" algn="l"/>
              </a:tabLst>
            </a:pP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regular</a:t>
            </a:r>
            <a:r>
              <a:rPr dirty="0" sz="2000" spc="-2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expressions</a:t>
            </a:r>
            <a:r>
              <a:rPr dirty="0" sz="2000" spc="-4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0</a:t>
            </a:r>
            <a:r>
              <a:rPr dirty="0" sz="2000">
                <a:latin typeface="Franklin Gothic Medium"/>
                <a:cs typeface="Franklin Gothic Medium"/>
              </a:rPr>
              <a:t>,</a:t>
            </a:r>
            <a:r>
              <a:rPr dirty="0" sz="2000" spc="-4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1</a:t>
            </a:r>
            <a:r>
              <a:rPr dirty="0" sz="2000">
                <a:latin typeface="Franklin Gothic Medium"/>
                <a:cs typeface="Franklin Gothic Medium"/>
              </a:rPr>
              <a:t>,</a:t>
            </a:r>
            <a:r>
              <a:rPr dirty="0" sz="2000" spc="-4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and</a:t>
            </a:r>
            <a:r>
              <a:rPr dirty="0" sz="2000" spc="-3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𝜀</a:t>
            </a:r>
            <a:r>
              <a:rPr dirty="0" sz="2000" spc="70"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represent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4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languages</a:t>
            </a:r>
            <a:r>
              <a:rPr dirty="0" sz="2000">
                <a:latin typeface="Franklin Gothic Medium"/>
                <a:cs typeface="Franklin Gothic Medium"/>
              </a:rPr>
              <a:t>	</a:t>
            </a:r>
            <a:r>
              <a:rPr dirty="0" sz="2000">
                <a:latin typeface="Cambria Math"/>
                <a:cs typeface="Cambria Math"/>
              </a:rPr>
              <a:t>0</a:t>
            </a:r>
            <a:r>
              <a:rPr dirty="0" sz="2000" spc="310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,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 spc="-5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  <a:p>
            <a:pPr marL="92075">
              <a:lnSpc>
                <a:spcPct val="100000"/>
              </a:lnSpc>
            </a:pPr>
            <a:r>
              <a:rPr dirty="0" sz="2000">
                <a:latin typeface="Franklin Gothic Medium"/>
                <a:cs typeface="Franklin Gothic Medium"/>
              </a:rPr>
              <a:t>and</a:t>
            </a:r>
            <a:r>
              <a:rPr dirty="0" sz="2000" spc="-3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{𝜀}</a:t>
            </a:r>
            <a:r>
              <a:rPr dirty="0" sz="2000">
                <a:latin typeface="Franklin Gothic Medium"/>
                <a:cs typeface="Franklin Gothic Medium"/>
              </a:rPr>
              <a:t>.</a:t>
            </a:r>
            <a:r>
              <a:rPr dirty="0" sz="2000" spc="-3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3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regular</a:t>
            </a:r>
            <a:r>
              <a:rPr dirty="0" sz="2000" spc="-1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expression</a:t>
            </a:r>
            <a:r>
              <a:rPr dirty="0" sz="2000" spc="-3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∅</a:t>
            </a:r>
            <a:r>
              <a:rPr dirty="0" sz="2000" spc="25">
                <a:latin typeface="Cambria Math"/>
                <a:cs typeface="Cambria Math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represents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35">
                <a:latin typeface="Franklin Gothic Medium"/>
                <a:cs typeface="Franklin Gothic Medium"/>
              </a:rPr>
              <a:t> </a:t>
            </a:r>
            <a:r>
              <a:rPr dirty="0" sz="2000" spc="-55">
                <a:latin typeface="Franklin Gothic Medium"/>
                <a:cs typeface="Franklin Gothic Medium"/>
              </a:rPr>
              <a:t>empty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language.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395215" y="2273807"/>
            <a:ext cx="7350759" cy="52451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492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275"/>
              </a:spcBef>
            </a:pP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value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EC207B"/>
                </a:solidFill>
                <a:latin typeface="Franklin Gothic Medium"/>
                <a:cs typeface="Franklin Gothic Medium"/>
              </a:rPr>
              <a:t>Language</a:t>
            </a:r>
            <a:endParaRPr sz="2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Regular</a:t>
            </a:r>
            <a:r>
              <a:rPr dirty="0" spc="-170"/>
              <a:t> </a:t>
            </a:r>
            <a:r>
              <a:rPr dirty="0" spc="-10"/>
              <a:t>Expressions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69442" y="1347927"/>
            <a:ext cx="1056767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30">
                <a:latin typeface="Franklin Gothic Medium"/>
                <a:cs typeface="Franklin Gothic Medium"/>
              </a:rPr>
              <a:t>Like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we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use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40">
                <a:latin typeface="Franklin Gothic Medium"/>
                <a:cs typeface="Franklin Gothic Medium"/>
              </a:rPr>
              <a:t>arithmetical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operations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create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40">
                <a:latin typeface="Franklin Gothic Medium"/>
                <a:cs typeface="Franklin Gothic Medium"/>
              </a:rPr>
              <a:t>arithmetical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expressions, </a:t>
            </a:r>
            <a:r>
              <a:rPr dirty="0" sz="2800">
                <a:latin typeface="Franklin Gothic Medium"/>
                <a:cs typeface="Franklin Gothic Medium"/>
              </a:rPr>
              <a:t>we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can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use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regular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operations</a:t>
            </a:r>
            <a:r>
              <a:rPr dirty="0" sz="2800" spc="-114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create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regular</a:t>
            </a:r>
            <a:r>
              <a:rPr dirty="0" sz="2800" spc="-8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expressions</a:t>
            </a:r>
            <a:r>
              <a:rPr dirty="0" sz="2800" spc="-10">
                <a:latin typeface="Franklin Gothic Medium"/>
                <a:cs typeface="Franklin Gothic Medium"/>
              </a:rPr>
              <a:t>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01141" y="2567076"/>
            <a:ext cx="3110865" cy="2440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0350" marR="421640" indent="-248285">
              <a:lnSpc>
                <a:spcPct val="139900"/>
              </a:lnSpc>
              <a:spcBef>
                <a:spcPts val="100"/>
              </a:spcBef>
            </a:pPr>
            <a:r>
              <a:rPr dirty="0" sz="2800" spc="-90">
                <a:latin typeface="Franklin Gothic Medium"/>
                <a:cs typeface="Franklin Gothic Medium"/>
              </a:rPr>
              <a:t>Atomic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Elements </a:t>
            </a:r>
            <a:r>
              <a:rPr dirty="0" sz="2800">
                <a:latin typeface="Franklin Gothic Medium"/>
                <a:cs typeface="Franklin Gothic Medium"/>
              </a:rPr>
              <a:t>Built</a:t>
            </a:r>
            <a:r>
              <a:rPr dirty="0" sz="2800" spc="-14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from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 spc="-10">
                <a:latin typeface="Cambria Math"/>
                <a:cs typeface="Cambria Math"/>
              </a:rPr>
              <a:t>∅,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ε</a:t>
            </a:r>
            <a:endParaRPr sz="2800">
              <a:latin typeface="Franklin Gothic Medium"/>
              <a:cs typeface="Franklin Gothic Medium"/>
            </a:endParaRPr>
          </a:p>
          <a:p>
            <a:pPr marL="348615" marR="5080" indent="-336550">
              <a:lnSpc>
                <a:spcPct val="134600"/>
              </a:lnSpc>
              <a:spcBef>
                <a:spcPts val="565"/>
              </a:spcBef>
              <a:tabLst>
                <a:tab pos="1783080" algn="l"/>
                <a:tab pos="2354580" algn="l"/>
                <a:tab pos="2839085" algn="l"/>
              </a:tabLst>
            </a:pPr>
            <a:r>
              <a:rPr dirty="0" sz="2800" spc="-35">
                <a:latin typeface="Franklin Gothic Medium"/>
                <a:cs typeface="Franklin Gothic Medium"/>
              </a:rPr>
              <a:t>Composite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Elements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using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25">
                <a:latin typeface="Cambria Math"/>
                <a:cs typeface="Cambria Math"/>
              </a:rPr>
              <a:t>,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∘</a:t>
            </a:r>
            <a:r>
              <a:rPr dirty="0" sz="2800" spc="-25">
                <a:latin typeface="Cambria Math"/>
                <a:cs typeface="Cambria Math"/>
              </a:rPr>
              <a:t>,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5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634484" y="4024884"/>
            <a:ext cx="6856730" cy="101536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735" rIns="0" bIns="0" rtlCol="0" vert="horz">
            <a:spAutoFit/>
          </a:bodyPr>
          <a:lstStyle/>
          <a:p>
            <a:pPr marL="92075" marR="121285">
              <a:lnSpc>
                <a:spcPct val="100000"/>
              </a:lnSpc>
              <a:spcBef>
                <a:spcPts val="305"/>
              </a:spcBef>
            </a:pP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expressions</a:t>
            </a:r>
            <a:r>
              <a:rPr dirty="0" sz="2000" spc="-10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represent</a:t>
            </a:r>
            <a:r>
              <a:rPr dirty="0" sz="2000" spc="-9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languages</a:t>
            </a:r>
            <a:r>
              <a:rPr dirty="0" sz="2000" spc="-8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obtained</a:t>
            </a:r>
            <a:r>
              <a:rPr dirty="0" sz="2000" spc="-7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by</a:t>
            </a:r>
            <a:r>
              <a:rPr dirty="0" sz="2000" spc="-8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taking </a:t>
            </a: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union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or</a:t>
            </a:r>
            <a:r>
              <a:rPr dirty="0" sz="2000" spc="-45">
                <a:latin typeface="Franklin Gothic Medium"/>
                <a:cs typeface="Franklin Gothic Medium"/>
              </a:rPr>
              <a:t> </a:t>
            </a:r>
            <a:r>
              <a:rPr dirty="0" sz="2000" spc="-20">
                <a:latin typeface="Franklin Gothic Medium"/>
                <a:cs typeface="Franklin Gothic Medium"/>
              </a:rPr>
              <a:t>concatenation</a:t>
            </a:r>
            <a:r>
              <a:rPr dirty="0" sz="2000" spc="-5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of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languages</a:t>
            </a:r>
            <a:r>
              <a:rPr dirty="0" sz="2000" spc="-30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325" sz="2175">
                <a:latin typeface="Cambria Math"/>
                <a:cs typeface="Cambria Math"/>
              </a:rPr>
              <a:t>1</a:t>
            </a:r>
            <a:r>
              <a:rPr dirty="0" baseline="-15325" sz="2175" spc="337">
                <a:latin typeface="Cambria Math"/>
                <a:cs typeface="Cambria Math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and</a:t>
            </a:r>
            <a:r>
              <a:rPr dirty="0" sz="2000" spc="-60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325" sz="2175">
                <a:latin typeface="Cambria Math"/>
                <a:cs typeface="Cambria Math"/>
              </a:rPr>
              <a:t>2</a:t>
            </a:r>
            <a:r>
              <a:rPr dirty="0" sz="2000">
                <a:latin typeface="Franklin Gothic Medium"/>
                <a:cs typeface="Franklin Gothic Medium"/>
              </a:rPr>
              <a:t>,</a:t>
            </a:r>
            <a:r>
              <a:rPr dirty="0" sz="2000" spc="-4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or</a:t>
            </a:r>
            <a:r>
              <a:rPr dirty="0" sz="2000" spc="-45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the </a:t>
            </a:r>
            <a:r>
              <a:rPr dirty="0" sz="2000">
                <a:latin typeface="Franklin Gothic Medium"/>
                <a:cs typeface="Franklin Gothic Medium"/>
              </a:rPr>
              <a:t>star</a:t>
            </a:r>
            <a:r>
              <a:rPr dirty="0" sz="2000" spc="-7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of</a:t>
            </a:r>
            <a:r>
              <a:rPr dirty="0" sz="2000" spc="-90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the</a:t>
            </a:r>
            <a:r>
              <a:rPr dirty="0" sz="2000" spc="-10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language</a:t>
            </a:r>
            <a:r>
              <a:rPr dirty="0" sz="2000" spc="-55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325" sz="2175" spc="-37">
                <a:latin typeface="Cambria Math"/>
                <a:cs typeface="Cambria Math"/>
              </a:rPr>
              <a:t>1</a:t>
            </a:r>
            <a:endParaRPr baseline="-15325" sz="2175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395215" y="2273807"/>
            <a:ext cx="7350759" cy="52451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492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275"/>
              </a:spcBef>
            </a:pP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value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EC207B"/>
                </a:solidFill>
                <a:latin typeface="Franklin Gothic Medium"/>
                <a:cs typeface="Franklin Gothic Medium"/>
              </a:rPr>
              <a:t>Language</a:t>
            </a:r>
            <a:endParaRPr sz="2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Regular</a:t>
            </a:r>
            <a:r>
              <a:rPr dirty="0" spc="-170"/>
              <a:t> </a:t>
            </a:r>
            <a:r>
              <a:rPr dirty="0" spc="-10"/>
              <a:t>Expressions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69442" y="1347927"/>
            <a:ext cx="1056767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30">
                <a:latin typeface="Franklin Gothic Medium"/>
                <a:cs typeface="Franklin Gothic Medium"/>
              </a:rPr>
              <a:t>Like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we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use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40">
                <a:latin typeface="Franklin Gothic Medium"/>
                <a:cs typeface="Franklin Gothic Medium"/>
              </a:rPr>
              <a:t>arithmetical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operations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create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40">
                <a:latin typeface="Franklin Gothic Medium"/>
                <a:cs typeface="Franklin Gothic Medium"/>
              </a:rPr>
              <a:t>arithmetical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expressions, </a:t>
            </a:r>
            <a:r>
              <a:rPr dirty="0" sz="2800">
                <a:latin typeface="Franklin Gothic Medium"/>
                <a:cs typeface="Franklin Gothic Medium"/>
              </a:rPr>
              <a:t>we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can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use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operations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create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779008" y="2871216"/>
            <a:ext cx="1694814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492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75"/>
              </a:spcBef>
            </a:pPr>
            <a:r>
              <a:rPr dirty="0" sz="2800" spc="-10">
                <a:latin typeface="Franklin Gothic Medium"/>
                <a:cs typeface="Franklin Gothic Medium"/>
              </a:rPr>
              <a:t>Example: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5904357" y="3561207"/>
            <a:ext cx="1026794" cy="328930"/>
          </a:xfrm>
          <a:custGeom>
            <a:avLst/>
            <a:gdLst/>
            <a:ahLst/>
            <a:cxnLst/>
            <a:rect l="l" t="t" r="r" b="b"/>
            <a:pathLst>
              <a:path w="1026795" h="328929">
                <a:moveTo>
                  <a:pt x="921892" y="0"/>
                </a:moveTo>
                <a:lnTo>
                  <a:pt x="917193" y="13462"/>
                </a:lnTo>
                <a:lnTo>
                  <a:pt x="936243" y="21705"/>
                </a:lnTo>
                <a:lnTo>
                  <a:pt x="952626" y="33115"/>
                </a:lnTo>
                <a:lnTo>
                  <a:pt x="977391" y="65531"/>
                </a:lnTo>
                <a:lnTo>
                  <a:pt x="991965" y="109219"/>
                </a:lnTo>
                <a:lnTo>
                  <a:pt x="995555" y="134417"/>
                </a:lnTo>
                <a:lnTo>
                  <a:pt x="995608" y="134790"/>
                </a:lnTo>
                <a:lnTo>
                  <a:pt x="995606" y="191845"/>
                </a:lnTo>
                <a:lnTo>
                  <a:pt x="985839" y="241859"/>
                </a:lnTo>
                <a:lnTo>
                  <a:pt x="966243" y="280965"/>
                </a:lnTo>
                <a:lnTo>
                  <a:pt x="936438" y="307306"/>
                </a:lnTo>
                <a:lnTo>
                  <a:pt x="917701" y="315594"/>
                </a:lnTo>
                <a:lnTo>
                  <a:pt x="921892" y="328929"/>
                </a:lnTo>
                <a:lnTo>
                  <a:pt x="966771" y="307895"/>
                </a:lnTo>
                <a:lnTo>
                  <a:pt x="999743" y="271525"/>
                </a:lnTo>
                <a:lnTo>
                  <a:pt x="1020032" y="222678"/>
                </a:lnTo>
                <a:lnTo>
                  <a:pt x="1026794" y="164591"/>
                </a:lnTo>
                <a:lnTo>
                  <a:pt x="1025123" y="134790"/>
                </a:lnTo>
                <a:lnTo>
                  <a:pt x="1025102" y="134417"/>
                </a:lnTo>
                <a:lnTo>
                  <a:pt x="1011525" y="80974"/>
                </a:lnTo>
                <a:lnTo>
                  <a:pt x="984615" y="37468"/>
                </a:lnTo>
                <a:lnTo>
                  <a:pt x="945753" y="8616"/>
                </a:lnTo>
                <a:lnTo>
                  <a:pt x="921892" y="0"/>
                </a:lnTo>
                <a:close/>
              </a:path>
              <a:path w="1026795" h="328929">
                <a:moveTo>
                  <a:pt x="104901" y="0"/>
                </a:moveTo>
                <a:lnTo>
                  <a:pt x="60134" y="21113"/>
                </a:lnTo>
                <a:lnTo>
                  <a:pt x="27177" y="57657"/>
                </a:lnTo>
                <a:lnTo>
                  <a:pt x="6778" y="106552"/>
                </a:lnTo>
                <a:lnTo>
                  <a:pt x="99" y="162813"/>
                </a:lnTo>
                <a:lnTo>
                  <a:pt x="0" y="164591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1" y="328929"/>
                </a:lnTo>
                <a:lnTo>
                  <a:pt x="109092" y="315594"/>
                </a:lnTo>
                <a:lnTo>
                  <a:pt x="90302" y="307306"/>
                </a:lnTo>
                <a:lnTo>
                  <a:pt x="74120" y="295767"/>
                </a:lnTo>
                <a:lnTo>
                  <a:pt x="49529" y="262889"/>
                </a:lnTo>
                <a:lnTo>
                  <a:pt x="34845" y="218185"/>
                </a:lnTo>
                <a:lnTo>
                  <a:pt x="30046" y="164591"/>
                </a:lnTo>
                <a:lnTo>
                  <a:pt x="29971" y="162813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716"/>
                </a:lnTo>
                <a:lnTo>
                  <a:pt x="90624" y="21705"/>
                </a:lnTo>
                <a:lnTo>
                  <a:pt x="109600" y="13462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905753" y="5667552"/>
            <a:ext cx="60915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660525" algn="l"/>
              </a:tabLst>
            </a:pPr>
            <a:r>
              <a:rPr dirty="0" sz="280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dirty="0" baseline="27100" sz="307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800">
                <a:solidFill>
                  <a:srgbClr val="2D75B6"/>
                </a:solidFill>
                <a:latin typeface="Cambria Math"/>
                <a:cs typeface="Cambria Math"/>
              </a:rPr>
              <a:t>11𝛴</a:t>
            </a:r>
            <a:r>
              <a:rPr dirty="0" baseline="27100" sz="307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7100" sz="3075" spc="127">
                <a:solidFill>
                  <a:srgbClr val="C00000"/>
                </a:solidFill>
                <a:latin typeface="Cambria Math"/>
                <a:cs typeface="Cambria Math"/>
              </a:rPr>
              <a:t>  </a:t>
            </a:r>
            <a:r>
              <a:rPr dirty="0" sz="2800" spc="-50">
                <a:latin typeface="Cambria Math"/>
                <a:cs typeface="Cambria Math"/>
              </a:rPr>
              <a:t>=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strings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that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contain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solidFill>
                  <a:srgbClr val="2D75B6"/>
                </a:solidFill>
                <a:latin typeface="Cambria Math"/>
                <a:cs typeface="Cambria Math"/>
              </a:rPr>
              <a:t>11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048755" y="4968240"/>
            <a:ext cx="873760" cy="401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9370" rIns="0" bIns="0" rtlCol="0" vert="horz">
            <a:spAutoFit/>
          </a:bodyPr>
          <a:lstStyle/>
          <a:p>
            <a:pPr marL="123189">
              <a:lnSpc>
                <a:spcPct val="100000"/>
              </a:lnSpc>
              <a:spcBef>
                <a:spcPts val="310"/>
              </a:spcBef>
            </a:pPr>
            <a:r>
              <a:rPr dirty="0" sz="2000">
                <a:latin typeface="Cambria Math"/>
                <a:cs typeface="Cambria Math"/>
              </a:rPr>
              <a:t>𝛴</a:t>
            </a:r>
            <a:r>
              <a:rPr dirty="0" baseline="28735" sz="2175">
                <a:latin typeface="Cambria Math"/>
                <a:cs typeface="Cambria Math"/>
              </a:rPr>
              <a:t>∗</a:t>
            </a:r>
            <a:r>
              <a:rPr dirty="0" baseline="28735" sz="2175" spc="352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∘</a:t>
            </a:r>
            <a:r>
              <a:rPr dirty="0" sz="2000" spc="3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5928359" y="4748784"/>
            <a:ext cx="558165" cy="155575"/>
          </a:xfrm>
          <a:custGeom>
            <a:avLst/>
            <a:gdLst/>
            <a:ahLst/>
            <a:cxnLst/>
            <a:rect l="l" t="t" r="r" b="b"/>
            <a:pathLst>
              <a:path w="558164" h="155575">
                <a:moveTo>
                  <a:pt x="557784" y="0"/>
                </a:moveTo>
                <a:lnTo>
                  <a:pt x="556760" y="30253"/>
                </a:lnTo>
                <a:lnTo>
                  <a:pt x="553974" y="54959"/>
                </a:lnTo>
                <a:lnTo>
                  <a:pt x="549854" y="71616"/>
                </a:lnTo>
                <a:lnTo>
                  <a:pt x="544829" y="77724"/>
                </a:lnTo>
                <a:lnTo>
                  <a:pt x="291845" y="77724"/>
                </a:lnTo>
                <a:lnTo>
                  <a:pt x="286821" y="83831"/>
                </a:lnTo>
                <a:lnTo>
                  <a:pt x="282701" y="100488"/>
                </a:lnTo>
                <a:lnTo>
                  <a:pt x="279915" y="125194"/>
                </a:lnTo>
                <a:lnTo>
                  <a:pt x="278891" y="155448"/>
                </a:lnTo>
                <a:lnTo>
                  <a:pt x="277868" y="125194"/>
                </a:lnTo>
                <a:lnTo>
                  <a:pt x="275081" y="100488"/>
                </a:lnTo>
                <a:lnTo>
                  <a:pt x="270962" y="83831"/>
                </a:lnTo>
                <a:lnTo>
                  <a:pt x="265938" y="77724"/>
                </a:lnTo>
                <a:lnTo>
                  <a:pt x="12953" y="77724"/>
                </a:lnTo>
                <a:lnTo>
                  <a:pt x="7929" y="71616"/>
                </a:lnTo>
                <a:lnTo>
                  <a:pt x="3810" y="54959"/>
                </a:lnTo>
                <a:lnTo>
                  <a:pt x="1023" y="30253"/>
                </a:lnTo>
                <a:lnTo>
                  <a:pt x="0" y="0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907785" y="3464763"/>
            <a:ext cx="5652770" cy="1370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3664">
              <a:lnSpc>
                <a:spcPct val="100000"/>
              </a:lnSpc>
              <a:spcBef>
                <a:spcPts val="95"/>
              </a:spcBef>
              <a:tabLst>
                <a:tab pos="1055370" algn="l"/>
                <a:tab pos="1725295" algn="l"/>
                <a:tab pos="2280285" algn="l"/>
              </a:tabLst>
            </a:pPr>
            <a:r>
              <a:rPr dirty="0" sz="2800">
                <a:solidFill>
                  <a:srgbClr val="2D75B6"/>
                </a:solidFill>
                <a:latin typeface="Cambria Math"/>
                <a:cs typeface="Cambria Math"/>
              </a:rPr>
              <a:t>0</a:t>
            </a:r>
            <a:r>
              <a:rPr dirty="0" sz="2800" spc="-15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50">
                <a:solidFill>
                  <a:srgbClr val="2D75B6"/>
                </a:solidFill>
                <a:latin typeface="Cambria Math"/>
                <a:cs typeface="Cambria Math"/>
              </a:rPr>
              <a:t>1</a:t>
            </a:r>
            <a:r>
              <a:rPr dirty="0" sz="2800">
                <a:solidFill>
                  <a:srgbClr val="2D75B6"/>
                </a:solidFill>
                <a:latin typeface="Cambria Math"/>
                <a:cs typeface="Cambria Math"/>
              </a:rPr>
              <a:t>	</a:t>
            </a:r>
            <a:r>
              <a:rPr dirty="0" baseline="28455" sz="307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8455" sz="3075" spc="652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=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25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dirty="0" baseline="27100" sz="3075" spc="-37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7100" sz="3075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strings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over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endParaRPr sz="2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280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  <a:tabLst>
                <a:tab pos="1238885" algn="l"/>
              </a:tabLst>
            </a:pPr>
            <a:r>
              <a:rPr dirty="0" sz="2800" spc="55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dirty="0" baseline="27100" sz="3075" spc="82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800" spc="55">
                <a:solidFill>
                  <a:srgbClr val="2D75B6"/>
                </a:solidFill>
                <a:latin typeface="Cambria Math"/>
                <a:cs typeface="Cambria Math"/>
              </a:rPr>
              <a:t>1</a:t>
            </a:r>
            <a:r>
              <a:rPr dirty="0" sz="2800" spc="165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800" spc="-60">
                <a:latin typeface="Cambria Math"/>
                <a:cs typeface="Cambria Math"/>
              </a:rPr>
              <a:t>=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strings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that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end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with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solidFill>
                  <a:srgbClr val="2D75B6"/>
                </a:solidFill>
                <a:latin typeface="Cambria Math"/>
                <a:cs typeface="Cambria Math"/>
              </a:rPr>
              <a:t>1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395215" y="2273807"/>
            <a:ext cx="7350759" cy="52451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492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275"/>
              </a:spcBef>
            </a:pP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value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EC207B"/>
                </a:solidFill>
                <a:latin typeface="Franklin Gothic Medium"/>
                <a:cs typeface="Franklin Gothic Medium"/>
              </a:rPr>
              <a:t>Language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01141" y="2567076"/>
            <a:ext cx="3110865" cy="2440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0350" marR="421640" indent="-248285">
              <a:lnSpc>
                <a:spcPct val="139900"/>
              </a:lnSpc>
              <a:spcBef>
                <a:spcPts val="100"/>
              </a:spcBef>
            </a:pPr>
            <a:r>
              <a:rPr dirty="0" sz="2800" spc="-90">
                <a:latin typeface="Franklin Gothic Medium"/>
                <a:cs typeface="Franklin Gothic Medium"/>
              </a:rPr>
              <a:t>Atomic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Elements </a:t>
            </a:r>
            <a:r>
              <a:rPr dirty="0" sz="2800">
                <a:latin typeface="Franklin Gothic Medium"/>
                <a:cs typeface="Franklin Gothic Medium"/>
              </a:rPr>
              <a:t>Built</a:t>
            </a:r>
            <a:r>
              <a:rPr dirty="0" sz="2800" spc="-14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from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155">
                <a:latin typeface="Cambria Math"/>
                <a:cs typeface="Cambria Math"/>
              </a:rPr>
              <a:t> </a:t>
            </a:r>
            <a:r>
              <a:rPr dirty="0" sz="2800" spc="-10">
                <a:latin typeface="Cambria Math"/>
                <a:cs typeface="Cambria Math"/>
              </a:rPr>
              <a:t>∅,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ε</a:t>
            </a:r>
            <a:endParaRPr sz="2800">
              <a:latin typeface="Franklin Gothic Medium"/>
              <a:cs typeface="Franklin Gothic Medium"/>
            </a:endParaRPr>
          </a:p>
          <a:p>
            <a:pPr marL="348615" marR="5080" indent="-336550">
              <a:lnSpc>
                <a:spcPct val="134600"/>
              </a:lnSpc>
              <a:spcBef>
                <a:spcPts val="565"/>
              </a:spcBef>
              <a:tabLst>
                <a:tab pos="1783080" algn="l"/>
                <a:tab pos="2354580" algn="l"/>
                <a:tab pos="2839085" algn="l"/>
              </a:tabLst>
            </a:pPr>
            <a:r>
              <a:rPr dirty="0" sz="2800" spc="-35">
                <a:latin typeface="Franklin Gothic Medium"/>
                <a:cs typeface="Franklin Gothic Medium"/>
              </a:rPr>
              <a:t>Composite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Elements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using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25">
                <a:latin typeface="Cambria Math"/>
                <a:cs typeface="Cambria Math"/>
              </a:rPr>
              <a:t>,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∘</a:t>
            </a:r>
            <a:r>
              <a:rPr dirty="0" sz="2800" spc="-25">
                <a:latin typeface="Cambria Math"/>
                <a:cs typeface="Cambria Math"/>
              </a:rPr>
              <a:t>,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5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Regular</a:t>
            </a:r>
            <a:r>
              <a:rPr dirty="0" spc="-150"/>
              <a:t> </a:t>
            </a:r>
            <a:r>
              <a:rPr dirty="0"/>
              <a:t>Expressions</a:t>
            </a:r>
            <a:r>
              <a:rPr dirty="0" spc="-160"/>
              <a:t> </a:t>
            </a:r>
            <a:r>
              <a:rPr dirty="0"/>
              <a:t>–</a:t>
            </a:r>
            <a:r>
              <a:rPr dirty="0" spc="-145"/>
              <a:t> </a:t>
            </a:r>
            <a:r>
              <a:rPr dirty="0" spc="-20"/>
              <a:t>Rules</a:t>
            </a:r>
            <a:r>
              <a:rPr dirty="0" spc="-145"/>
              <a:t> </a:t>
            </a:r>
            <a:r>
              <a:rPr dirty="0"/>
              <a:t>and</a:t>
            </a:r>
            <a:r>
              <a:rPr dirty="0" spc="-135"/>
              <a:t> </a:t>
            </a:r>
            <a:r>
              <a:rPr dirty="0" spc="-10"/>
              <a:t>Notations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828800" y="1322832"/>
            <a:ext cx="3746500" cy="524510"/>
          </a:xfrm>
          <a:prstGeom prst="rect">
            <a:avLst/>
          </a:prstGeom>
          <a:solidFill>
            <a:srgbClr val="BEBEBE"/>
          </a:solidFill>
        </p:spPr>
        <p:txBody>
          <a:bodyPr wrap="square" lIns="0" tIns="3556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280"/>
              </a:spcBef>
            </a:pPr>
            <a:r>
              <a:rPr dirty="0" sz="2800">
                <a:latin typeface="Franklin Gothic Medium"/>
                <a:cs typeface="Franklin Gothic Medium"/>
              </a:rPr>
              <a:t>Star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Binds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Tightest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828800" y="1847088"/>
            <a:ext cx="3746500" cy="18872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42265" rIns="0" bIns="0" rtlCol="0" vert="horz">
            <a:spAutoFit/>
          </a:bodyPr>
          <a:lstStyle/>
          <a:p>
            <a:pPr algn="ctr" marR="166370">
              <a:lnSpc>
                <a:spcPct val="100000"/>
              </a:lnSpc>
              <a:spcBef>
                <a:spcPts val="2695"/>
              </a:spcBef>
              <a:tabLst>
                <a:tab pos="1115060" algn="l"/>
              </a:tabLst>
            </a:pPr>
            <a:r>
              <a:rPr dirty="0" sz="2800">
                <a:latin typeface="Cambria Math"/>
                <a:cs typeface="Cambria Math"/>
              </a:rPr>
              <a:t>𝑎𝑏</a:t>
            </a:r>
            <a:r>
              <a:rPr dirty="0" baseline="27100" sz="307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7100" sz="3075" spc="712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=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10">
                <a:latin typeface="Cambria Math"/>
                <a:cs typeface="Cambria Math"/>
              </a:rPr>
              <a:t>𝑎(𝑏</a:t>
            </a:r>
            <a:r>
              <a:rPr dirty="0" baseline="27100" sz="3075" spc="-1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800" spc="-10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  <a:p>
            <a:pPr algn="ctr" marL="377190">
              <a:lnSpc>
                <a:spcPct val="100000"/>
              </a:lnSpc>
              <a:spcBef>
                <a:spcPts val="755"/>
              </a:spcBef>
            </a:pPr>
            <a:r>
              <a:rPr dirty="0" sz="2800">
                <a:latin typeface="Cambria Math"/>
                <a:cs typeface="Cambria Math"/>
              </a:rPr>
              <a:t>≠</a:t>
            </a:r>
            <a:r>
              <a:rPr dirty="0" sz="2800" spc="160">
                <a:latin typeface="Cambria Math"/>
                <a:cs typeface="Cambria Math"/>
              </a:rPr>
              <a:t> </a:t>
            </a:r>
            <a:r>
              <a:rPr dirty="0" sz="2800" spc="-20">
                <a:latin typeface="Cambria Math"/>
                <a:cs typeface="Cambria Math"/>
              </a:rPr>
              <a:t>(𝑎𝑏)</a:t>
            </a:r>
            <a:r>
              <a:rPr dirty="0" baseline="27100" sz="307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endParaRPr baseline="27100" sz="3075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06311" y="1322832"/>
            <a:ext cx="3746500" cy="954405"/>
          </a:xfrm>
          <a:prstGeom prst="rect">
            <a:avLst/>
          </a:prstGeom>
          <a:solidFill>
            <a:srgbClr val="BEBEBE"/>
          </a:solidFill>
        </p:spPr>
        <p:txBody>
          <a:bodyPr wrap="square" lIns="0" tIns="35560" rIns="0" bIns="0" rtlCol="0" vert="horz">
            <a:spAutoFit/>
          </a:bodyPr>
          <a:lstStyle/>
          <a:p>
            <a:pPr marL="413384" marR="310515" indent="-100965">
              <a:lnSpc>
                <a:spcPct val="100000"/>
              </a:lnSpc>
              <a:spcBef>
                <a:spcPts val="280"/>
              </a:spcBef>
            </a:pPr>
            <a:r>
              <a:rPr dirty="0" sz="2800" spc="-25">
                <a:latin typeface="Franklin Gothic Medium"/>
                <a:cs typeface="Franklin Gothic Medium"/>
              </a:rPr>
              <a:t>Concatenation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Binds Tightest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than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Union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306311" y="2276855"/>
            <a:ext cx="3746500" cy="145732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97155" rIns="0" bIns="0" rtlCol="0" vert="horz">
            <a:spAutoFit/>
          </a:bodyPr>
          <a:lstStyle/>
          <a:p>
            <a:pPr algn="r" marR="549275">
              <a:lnSpc>
                <a:spcPct val="100000"/>
              </a:lnSpc>
              <a:spcBef>
                <a:spcPts val="765"/>
              </a:spcBef>
              <a:tabLst>
                <a:tab pos="1150620" algn="l"/>
                <a:tab pos="1559560" algn="l"/>
              </a:tabLst>
            </a:pPr>
            <a:r>
              <a:rPr dirty="0" sz="2800">
                <a:latin typeface="Cambria Math"/>
                <a:cs typeface="Cambria Math"/>
              </a:rPr>
              <a:t>𝑎𝑏</a:t>
            </a:r>
            <a:r>
              <a:rPr dirty="0" sz="2800" spc="40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∪ </a:t>
            </a:r>
            <a:r>
              <a:rPr dirty="0" sz="2800" spc="-50">
                <a:latin typeface="Cambria Math"/>
                <a:cs typeface="Cambria Math"/>
              </a:rPr>
              <a:t>𝑐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=</a:t>
            </a:r>
            <a:r>
              <a:rPr dirty="0" sz="2800">
                <a:latin typeface="Cambria Math"/>
                <a:cs typeface="Cambria Math"/>
              </a:rPr>
              <a:t>	(𝑎𝑏)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∪ </a:t>
            </a:r>
            <a:r>
              <a:rPr dirty="0" sz="2800" spc="-50">
                <a:latin typeface="Cambria Math"/>
                <a:cs typeface="Cambria Math"/>
              </a:rPr>
              <a:t>𝑐</a:t>
            </a:r>
            <a:endParaRPr sz="2800">
              <a:latin typeface="Cambria Math"/>
              <a:cs typeface="Cambria Math"/>
            </a:endParaRPr>
          </a:p>
          <a:p>
            <a:pPr algn="r" marR="548005">
              <a:lnSpc>
                <a:spcPct val="100000"/>
              </a:lnSpc>
              <a:spcBef>
                <a:spcPts val="1105"/>
              </a:spcBef>
            </a:pPr>
            <a:r>
              <a:rPr dirty="0" sz="2800">
                <a:latin typeface="Cambria Math"/>
                <a:cs typeface="Cambria Math"/>
              </a:rPr>
              <a:t>≠</a:t>
            </a:r>
            <a:r>
              <a:rPr dirty="0" sz="2800" spc="16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𝑎(𝑏</a:t>
            </a:r>
            <a:r>
              <a:rPr dirty="0" sz="2800" spc="7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1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𝑐)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42900" y="3991355"/>
            <a:ext cx="3746500" cy="3175"/>
          </a:xfrm>
          <a:custGeom>
            <a:avLst/>
            <a:gdLst/>
            <a:ahLst/>
            <a:cxnLst/>
            <a:rect l="l" t="t" r="r" b="b"/>
            <a:pathLst>
              <a:path w="3746500" h="3175">
                <a:moveTo>
                  <a:pt x="0" y="3048"/>
                </a:moveTo>
                <a:lnTo>
                  <a:pt x="3745991" y="3048"/>
                </a:lnTo>
                <a:lnTo>
                  <a:pt x="3745991" y="0"/>
                </a:lnTo>
                <a:lnTo>
                  <a:pt x="0" y="0"/>
                </a:lnTo>
                <a:lnTo>
                  <a:pt x="0" y="3048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342900" y="3994403"/>
            <a:ext cx="3746500" cy="523240"/>
          </a:xfrm>
          <a:prstGeom prst="rect">
            <a:avLst/>
          </a:prstGeom>
          <a:solidFill>
            <a:srgbClr val="BEBEBE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R="94615">
              <a:lnSpc>
                <a:spcPts val="2620"/>
              </a:lnSpc>
            </a:pPr>
            <a:r>
              <a:rPr dirty="0" baseline="-19841" sz="4200" spc="-37">
                <a:solidFill>
                  <a:srgbClr val="EC7C30"/>
                </a:solidFill>
                <a:latin typeface="Cambria Math"/>
                <a:cs typeface="Cambria Math"/>
              </a:rPr>
              <a:t>𝑹</a:t>
            </a:r>
            <a:r>
              <a:rPr dirty="0" sz="2050" spc="-25">
                <a:latin typeface="Cambria Math"/>
                <a:cs typeface="Cambria Math"/>
              </a:rPr>
              <a:t>+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42900" y="4517135"/>
            <a:ext cx="3746500" cy="1885314"/>
          </a:xfrm>
          <a:prstGeom prst="rect">
            <a:avLst/>
          </a:prstGeom>
          <a:solidFill>
            <a:srgbClr val="D9D9D9"/>
          </a:solidFill>
        </p:spPr>
        <p:txBody>
          <a:bodyPr wrap="square" lIns="0" tIns="5841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9"/>
              </a:spcBef>
            </a:pPr>
            <a:endParaRPr sz="2000">
              <a:latin typeface="Times New Roman"/>
              <a:cs typeface="Times New Roman"/>
            </a:endParaRPr>
          </a:p>
          <a:p>
            <a:pPr marL="164465">
              <a:lnSpc>
                <a:spcPct val="100000"/>
              </a:lnSpc>
              <a:tabLst>
                <a:tab pos="1831339" algn="l"/>
              </a:tabLst>
            </a:pP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27100" sz="3075">
                <a:latin typeface="Cambria Math"/>
                <a:cs typeface="Cambria Math"/>
              </a:rPr>
              <a:t>+</a:t>
            </a:r>
            <a:r>
              <a:rPr dirty="0" baseline="27100" sz="3075" spc="667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55"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EC7C30"/>
                </a:solidFill>
                <a:latin typeface="Cambria Math"/>
                <a:cs typeface="Cambria Math"/>
              </a:rPr>
              <a:t>𝑅𝑅</a:t>
            </a:r>
            <a:r>
              <a:rPr dirty="0" baseline="27100" sz="3075" spc="-37">
                <a:latin typeface="Cambria Math"/>
                <a:cs typeface="Cambria Math"/>
              </a:rPr>
              <a:t>∗</a:t>
            </a:r>
            <a:r>
              <a:rPr dirty="0" baseline="27100" sz="3075">
                <a:latin typeface="Cambria Math"/>
                <a:cs typeface="Cambria Math"/>
              </a:rPr>
              <a:t>	</a:t>
            </a:r>
            <a:r>
              <a:rPr dirty="0" baseline="1388" sz="3000">
                <a:latin typeface="Franklin Gothic Medium"/>
                <a:cs typeface="Franklin Gothic Medium"/>
              </a:rPr>
              <a:t>“one</a:t>
            </a:r>
            <a:r>
              <a:rPr dirty="0" baseline="1388" sz="3000" spc="-52">
                <a:latin typeface="Franklin Gothic Medium"/>
                <a:cs typeface="Franklin Gothic Medium"/>
              </a:rPr>
              <a:t> </a:t>
            </a:r>
            <a:r>
              <a:rPr dirty="0" baseline="1388" sz="3000">
                <a:latin typeface="Franklin Gothic Medium"/>
                <a:cs typeface="Franklin Gothic Medium"/>
              </a:rPr>
              <a:t>or</a:t>
            </a:r>
            <a:r>
              <a:rPr dirty="0" baseline="1388" sz="3000" spc="-22">
                <a:latin typeface="Franklin Gothic Medium"/>
                <a:cs typeface="Franklin Gothic Medium"/>
              </a:rPr>
              <a:t> </a:t>
            </a:r>
            <a:r>
              <a:rPr dirty="0" baseline="1388" sz="3000" spc="-15">
                <a:latin typeface="Franklin Gothic Medium"/>
                <a:cs typeface="Franklin Gothic Medium"/>
              </a:rPr>
              <a:t>more”</a:t>
            </a:r>
            <a:endParaRPr baseline="1388" sz="3000">
              <a:latin typeface="Franklin Gothic Medium"/>
              <a:cs typeface="Franklin Gothic Medium"/>
            </a:endParaRPr>
          </a:p>
          <a:p>
            <a:pPr marL="240029">
              <a:lnSpc>
                <a:spcPct val="100000"/>
              </a:lnSpc>
              <a:spcBef>
                <a:spcPts val="1739"/>
              </a:spcBef>
            </a:pPr>
            <a:r>
              <a:rPr dirty="0" sz="2800">
                <a:latin typeface="Franklin Gothic Medium"/>
                <a:cs typeface="Franklin Gothic Medium"/>
              </a:rPr>
              <a:t>Ex.:</a:t>
            </a:r>
            <a:r>
              <a:rPr dirty="0" sz="2800" spc="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Cambria Math"/>
                <a:cs typeface="Cambria Math"/>
              </a:rPr>
              <a:t>𝑎𝑎</a:t>
            </a:r>
            <a:r>
              <a:rPr dirty="0" baseline="27100" sz="3075" spc="-37">
                <a:latin typeface="Cambria Math"/>
                <a:cs typeface="Cambria Math"/>
              </a:rPr>
              <a:t>∗</a:t>
            </a:r>
            <a:endParaRPr baseline="27100" sz="3075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4216908" y="4512564"/>
            <a:ext cx="3746500" cy="1868805"/>
          </a:xfrm>
          <a:custGeom>
            <a:avLst/>
            <a:gdLst/>
            <a:ahLst/>
            <a:cxnLst/>
            <a:rect l="l" t="t" r="r" b="b"/>
            <a:pathLst>
              <a:path w="3746500" h="1868804">
                <a:moveTo>
                  <a:pt x="0" y="1868424"/>
                </a:moveTo>
                <a:lnTo>
                  <a:pt x="3745991" y="1868424"/>
                </a:lnTo>
                <a:lnTo>
                  <a:pt x="3745991" y="0"/>
                </a:lnTo>
                <a:lnTo>
                  <a:pt x="0" y="0"/>
                </a:lnTo>
                <a:lnTo>
                  <a:pt x="0" y="186842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216908" y="3971544"/>
            <a:ext cx="3746500" cy="1905"/>
          </a:xfrm>
          <a:custGeom>
            <a:avLst/>
            <a:gdLst/>
            <a:ahLst/>
            <a:cxnLst/>
            <a:rect l="l" t="t" r="r" b="b"/>
            <a:pathLst>
              <a:path w="3746500" h="1904">
                <a:moveTo>
                  <a:pt x="0" y="1523"/>
                </a:moveTo>
                <a:lnTo>
                  <a:pt x="3745991" y="1523"/>
                </a:lnTo>
                <a:lnTo>
                  <a:pt x="3745991" y="0"/>
                </a:lnTo>
                <a:lnTo>
                  <a:pt x="0" y="0"/>
                </a:lnTo>
                <a:lnTo>
                  <a:pt x="0" y="1523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4216908" y="3973067"/>
            <a:ext cx="3746500" cy="539750"/>
          </a:xfrm>
          <a:prstGeom prst="rect">
            <a:avLst/>
          </a:prstGeom>
          <a:solidFill>
            <a:srgbClr val="BEBEBE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R="94615">
              <a:lnSpc>
                <a:spcPts val="2750"/>
              </a:lnSpc>
            </a:pPr>
            <a:r>
              <a:rPr dirty="0" baseline="-19841" sz="4200" spc="-37">
                <a:solidFill>
                  <a:srgbClr val="EC7C30"/>
                </a:solidFill>
                <a:latin typeface="Cambria Math"/>
                <a:cs typeface="Cambria Math"/>
              </a:rPr>
              <a:t>𝑹</a:t>
            </a:r>
            <a:r>
              <a:rPr dirty="0" sz="2050" spc="-25">
                <a:latin typeface="Cambria Math"/>
                <a:cs typeface="Cambria Math"/>
              </a:rPr>
              <a:t>𝒌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5146802" y="5799709"/>
            <a:ext cx="432434" cy="328930"/>
          </a:xfrm>
          <a:custGeom>
            <a:avLst/>
            <a:gdLst/>
            <a:ahLst/>
            <a:cxnLst/>
            <a:rect l="l" t="t" r="r" b="b"/>
            <a:pathLst>
              <a:path w="432435" h="328929">
                <a:moveTo>
                  <a:pt x="327533" y="0"/>
                </a:moveTo>
                <a:lnTo>
                  <a:pt x="322961" y="13347"/>
                </a:lnTo>
                <a:lnTo>
                  <a:pt x="341937" y="21610"/>
                </a:lnTo>
                <a:lnTo>
                  <a:pt x="358282" y="33046"/>
                </a:lnTo>
                <a:lnTo>
                  <a:pt x="383032" y="65443"/>
                </a:lnTo>
                <a:lnTo>
                  <a:pt x="397605" y="109159"/>
                </a:lnTo>
                <a:lnTo>
                  <a:pt x="402463" y="162801"/>
                </a:lnTo>
                <a:lnTo>
                  <a:pt x="401248" y="191812"/>
                </a:lnTo>
                <a:lnTo>
                  <a:pt x="391533" y="241829"/>
                </a:lnTo>
                <a:lnTo>
                  <a:pt x="371957" y="280898"/>
                </a:lnTo>
                <a:lnTo>
                  <a:pt x="342187" y="307255"/>
                </a:lnTo>
                <a:lnTo>
                  <a:pt x="323469" y="315556"/>
                </a:lnTo>
                <a:lnTo>
                  <a:pt x="327533" y="328904"/>
                </a:lnTo>
                <a:lnTo>
                  <a:pt x="372411" y="307860"/>
                </a:lnTo>
                <a:lnTo>
                  <a:pt x="405384" y="271424"/>
                </a:lnTo>
                <a:lnTo>
                  <a:pt x="425672" y="222640"/>
                </a:lnTo>
                <a:lnTo>
                  <a:pt x="432435" y="164541"/>
                </a:lnTo>
                <a:lnTo>
                  <a:pt x="430764" y="134741"/>
                </a:lnTo>
                <a:lnTo>
                  <a:pt x="430744" y="134385"/>
                </a:lnTo>
                <a:lnTo>
                  <a:pt x="417218" y="80936"/>
                </a:lnTo>
                <a:lnTo>
                  <a:pt x="390308" y="37426"/>
                </a:lnTo>
                <a:lnTo>
                  <a:pt x="351395" y="8603"/>
                </a:lnTo>
                <a:lnTo>
                  <a:pt x="327533" y="0"/>
                </a:lnTo>
                <a:close/>
              </a:path>
              <a:path w="432435" h="328929">
                <a:moveTo>
                  <a:pt x="104901" y="0"/>
                </a:moveTo>
                <a:lnTo>
                  <a:pt x="60182" y="21078"/>
                </a:lnTo>
                <a:lnTo>
                  <a:pt x="27177" y="57645"/>
                </a:lnTo>
                <a:lnTo>
                  <a:pt x="6826" y="106516"/>
                </a:lnTo>
                <a:lnTo>
                  <a:pt x="98" y="162801"/>
                </a:lnTo>
                <a:lnTo>
                  <a:pt x="0" y="164541"/>
                </a:lnTo>
                <a:lnTo>
                  <a:pt x="1690" y="194754"/>
                </a:lnTo>
                <a:lnTo>
                  <a:pt x="15216" y="248198"/>
                </a:lnTo>
                <a:lnTo>
                  <a:pt x="42072" y="291567"/>
                </a:lnTo>
                <a:lnTo>
                  <a:pt x="81022" y="320305"/>
                </a:lnTo>
                <a:lnTo>
                  <a:pt x="104901" y="328904"/>
                </a:lnTo>
                <a:lnTo>
                  <a:pt x="109093" y="315556"/>
                </a:lnTo>
                <a:lnTo>
                  <a:pt x="90374" y="307255"/>
                </a:lnTo>
                <a:lnTo>
                  <a:pt x="74215" y="295703"/>
                </a:lnTo>
                <a:lnTo>
                  <a:pt x="49530" y="262839"/>
                </a:lnTo>
                <a:lnTo>
                  <a:pt x="34956" y="218154"/>
                </a:lnTo>
                <a:lnTo>
                  <a:pt x="30171" y="164541"/>
                </a:lnTo>
                <a:lnTo>
                  <a:pt x="30099" y="162801"/>
                </a:lnTo>
                <a:lnTo>
                  <a:pt x="34956" y="109159"/>
                </a:lnTo>
                <a:lnTo>
                  <a:pt x="49530" y="65443"/>
                </a:lnTo>
                <a:lnTo>
                  <a:pt x="74326" y="33046"/>
                </a:lnTo>
                <a:lnTo>
                  <a:pt x="109600" y="13347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4216908" y="4512564"/>
            <a:ext cx="3746500" cy="1868805"/>
          </a:xfrm>
          <a:prstGeom prst="rect">
            <a:avLst/>
          </a:prstGeom>
        </p:spPr>
        <p:txBody>
          <a:bodyPr wrap="square" lIns="0" tIns="287655" rIns="0" bIns="0" rtlCol="0" vert="horz">
            <a:spAutoFit/>
          </a:bodyPr>
          <a:lstStyle/>
          <a:p>
            <a:pPr marL="196215">
              <a:lnSpc>
                <a:spcPts val="3279"/>
              </a:lnSpc>
              <a:spcBef>
                <a:spcPts val="2265"/>
              </a:spcBef>
              <a:tabLst>
                <a:tab pos="1142365" algn="l"/>
              </a:tabLst>
            </a:pPr>
            <a:r>
              <a:rPr dirty="0" baseline="-8928" sz="4200" spc="112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16260" sz="3075" spc="112">
                <a:latin typeface="Cambria Math"/>
                <a:cs typeface="Cambria Math"/>
              </a:rPr>
              <a:t>𝑘</a:t>
            </a:r>
            <a:r>
              <a:rPr dirty="0" baseline="16260" sz="3075" spc="44">
                <a:latin typeface="Cambria Math"/>
                <a:cs typeface="Cambria Math"/>
              </a:rPr>
              <a:t>  </a:t>
            </a:r>
            <a:r>
              <a:rPr dirty="0" baseline="-8928" sz="4200" spc="-89">
                <a:latin typeface="Cambria Math"/>
                <a:cs typeface="Cambria Math"/>
              </a:rPr>
              <a:t>=</a:t>
            </a:r>
            <a:r>
              <a:rPr dirty="0" baseline="-8928" sz="4200">
                <a:latin typeface="Cambria Math"/>
                <a:cs typeface="Cambria Math"/>
              </a:rPr>
              <a:t>	</a:t>
            </a:r>
            <a:r>
              <a:rPr dirty="0" sz="2000" spc="-10">
                <a:latin typeface="Franklin Gothic Medium"/>
                <a:cs typeface="Franklin Gothic Medium"/>
              </a:rPr>
              <a:t>“concatenation</a:t>
            </a:r>
            <a:r>
              <a:rPr dirty="0" sz="2000" spc="-114">
                <a:latin typeface="Franklin Gothic Medium"/>
                <a:cs typeface="Franklin Gothic Medium"/>
              </a:rPr>
              <a:t> </a:t>
            </a:r>
            <a:r>
              <a:rPr dirty="0" sz="2000" spc="-25">
                <a:latin typeface="Franklin Gothic Medium"/>
                <a:cs typeface="Franklin Gothic Medium"/>
              </a:rPr>
              <a:t>of</a:t>
            </a:r>
            <a:endParaRPr sz="2000">
              <a:latin typeface="Franklin Gothic Medium"/>
              <a:cs typeface="Franklin Gothic Medium"/>
            </a:endParaRPr>
          </a:p>
          <a:p>
            <a:pPr marL="1142365">
              <a:lnSpc>
                <a:spcPts val="2320"/>
              </a:lnSpc>
            </a:pPr>
            <a:r>
              <a:rPr dirty="0" sz="2000">
                <a:latin typeface="Cambria Math"/>
                <a:cs typeface="Cambria Math"/>
              </a:rPr>
              <a:t>𝑘</a:t>
            </a:r>
            <a:r>
              <a:rPr dirty="0" sz="2000" spc="3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𝑅</a:t>
            </a:r>
            <a:r>
              <a:rPr dirty="0" sz="2000">
                <a:latin typeface="Franklin Gothic Medium"/>
                <a:cs typeface="Franklin Gothic Medium"/>
              </a:rPr>
              <a:t>’s</a:t>
            </a:r>
            <a:r>
              <a:rPr dirty="0" sz="2000" spc="-4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with</a:t>
            </a:r>
            <a:r>
              <a:rPr dirty="0" sz="2000" spc="-2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Franklin Gothic Medium"/>
                <a:cs typeface="Franklin Gothic Medium"/>
              </a:rPr>
              <a:t>each</a:t>
            </a:r>
            <a:r>
              <a:rPr dirty="0" sz="2000" spc="-40">
                <a:latin typeface="Franklin Gothic Medium"/>
                <a:cs typeface="Franklin Gothic Medium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other”</a:t>
            </a:r>
            <a:endParaRPr sz="2000">
              <a:latin typeface="Franklin Gothic Medium"/>
              <a:cs typeface="Franklin Gothic Medium"/>
            </a:endParaRPr>
          </a:p>
          <a:p>
            <a:pPr marL="286385">
              <a:lnSpc>
                <a:spcPct val="100000"/>
              </a:lnSpc>
              <a:spcBef>
                <a:spcPts val="1570"/>
              </a:spcBef>
              <a:tabLst>
                <a:tab pos="1047115" algn="l"/>
                <a:tab pos="1394460" algn="l"/>
                <a:tab pos="2108835" algn="l"/>
              </a:tabLst>
            </a:pPr>
            <a:r>
              <a:rPr dirty="0" sz="2800" spc="-20">
                <a:latin typeface="Franklin Gothic Medium"/>
                <a:cs typeface="Franklin Gothic Medium"/>
              </a:rPr>
              <a:t>Ex.: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𝑏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baseline="27100" sz="3075">
                <a:latin typeface="Cambria Math"/>
                <a:cs typeface="Cambria Math"/>
              </a:rPr>
              <a:t>3</a:t>
            </a:r>
            <a:r>
              <a:rPr dirty="0" baseline="27100" sz="3075" spc="697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=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25">
                <a:latin typeface="Cambria Math"/>
                <a:cs typeface="Cambria Math"/>
              </a:rPr>
              <a:t>𝑏𝑏𝑏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8090916" y="4512564"/>
            <a:ext cx="3746500" cy="1868805"/>
          </a:xfrm>
          <a:custGeom>
            <a:avLst/>
            <a:gdLst/>
            <a:ahLst/>
            <a:cxnLst/>
            <a:rect l="l" t="t" r="r" b="b"/>
            <a:pathLst>
              <a:path w="3746500" h="1868804">
                <a:moveTo>
                  <a:pt x="0" y="1868424"/>
                </a:moveTo>
                <a:lnTo>
                  <a:pt x="3745991" y="1868424"/>
                </a:lnTo>
                <a:lnTo>
                  <a:pt x="3745991" y="0"/>
                </a:lnTo>
                <a:lnTo>
                  <a:pt x="0" y="0"/>
                </a:lnTo>
                <a:lnTo>
                  <a:pt x="0" y="186842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8090916" y="3971544"/>
            <a:ext cx="3746500" cy="1905"/>
          </a:xfrm>
          <a:custGeom>
            <a:avLst/>
            <a:gdLst/>
            <a:ahLst/>
            <a:cxnLst/>
            <a:rect l="l" t="t" r="r" b="b"/>
            <a:pathLst>
              <a:path w="3746500" h="1904">
                <a:moveTo>
                  <a:pt x="0" y="1523"/>
                </a:moveTo>
                <a:lnTo>
                  <a:pt x="3745991" y="1523"/>
                </a:lnTo>
                <a:lnTo>
                  <a:pt x="3745991" y="0"/>
                </a:lnTo>
                <a:lnTo>
                  <a:pt x="0" y="0"/>
                </a:lnTo>
                <a:lnTo>
                  <a:pt x="0" y="1523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8090916" y="3973067"/>
            <a:ext cx="3746500" cy="539750"/>
          </a:xfrm>
          <a:prstGeom prst="rect">
            <a:avLst/>
          </a:prstGeom>
          <a:solidFill>
            <a:srgbClr val="BEBEBE"/>
          </a:solidFill>
        </p:spPr>
        <p:txBody>
          <a:bodyPr wrap="square" lIns="0" tIns="35560" rIns="0" bIns="0" rtlCol="0" vert="horz">
            <a:spAutoFit/>
          </a:bodyPr>
          <a:lstStyle/>
          <a:p>
            <a:pPr algn="ctr" marR="79375">
              <a:lnSpc>
                <a:spcPct val="100000"/>
              </a:lnSpc>
              <a:spcBef>
                <a:spcPts val="280"/>
              </a:spcBef>
            </a:pPr>
            <a:r>
              <a:rPr dirty="0" sz="2800" spc="-25">
                <a:latin typeface="Cambria Math"/>
                <a:cs typeface="Cambria Math"/>
              </a:rPr>
              <a:t>[</a:t>
            </a:r>
            <a:r>
              <a:rPr dirty="0" sz="2800" spc="-25">
                <a:solidFill>
                  <a:srgbClr val="EC7C30"/>
                </a:solidFill>
                <a:latin typeface="Cambria Math"/>
                <a:cs typeface="Cambria Math"/>
              </a:rPr>
              <a:t>𝑹</a:t>
            </a:r>
            <a:r>
              <a:rPr dirty="0" sz="2800" spc="-25">
                <a:latin typeface="Cambria Math"/>
                <a:cs typeface="Cambria Math"/>
              </a:rPr>
              <a:t>]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586339" y="4919929"/>
            <a:ext cx="108458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latin typeface="Franklin Gothic Medium"/>
                <a:cs typeface="Franklin Gothic Medium"/>
              </a:rPr>
              <a:t>“optional”</a:t>
            </a:r>
            <a:endParaRPr sz="2000">
              <a:latin typeface="Franklin Gothic Medium"/>
              <a:cs typeface="Franklin Gothic Medium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8889492" y="5543550"/>
            <a:ext cx="377825" cy="330200"/>
          </a:xfrm>
          <a:custGeom>
            <a:avLst/>
            <a:gdLst/>
            <a:ahLst/>
            <a:cxnLst/>
            <a:rect l="l" t="t" r="r" b="b"/>
            <a:pathLst>
              <a:path w="377825" h="330200">
                <a:moveTo>
                  <a:pt x="77343" y="0"/>
                </a:moveTo>
                <a:lnTo>
                  <a:pt x="0" y="0"/>
                </a:lnTo>
                <a:lnTo>
                  <a:pt x="0" y="12700"/>
                </a:lnTo>
                <a:lnTo>
                  <a:pt x="0" y="317500"/>
                </a:lnTo>
                <a:lnTo>
                  <a:pt x="0" y="330200"/>
                </a:lnTo>
                <a:lnTo>
                  <a:pt x="77343" y="330200"/>
                </a:lnTo>
                <a:lnTo>
                  <a:pt x="77343" y="317500"/>
                </a:lnTo>
                <a:lnTo>
                  <a:pt x="28829" y="317500"/>
                </a:lnTo>
                <a:lnTo>
                  <a:pt x="28829" y="12700"/>
                </a:lnTo>
                <a:lnTo>
                  <a:pt x="77343" y="12700"/>
                </a:lnTo>
                <a:lnTo>
                  <a:pt x="77343" y="0"/>
                </a:lnTo>
                <a:close/>
              </a:path>
              <a:path w="377825" h="330200">
                <a:moveTo>
                  <a:pt x="377444" y="0"/>
                </a:moveTo>
                <a:lnTo>
                  <a:pt x="300101" y="0"/>
                </a:lnTo>
                <a:lnTo>
                  <a:pt x="300101" y="12700"/>
                </a:lnTo>
                <a:lnTo>
                  <a:pt x="348742" y="12700"/>
                </a:lnTo>
                <a:lnTo>
                  <a:pt x="348742" y="317500"/>
                </a:lnTo>
                <a:lnTo>
                  <a:pt x="300101" y="317500"/>
                </a:lnTo>
                <a:lnTo>
                  <a:pt x="300101" y="330200"/>
                </a:lnTo>
                <a:lnTo>
                  <a:pt x="377444" y="330200"/>
                </a:lnTo>
                <a:lnTo>
                  <a:pt x="377444" y="317500"/>
                </a:lnTo>
                <a:lnTo>
                  <a:pt x="377444" y="12700"/>
                </a:lnTo>
                <a:lnTo>
                  <a:pt x="3774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8214614" y="4652764"/>
            <a:ext cx="2088514" cy="1686560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35560" indent="-36195">
              <a:lnSpc>
                <a:spcPct val="100000"/>
              </a:lnSpc>
              <a:spcBef>
                <a:spcPts val="1425"/>
              </a:spcBef>
              <a:tabLst>
                <a:tab pos="661035" algn="l"/>
              </a:tabLst>
            </a:pPr>
            <a:r>
              <a:rPr dirty="0" baseline="-1984" sz="4200" spc="-37">
                <a:latin typeface="Cambria Math"/>
                <a:cs typeface="Cambria Math"/>
              </a:rPr>
              <a:t>[</a:t>
            </a:r>
            <a:r>
              <a:rPr dirty="0" baseline="-1984" sz="4200" spc="-37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984" sz="4200" spc="-37">
                <a:latin typeface="Cambria Math"/>
                <a:cs typeface="Cambria Math"/>
              </a:rPr>
              <a:t>]</a:t>
            </a:r>
            <a:r>
              <a:rPr dirty="0" baseline="-1984" sz="4200">
                <a:latin typeface="Cambria Math"/>
                <a:cs typeface="Cambria Math"/>
              </a:rPr>
              <a:t>	=</a:t>
            </a:r>
            <a:r>
              <a:rPr dirty="0" baseline="-1984" sz="4200" spc="232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(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 spc="8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∪</a:t>
            </a:r>
            <a:r>
              <a:rPr dirty="0" sz="2800" spc="-5">
                <a:latin typeface="Cambria Math"/>
                <a:cs typeface="Cambria Math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ε)</a:t>
            </a:r>
            <a:endParaRPr sz="2800">
              <a:latin typeface="Franklin Gothic Medium"/>
              <a:cs typeface="Franklin Gothic Medium"/>
            </a:endParaRPr>
          </a:p>
          <a:p>
            <a:pPr marL="35560">
              <a:lnSpc>
                <a:spcPts val="3495"/>
              </a:lnSpc>
              <a:spcBef>
                <a:spcPts val="1400"/>
              </a:spcBef>
              <a:tabLst>
                <a:tab pos="761365" algn="l"/>
                <a:tab pos="1093470" algn="l"/>
              </a:tabLst>
            </a:pPr>
            <a:r>
              <a:rPr dirty="0" sz="2800" spc="-20">
                <a:latin typeface="Franklin Gothic Medium"/>
                <a:cs typeface="Franklin Gothic Medium"/>
              </a:rPr>
              <a:t>Ex.: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𝑎</a:t>
            </a:r>
            <a:r>
              <a:rPr dirty="0" sz="2800">
                <a:latin typeface="Cambria Math"/>
                <a:cs typeface="Cambria Math"/>
              </a:rPr>
              <a:t>	𝑏</a:t>
            </a:r>
            <a:r>
              <a:rPr dirty="0" sz="2800" spc="19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-160">
                <a:latin typeface="Cambria Math"/>
                <a:cs typeface="Cambria Math"/>
              </a:rPr>
              <a:t> </a:t>
            </a:r>
            <a:r>
              <a:rPr dirty="0" sz="2950" spc="-50">
                <a:latin typeface="Cambria Math"/>
                <a:cs typeface="Cambria Math"/>
              </a:rPr>
              <a:t>b</a:t>
            </a:r>
            <a:endParaRPr sz="2950">
              <a:latin typeface="Cambria Math"/>
              <a:cs typeface="Cambria Math"/>
            </a:endParaRPr>
          </a:p>
          <a:p>
            <a:pPr marL="1701164">
              <a:lnSpc>
                <a:spcPts val="3495"/>
              </a:lnSpc>
            </a:pPr>
            <a:r>
              <a:rPr dirty="0" sz="2950" spc="-25">
                <a:latin typeface="Cambria Math"/>
                <a:cs typeface="Cambria Math"/>
              </a:rPr>
              <a:t>ab</a:t>
            </a:r>
            <a:endParaRPr sz="29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3500"/>
            <a:ext cx="920178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80909" algn="l"/>
              </a:tabLst>
            </a:pPr>
            <a:r>
              <a:rPr dirty="0" spc="-60"/>
              <a:t>Regular</a:t>
            </a:r>
            <a:r>
              <a:rPr dirty="0" spc="-145"/>
              <a:t> </a:t>
            </a:r>
            <a:r>
              <a:rPr dirty="0"/>
              <a:t>Expressions</a:t>
            </a:r>
            <a:r>
              <a:rPr dirty="0" spc="-155"/>
              <a:t> </a:t>
            </a:r>
            <a:r>
              <a:rPr dirty="0"/>
              <a:t>–</a:t>
            </a:r>
            <a:r>
              <a:rPr dirty="0" spc="-135"/>
              <a:t> </a:t>
            </a:r>
            <a:r>
              <a:rPr dirty="0" spc="-10"/>
              <a:t>Parsing</a:t>
            </a:r>
            <a:r>
              <a:rPr dirty="0"/>
              <a:t>	</a:t>
            </a:r>
            <a:r>
              <a:rPr dirty="0" spc="-45"/>
              <a:t>Practice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1312" y="1197863"/>
            <a:ext cx="11154410" cy="52451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</a:pPr>
            <a:r>
              <a:rPr dirty="0" sz="2800">
                <a:latin typeface="Franklin Gothic Medium"/>
                <a:cs typeface="Franklin Gothic Medium"/>
              </a:rPr>
              <a:t>How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would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you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parse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following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expressions?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37031" y="2011172"/>
            <a:ext cx="4160520" cy="1209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6260" sz="3075">
                <a:latin typeface="Cambria Math"/>
                <a:cs typeface="Cambria Math"/>
              </a:rPr>
              <a:t>1</a:t>
            </a:r>
            <a:r>
              <a:rPr dirty="0" baseline="-16260" sz="3075" spc="494">
                <a:latin typeface="Cambria Math"/>
                <a:cs typeface="Cambria Math"/>
              </a:rPr>
              <a:t> </a:t>
            </a:r>
            <a:r>
              <a:rPr dirty="0" sz="2800" spc="-70">
                <a:latin typeface="Cambria Math"/>
                <a:cs typeface="Cambria Math"/>
              </a:rPr>
              <a:t>=</a:t>
            </a:r>
            <a:r>
              <a:rPr dirty="0" sz="2800" spc="-70">
                <a:solidFill>
                  <a:srgbClr val="C00000"/>
                </a:solidFill>
                <a:latin typeface="Cambria Math"/>
                <a:cs typeface="Cambria Math"/>
              </a:rPr>
              <a:t>(</a:t>
            </a:r>
            <a:r>
              <a:rPr dirty="0" sz="2800" spc="-70">
                <a:latin typeface="Cambria Math"/>
                <a:cs typeface="Cambria Math"/>
              </a:rPr>
              <a:t>𝑎𝑎</a:t>
            </a:r>
            <a:r>
              <a:rPr dirty="0" sz="2800" spc="20">
                <a:latin typeface="Cambria Math"/>
                <a:cs typeface="Cambria Math"/>
              </a:rPr>
              <a:t> </a:t>
            </a:r>
            <a:r>
              <a:rPr dirty="0" sz="2800" spc="-220">
                <a:latin typeface="Cambria Math"/>
                <a:cs typeface="Cambria Math"/>
              </a:rPr>
              <a:t>𝑏</a:t>
            </a:r>
            <a:r>
              <a:rPr dirty="0" sz="2800" spc="-220">
                <a:solidFill>
                  <a:srgbClr val="C00000"/>
                </a:solidFill>
                <a:latin typeface="Cambria Math"/>
                <a:cs typeface="Cambria Math"/>
              </a:rPr>
              <a:t>)</a:t>
            </a:r>
            <a:r>
              <a:rPr dirty="0" sz="2800" spc="-220">
                <a:latin typeface="Cambria Math"/>
                <a:cs typeface="Cambria Math"/>
              </a:rPr>
              <a:t>∪</a:t>
            </a:r>
            <a:r>
              <a:rPr dirty="0" sz="2800" spc="-220">
                <a:solidFill>
                  <a:srgbClr val="C00000"/>
                </a:solidFill>
                <a:latin typeface="Cambria Math"/>
                <a:cs typeface="Cambria Math"/>
              </a:rPr>
              <a:t>(</a:t>
            </a:r>
            <a:r>
              <a:rPr dirty="0" sz="2800" spc="-220">
                <a:latin typeface="Cambria Math"/>
                <a:cs typeface="Cambria Math"/>
              </a:rPr>
              <a:t>𝑐</a:t>
            </a:r>
            <a:r>
              <a:rPr dirty="0" sz="2800" spc="6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𝑎𝑎</a:t>
            </a:r>
            <a:r>
              <a:rPr dirty="0" sz="2800" spc="20">
                <a:latin typeface="Cambria Math"/>
                <a:cs typeface="Cambria Math"/>
              </a:rPr>
              <a:t> </a:t>
            </a:r>
            <a:r>
              <a:rPr dirty="0" sz="2800" spc="-220">
                <a:latin typeface="Cambria Math"/>
                <a:cs typeface="Cambria Math"/>
              </a:rPr>
              <a:t>𝑏</a:t>
            </a:r>
            <a:r>
              <a:rPr dirty="0" sz="2800" spc="-220">
                <a:solidFill>
                  <a:srgbClr val="C00000"/>
                </a:solidFill>
                <a:latin typeface="Cambria Math"/>
                <a:cs typeface="Cambria Math"/>
              </a:rPr>
              <a:t>)</a:t>
            </a:r>
            <a:r>
              <a:rPr dirty="0" sz="2800" spc="-220">
                <a:latin typeface="Cambria Math"/>
                <a:cs typeface="Cambria Math"/>
              </a:rPr>
              <a:t>∪</a:t>
            </a:r>
            <a:r>
              <a:rPr dirty="0" sz="2800" spc="-220">
                <a:solidFill>
                  <a:srgbClr val="C00000"/>
                </a:solidFill>
                <a:latin typeface="Cambria Math"/>
                <a:cs typeface="Cambria Math"/>
              </a:rPr>
              <a:t>(</a:t>
            </a:r>
            <a:r>
              <a:rPr dirty="0" sz="2800" spc="-220">
                <a:latin typeface="Cambria Math"/>
                <a:cs typeface="Cambria Math"/>
              </a:rPr>
              <a:t>𝑐</a:t>
            </a:r>
            <a:r>
              <a:rPr dirty="0" sz="2800" spc="70">
                <a:latin typeface="Cambria Math"/>
                <a:cs typeface="Cambria Math"/>
              </a:rPr>
              <a:t> </a:t>
            </a:r>
            <a:r>
              <a:rPr dirty="0" sz="2800" spc="25">
                <a:latin typeface="Cambria Math"/>
                <a:cs typeface="Cambria Math"/>
              </a:rPr>
              <a:t>𝑎𝑎</a:t>
            </a:r>
            <a:r>
              <a:rPr dirty="0" sz="2800" spc="25">
                <a:solidFill>
                  <a:srgbClr val="C00000"/>
                </a:solidFill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  <a:p>
            <a:pPr marL="58419">
              <a:lnSpc>
                <a:spcPct val="100000"/>
              </a:lnSpc>
              <a:spcBef>
                <a:spcPts val="2600"/>
              </a:spcBef>
            </a:pPr>
            <a:r>
              <a:rPr dirty="0" baseline="-4960" sz="42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23035" sz="3075">
                <a:latin typeface="Cambria Math"/>
                <a:cs typeface="Cambria Math"/>
              </a:rPr>
              <a:t>2</a:t>
            </a:r>
            <a:r>
              <a:rPr dirty="0" baseline="-23035" sz="3075" spc="705">
                <a:latin typeface="Cambria Math"/>
                <a:cs typeface="Cambria Math"/>
              </a:rPr>
              <a:t> </a:t>
            </a:r>
            <a:r>
              <a:rPr dirty="0" baseline="-4960" sz="4200" spc="-232">
                <a:latin typeface="Cambria Math"/>
                <a:cs typeface="Cambria Math"/>
              </a:rPr>
              <a:t>=</a:t>
            </a:r>
            <a:r>
              <a:rPr dirty="0" sz="2800" spc="-155">
                <a:solidFill>
                  <a:srgbClr val="C00000"/>
                </a:solidFill>
                <a:latin typeface="Cambria Math"/>
                <a:cs typeface="Cambria Math"/>
              </a:rPr>
              <a:t>(</a:t>
            </a:r>
            <a:r>
              <a:rPr dirty="0" baseline="-4960" sz="4200" spc="-232">
                <a:latin typeface="Cambria Math"/>
                <a:cs typeface="Cambria Math"/>
              </a:rPr>
              <a:t>𝑑</a:t>
            </a:r>
            <a:r>
              <a:rPr dirty="0" sz="2800" spc="-155">
                <a:solidFill>
                  <a:srgbClr val="C00000"/>
                </a:solidFill>
                <a:latin typeface="Cambria Math"/>
                <a:cs typeface="Cambria Math"/>
              </a:rPr>
              <a:t>)</a:t>
            </a:r>
            <a:r>
              <a:rPr dirty="0" sz="2800" spc="-29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-4960" sz="4200" spc="-150">
                <a:latin typeface="Cambria Math"/>
                <a:cs typeface="Cambria Math"/>
              </a:rPr>
              <a:t>∪</a:t>
            </a:r>
            <a:r>
              <a:rPr dirty="0" sz="2800" spc="-100">
                <a:solidFill>
                  <a:srgbClr val="C00000"/>
                </a:solidFill>
                <a:latin typeface="Cambria Math"/>
                <a:cs typeface="Cambria Math"/>
              </a:rPr>
              <a:t>(</a:t>
            </a:r>
            <a:r>
              <a:rPr dirty="0" baseline="-4960" sz="4200" spc="-150">
                <a:latin typeface="Cambria Math"/>
                <a:cs typeface="Cambria Math"/>
              </a:rPr>
              <a:t>𝑎</a:t>
            </a:r>
            <a:r>
              <a:rPr dirty="0" sz="2800" spc="-100">
                <a:solidFill>
                  <a:srgbClr val="C00000"/>
                </a:solidFill>
                <a:latin typeface="Cambria Math"/>
                <a:cs typeface="Cambria Math"/>
              </a:rPr>
              <a:t>(</a:t>
            </a:r>
            <a:r>
              <a:rPr dirty="0" baseline="-4960" sz="4200" spc="-150">
                <a:latin typeface="Cambria Math"/>
                <a:cs typeface="Cambria Math"/>
              </a:rPr>
              <a:t>𝑏</a:t>
            </a:r>
            <a:r>
              <a:rPr dirty="0" baseline="20325" sz="3075" spc="-150">
                <a:latin typeface="Cambria Math"/>
                <a:cs typeface="Cambria Math"/>
              </a:rPr>
              <a:t>∗</a:t>
            </a:r>
            <a:r>
              <a:rPr dirty="0" sz="2800" spc="-100">
                <a:solidFill>
                  <a:srgbClr val="C00000"/>
                </a:solidFill>
                <a:latin typeface="Cambria Math"/>
                <a:cs typeface="Cambria Math"/>
              </a:rPr>
              <a:t>)</a:t>
            </a:r>
            <a:r>
              <a:rPr dirty="0" sz="2800" spc="-18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-4960" sz="4200" spc="-15">
                <a:latin typeface="Cambria Math"/>
                <a:cs typeface="Cambria Math"/>
              </a:rPr>
              <a:t>𝑐</a:t>
            </a:r>
            <a:r>
              <a:rPr dirty="0" sz="2800" spc="-10">
                <a:solidFill>
                  <a:srgbClr val="C00000"/>
                </a:solidFill>
                <a:latin typeface="Cambria Math"/>
                <a:cs typeface="Cambria Math"/>
              </a:rPr>
              <a:t>(</a:t>
            </a:r>
            <a:r>
              <a:rPr dirty="0" baseline="-4960" sz="4200" spc="-15">
                <a:latin typeface="Cambria Math"/>
                <a:cs typeface="Cambria Math"/>
              </a:rPr>
              <a:t>𝑑</a:t>
            </a:r>
            <a:r>
              <a:rPr dirty="0" baseline="20325" sz="3075" spc="-15">
                <a:latin typeface="Cambria Math"/>
                <a:cs typeface="Cambria Math"/>
              </a:rPr>
              <a:t>∗</a:t>
            </a:r>
            <a:r>
              <a:rPr dirty="0" sz="2800" spc="-10">
                <a:solidFill>
                  <a:srgbClr val="C00000"/>
                </a:solidFill>
                <a:latin typeface="Cambria Math"/>
                <a:cs typeface="Cambria Math"/>
              </a:rPr>
              <a:t>))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Regular</a:t>
            </a:r>
            <a:r>
              <a:rPr dirty="0" spc="-145"/>
              <a:t> </a:t>
            </a:r>
            <a:r>
              <a:rPr dirty="0"/>
              <a:t>Expressions</a:t>
            </a:r>
            <a:r>
              <a:rPr dirty="0" spc="-155"/>
              <a:t> </a:t>
            </a:r>
            <a:r>
              <a:rPr dirty="0"/>
              <a:t>–</a:t>
            </a:r>
            <a:r>
              <a:rPr dirty="0" spc="-135"/>
              <a:t> </a:t>
            </a:r>
            <a:r>
              <a:rPr dirty="0" spc="-10"/>
              <a:t>Examples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591312" y="1197863"/>
            <a:ext cx="11154410" cy="524510"/>
          </a:xfrm>
          <a:custGeom>
            <a:avLst/>
            <a:gdLst/>
            <a:ahLst/>
            <a:cxnLst/>
            <a:rect l="l" t="t" r="r" b="b"/>
            <a:pathLst>
              <a:path w="11154410" h="524510">
                <a:moveTo>
                  <a:pt x="11154156" y="0"/>
                </a:moveTo>
                <a:lnTo>
                  <a:pt x="0" y="0"/>
                </a:lnTo>
                <a:lnTo>
                  <a:pt x="0" y="524255"/>
                </a:lnTo>
                <a:lnTo>
                  <a:pt x="11154156" y="524255"/>
                </a:lnTo>
                <a:lnTo>
                  <a:pt x="11154156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82142" y="1221486"/>
            <a:ext cx="73894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800" spc="-55">
                <a:latin typeface="Franklin Gothic Medium"/>
                <a:cs typeface="Franklin Gothic Medium"/>
              </a:rPr>
              <a:t>What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language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each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expression?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152255" y="1286001"/>
            <a:ext cx="246189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spc="-35">
                <a:latin typeface="Franklin Gothic Medium"/>
                <a:cs typeface="Franklin Gothic Medium"/>
              </a:rPr>
              <a:t>Assume</a:t>
            </a:r>
            <a:r>
              <a:rPr dirty="0" sz="2000"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2D75B6"/>
                </a:solidFill>
                <a:latin typeface="Cambria Math"/>
                <a:cs typeface="Cambria Math"/>
              </a:rPr>
              <a:t>𝛴</a:t>
            </a:r>
            <a:r>
              <a:rPr dirty="0" sz="2000" spc="165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2D75B6"/>
                </a:solidFill>
                <a:latin typeface="Cambria Math"/>
                <a:cs typeface="Cambria Math"/>
              </a:rPr>
              <a:t>=</a:t>
            </a:r>
            <a:r>
              <a:rPr dirty="0" sz="2000" spc="125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2D75B6"/>
                </a:solidFill>
                <a:latin typeface="Cambria Math"/>
                <a:cs typeface="Cambria Math"/>
              </a:rPr>
              <a:t>{𝑥,</a:t>
            </a:r>
            <a:r>
              <a:rPr dirty="0" sz="2000" spc="-11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2D75B6"/>
                </a:solidFill>
                <a:latin typeface="Cambria Math"/>
                <a:cs typeface="Cambria Math"/>
              </a:rPr>
              <a:t>𝑦,</a:t>
            </a:r>
            <a:r>
              <a:rPr dirty="0" sz="2000" spc="-11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2D75B6"/>
                </a:solidFill>
                <a:latin typeface="Cambria Math"/>
                <a:cs typeface="Cambria Math"/>
              </a:rPr>
              <a:t>𝑧,</a:t>
            </a:r>
            <a:r>
              <a:rPr dirty="0" sz="2000" spc="-11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000" spc="-25">
                <a:solidFill>
                  <a:srgbClr val="2D75B6"/>
                </a:solidFill>
                <a:latin typeface="Cambria Math"/>
                <a:cs typeface="Cambria Math"/>
              </a:rPr>
              <a:t>𝑘}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3241039" y="2012442"/>
            <a:ext cx="521334" cy="282575"/>
          </a:xfrm>
          <a:custGeom>
            <a:avLst/>
            <a:gdLst/>
            <a:ahLst/>
            <a:cxnLst/>
            <a:rect l="l" t="t" r="r" b="b"/>
            <a:pathLst>
              <a:path w="521335" h="282575">
                <a:moveTo>
                  <a:pt x="431038" y="0"/>
                </a:moveTo>
                <a:lnTo>
                  <a:pt x="426974" y="11430"/>
                </a:lnTo>
                <a:lnTo>
                  <a:pt x="443337" y="18504"/>
                </a:lnTo>
                <a:lnTo>
                  <a:pt x="457390" y="28305"/>
                </a:lnTo>
                <a:lnTo>
                  <a:pt x="485923" y="73852"/>
                </a:lnTo>
                <a:lnTo>
                  <a:pt x="494213" y="115339"/>
                </a:lnTo>
                <a:lnTo>
                  <a:pt x="494254" y="115623"/>
                </a:lnTo>
                <a:lnTo>
                  <a:pt x="494252" y="164580"/>
                </a:lnTo>
                <a:lnTo>
                  <a:pt x="485870" y="207529"/>
                </a:lnTo>
                <a:lnTo>
                  <a:pt x="457390" y="253730"/>
                </a:lnTo>
                <a:lnTo>
                  <a:pt x="427482" y="270763"/>
                </a:lnTo>
                <a:lnTo>
                  <a:pt x="431038" y="282321"/>
                </a:lnTo>
                <a:lnTo>
                  <a:pt x="469534" y="264191"/>
                </a:lnTo>
                <a:lnTo>
                  <a:pt x="497839" y="232918"/>
                </a:lnTo>
                <a:lnTo>
                  <a:pt x="515270" y="191023"/>
                </a:lnTo>
                <a:lnTo>
                  <a:pt x="521081" y="141224"/>
                </a:lnTo>
                <a:lnTo>
                  <a:pt x="519624" y="115623"/>
                </a:lnTo>
                <a:lnTo>
                  <a:pt x="507900" y="69429"/>
                </a:lnTo>
                <a:lnTo>
                  <a:pt x="484830" y="32093"/>
                </a:lnTo>
                <a:lnTo>
                  <a:pt x="451492" y="7379"/>
                </a:lnTo>
                <a:lnTo>
                  <a:pt x="431038" y="0"/>
                </a:lnTo>
                <a:close/>
              </a:path>
              <a:path w="52133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73" y="91408"/>
                </a:lnTo>
                <a:lnTo>
                  <a:pt x="86" y="139700"/>
                </a:lnTo>
                <a:lnTo>
                  <a:pt x="0" y="141224"/>
                </a:lnTo>
                <a:lnTo>
                  <a:pt x="5810" y="191023"/>
                </a:lnTo>
                <a:lnTo>
                  <a:pt x="23240" y="232918"/>
                </a:lnTo>
                <a:lnTo>
                  <a:pt x="51546" y="264191"/>
                </a:lnTo>
                <a:lnTo>
                  <a:pt x="90043" y="282321"/>
                </a:lnTo>
                <a:lnTo>
                  <a:pt x="93725" y="270763"/>
                </a:lnTo>
                <a:lnTo>
                  <a:pt x="77602" y="263646"/>
                </a:lnTo>
                <a:lnTo>
                  <a:pt x="63706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845" y="141224"/>
                </a:lnTo>
                <a:lnTo>
                  <a:pt x="25781" y="139700"/>
                </a:lnTo>
                <a:lnTo>
                  <a:pt x="29972" y="93678"/>
                </a:lnTo>
                <a:lnTo>
                  <a:pt x="42545" y="56134"/>
                </a:lnTo>
                <a:lnTo>
                  <a:pt x="77817" y="18504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3861942" y="1922779"/>
            <a:ext cx="7442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5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{𝑥}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3225038" y="2638679"/>
            <a:ext cx="530225" cy="282575"/>
          </a:xfrm>
          <a:custGeom>
            <a:avLst/>
            <a:gdLst/>
            <a:ahLst/>
            <a:cxnLst/>
            <a:rect l="l" t="t" r="r" b="b"/>
            <a:pathLst>
              <a:path w="530225" h="282575">
                <a:moveTo>
                  <a:pt x="440054" y="0"/>
                </a:moveTo>
                <a:lnTo>
                  <a:pt x="435990" y="11557"/>
                </a:lnTo>
                <a:lnTo>
                  <a:pt x="452372" y="18631"/>
                </a:lnTo>
                <a:lnTo>
                  <a:pt x="466455" y="28432"/>
                </a:lnTo>
                <a:lnTo>
                  <a:pt x="494994" y="73925"/>
                </a:lnTo>
                <a:lnTo>
                  <a:pt x="503236" y="115359"/>
                </a:lnTo>
                <a:lnTo>
                  <a:pt x="503289" y="115732"/>
                </a:lnTo>
                <a:lnTo>
                  <a:pt x="503269" y="164707"/>
                </a:lnTo>
                <a:lnTo>
                  <a:pt x="494887" y="207656"/>
                </a:lnTo>
                <a:lnTo>
                  <a:pt x="466455" y="253857"/>
                </a:lnTo>
                <a:lnTo>
                  <a:pt x="436499" y="270891"/>
                </a:lnTo>
                <a:lnTo>
                  <a:pt x="440054" y="282321"/>
                </a:lnTo>
                <a:lnTo>
                  <a:pt x="478551" y="264302"/>
                </a:lnTo>
                <a:lnTo>
                  <a:pt x="506857" y="233045"/>
                </a:lnTo>
                <a:lnTo>
                  <a:pt x="524287" y="191135"/>
                </a:lnTo>
                <a:lnTo>
                  <a:pt x="530098" y="141224"/>
                </a:lnTo>
                <a:lnTo>
                  <a:pt x="528666" y="115732"/>
                </a:lnTo>
                <a:lnTo>
                  <a:pt x="528645" y="115359"/>
                </a:lnTo>
                <a:lnTo>
                  <a:pt x="517024" y="69536"/>
                </a:lnTo>
                <a:lnTo>
                  <a:pt x="493901" y="32164"/>
                </a:lnTo>
                <a:lnTo>
                  <a:pt x="460511" y="7435"/>
                </a:lnTo>
                <a:lnTo>
                  <a:pt x="440054" y="0"/>
                </a:lnTo>
                <a:close/>
              </a:path>
              <a:path w="530225" h="282575">
                <a:moveTo>
                  <a:pt x="90042" y="0"/>
                </a:moveTo>
                <a:lnTo>
                  <a:pt x="51641" y="18145"/>
                </a:lnTo>
                <a:lnTo>
                  <a:pt x="23241" y="49530"/>
                </a:lnTo>
                <a:lnTo>
                  <a:pt x="5810" y="91471"/>
                </a:lnTo>
                <a:lnTo>
                  <a:pt x="78" y="139826"/>
                </a:lnTo>
                <a:lnTo>
                  <a:pt x="0" y="141224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2" y="282321"/>
                </a:lnTo>
                <a:lnTo>
                  <a:pt x="93599" y="270891"/>
                </a:lnTo>
                <a:lnTo>
                  <a:pt x="77475" y="263773"/>
                </a:lnTo>
                <a:lnTo>
                  <a:pt x="63579" y="253857"/>
                </a:lnTo>
                <a:lnTo>
                  <a:pt x="35157" y="207656"/>
                </a:lnTo>
                <a:lnTo>
                  <a:pt x="26826" y="164707"/>
                </a:lnTo>
                <a:lnTo>
                  <a:pt x="25839" y="141224"/>
                </a:lnTo>
                <a:lnTo>
                  <a:pt x="25781" y="139826"/>
                </a:lnTo>
                <a:lnTo>
                  <a:pt x="29956" y="93757"/>
                </a:lnTo>
                <a:lnTo>
                  <a:pt x="42417" y="56261"/>
                </a:lnTo>
                <a:lnTo>
                  <a:pt x="77743" y="18631"/>
                </a:lnTo>
                <a:lnTo>
                  <a:pt x="93979" y="11557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3853434" y="2549144"/>
            <a:ext cx="12306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40">
                <a:latin typeface="Cambria Math"/>
                <a:cs typeface="Cambria Math"/>
              </a:rPr>
              <a:t> </a:t>
            </a:r>
            <a:r>
              <a:rPr dirty="0" sz="2400" spc="-10">
                <a:latin typeface="Cambria Math"/>
                <a:cs typeface="Cambria Math"/>
              </a:rPr>
              <a:t>{𝑥𝑦𝑧𝑘}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3216275" y="3228848"/>
            <a:ext cx="528955" cy="282575"/>
          </a:xfrm>
          <a:custGeom>
            <a:avLst/>
            <a:gdLst/>
            <a:ahLst/>
            <a:cxnLst/>
            <a:rect l="l" t="t" r="r" b="b"/>
            <a:pathLst>
              <a:path w="528954" h="282575">
                <a:moveTo>
                  <a:pt x="438658" y="0"/>
                </a:moveTo>
                <a:lnTo>
                  <a:pt x="434594" y="11429"/>
                </a:lnTo>
                <a:lnTo>
                  <a:pt x="450957" y="18522"/>
                </a:lnTo>
                <a:lnTo>
                  <a:pt x="465010" y="28352"/>
                </a:lnTo>
                <a:lnTo>
                  <a:pt x="493543" y="73852"/>
                </a:lnTo>
                <a:lnTo>
                  <a:pt x="501834" y="115341"/>
                </a:lnTo>
                <a:lnTo>
                  <a:pt x="502920" y="139700"/>
                </a:lnTo>
                <a:lnTo>
                  <a:pt x="501872" y="164635"/>
                </a:lnTo>
                <a:lnTo>
                  <a:pt x="493490" y="207601"/>
                </a:lnTo>
                <a:lnTo>
                  <a:pt x="465010" y="253857"/>
                </a:lnTo>
                <a:lnTo>
                  <a:pt x="435101" y="270890"/>
                </a:lnTo>
                <a:lnTo>
                  <a:pt x="438658" y="282321"/>
                </a:lnTo>
                <a:lnTo>
                  <a:pt x="477154" y="264255"/>
                </a:lnTo>
                <a:lnTo>
                  <a:pt x="505460" y="233044"/>
                </a:lnTo>
                <a:lnTo>
                  <a:pt x="522890" y="191135"/>
                </a:lnTo>
                <a:lnTo>
                  <a:pt x="528701" y="141224"/>
                </a:lnTo>
                <a:lnTo>
                  <a:pt x="527262" y="115623"/>
                </a:lnTo>
                <a:lnTo>
                  <a:pt x="515574" y="69482"/>
                </a:lnTo>
                <a:lnTo>
                  <a:pt x="492450" y="32146"/>
                </a:lnTo>
                <a:lnTo>
                  <a:pt x="459112" y="7381"/>
                </a:lnTo>
                <a:lnTo>
                  <a:pt x="438658" y="0"/>
                </a:lnTo>
                <a:close/>
              </a:path>
              <a:path w="528954" h="282575">
                <a:moveTo>
                  <a:pt x="90042" y="0"/>
                </a:moveTo>
                <a:lnTo>
                  <a:pt x="51657" y="18097"/>
                </a:lnTo>
                <a:lnTo>
                  <a:pt x="23368" y="49529"/>
                </a:lnTo>
                <a:lnTo>
                  <a:pt x="5873" y="91424"/>
                </a:lnTo>
                <a:lnTo>
                  <a:pt x="86" y="139700"/>
                </a:lnTo>
                <a:lnTo>
                  <a:pt x="0" y="141224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43" y="250281"/>
                </a:lnTo>
                <a:lnTo>
                  <a:pt x="69568" y="274943"/>
                </a:lnTo>
                <a:lnTo>
                  <a:pt x="90042" y="282321"/>
                </a:lnTo>
                <a:lnTo>
                  <a:pt x="93725" y="270890"/>
                </a:lnTo>
                <a:lnTo>
                  <a:pt x="77602" y="263773"/>
                </a:lnTo>
                <a:lnTo>
                  <a:pt x="63706" y="253857"/>
                </a:lnTo>
                <a:lnTo>
                  <a:pt x="35210" y="207601"/>
                </a:lnTo>
                <a:lnTo>
                  <a:pt x="26828" y="164635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29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844797" y="3139566"/>
            <a:ext cx="13474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4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{𝑥𝑦,</a:t>
            </a:r>
            <a:r>
              <a:rPr dirty="0" sz="2400" spc="-120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𝑧𝑘}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578228" y="3867022"/>
            <a:ext cx="869950" cy="282575"/>
          </a:xfrm>
          <a:custGeom>
            <a:avLst/>
            <a:gdLst/>
            <a:ahLst/>
            <a:cxnLst/>
            <a:rect l="l" t="t" r="r" b="b"/>
            <a:pathLst>
              <a:path w="869950" h="282575">
                <a:moveTo>
                  <a:pt x="779907" y="0"/>
                </a:moveTo>
                <a:lnTo>
                  <a:pt x="775970" y="11429"/>
                </a:lnTo>
                <a:lnTo>
                  <a:pt x="792277" y="18504"/>
                </a:lnTo>
                <a:lnTo>
                  <a:pt x="806322" y="28305"/>
                </a:lnTo>
                <a:lnTo>
                  <a:pt x="834866" y="73852"/>
                </a:lnTo>
                <a:lnTo>
                  <a:pt x="843207" y="115339"/>
                </a:lnTo>
                <a:lnTo>
                  <a:pt x="844296" y="139700"/>
                </a:lnTo>
                <a:lnTo>
                  <a:pt x="843248" y="164580"/>
                </a:lnTo>
                <a:lnTo>
                  <a:pt x="834866" y="207529"/>
                </a:lnTo>
                <a:lnTo>
                  <a:pt x="806370" y="253777"/>
                </a:lnTo>
                <a:lnTo>
                  <a:pt x="776351" y="270763"/>
                </a:lnTo>
                <a:lnTo>
                  <a:pt x="779907" y="282320"/>
                </a:lnTo>
                <a:lnTo>
                  <a:pt x="818467" y="264191"/>
                </a:lnTo>
                <a:lnTo>
                  <a:pt x="846835" y="232918"/>
                </a:lnTo>
                <a:lnTo>
                  <a:pt x="864203" y="191071"/>
                </a:lnTo>
                <a:lnTo>
                  <a:pt x="869950" y="141224"/>
                </a:lnTo>
                <a:lnTo>
                  <a:pt x="868513" y="115623"/>
                </a:lnTo>
                <a:lnTo>
                  <a:pt x="868497" y="115339"/>
                </a:lnTo>
                <a:lnTo>
                  <a:pt x="856876" y="69429"/>
                </a:lnTo>
                <a:lnTo>
                  <a:pt x="833824" y="32093"/>
                </a:lnTo>
                <a:lnTo>
                  <a:pt x="800435" y="7379"/>
                </a:lnTo>
                <a:lnTo>
                  <a:pt x="779907" y="0"/>
                </a:lnTo>
                <a:close/>
              </a:path>
              <a:path w="869950" h="282575">
                <a:moveTo>
                  <a:pt x="90043" y="0"/>
                </a:moveTo>
                <a:lnTo>
                  <a:pt x="51657" y="18081"/>
                </a:lnTo>
                <a:lnTo>
                  <a:pt x="23368" y="49402"/>
                </a:lnTo>
                <a:lnTo>
                  <a:pt x="5826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0"/>
                </a:lnTo>
                <a:lnTo>
                  <a:pt x="93598" y="270763"/>
                </a:lnTo>
                <a:lnTo>
                  <a:pt x="77549" y="263663"/>
                </a:lnTo>
                <a:lnTo>
                  <a:pt x="63690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05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615695" y="1922779"/>
            <a:ext cx="2066289" cy="2246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494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𝑥</a:t>
            </a:r>
            <a:endParaRPr sz="2400">
              <a:latin typeface="Cambria Math"/>
              <a:cs typeface="Cambria Math"/>
            </a:endParaRPr>
          </a:p>
          <a:p>
            <a:pPr marL="73660">
              <a:lnSpc>
                <a:spcPct val="100000"/>
              </a:lnSpc>
              <a:spcBef>
                <a:spcPts val="205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2</a:t>
            </a:r>
            <a:r>
              <a:rPr dirty="0" baseline="-15873" sz="2625" spc="54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14">
                <a:latin typeface="Cambria Math"/>
                <a:cs typeface="Cambria Math"/>
              </a:rPr>
              <a:t> </a:t>
            </a:r>
            <a:r>
              <a:rPr dirty="0" sz="2400" spc="-20">
                <a:latin typeface="Cambria Math"/>
                <a:cs typeface="Cambria Math"/>
              </a:rPr>
              <a:t>𝑥𝑦𝑧𝑘</a:t>
            </a:r>
            <a:endParaRPr sz="2400">
              <a:latin typeface="Cambria Math"/>
              <a:cs typeface="Cambria Math"/>
            </a:endParaRPr>
          </a:p>
          <a:p>
            <a:pPr marL="68580">
              <a:lnSpc>
                <a:spcPct val="100000"/>
              </a:lnSpc>
              <a:spcBef>
                <a:spcPts val="177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3</a:t>
            </a:r>
            <a:r>
              <a:rPr dirty="0" baseline="-15873" sz="2625" spc="54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𝑥𝑦</a:t>
            </a:r>
            <a:r>
              <a:rPr dirty="0" sz="2400" spc="3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35">
                <a:latin typeface="Cambria Math"/>
                <a:cs typeface="Cambria Math"/>
              </a:rPr>
              <a:t>𝑧𝑘</a:t>
            </a:r>
            <a:endParaRPr sz="24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2145"/>
              </a:spcBef>
              <a:tabLst>
                <a:tab pos="1062355" algn="l"/>
                <a:tab pos="1859280" algn="l"/>
              </a:tabLst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4</a:t>
            </a:r>
            <a:r>
              <a:rPr dirty="0" baseline="-15873" sz="2625" spc="54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14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𝑥</a:t>
            </a:r>
            <a:r>
              <a:rPr dirty="0" sz="2400">
                <a:latin typeface="Cambria Math"/>
                <a:cs typeface="Cambria Math"/>
              </a:rPr>
              <a:t>	𝑦</a:t>
            </a:r>
            <a:r>
              <a:rPr dirty="0" sz="2400" spc="2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𝑧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𝑘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3208908" y="3867022"/>
            <a:ext cx="528955" cy="282575"/>
          </a:xfrm>
          <a:custGeom>
            <a:avLst/>
            <a:gdLst/>
            <a:ahLst/>
            <a:cxnLst/>
            <a:rect l="l" t="t" r="r" b="b"/>
            <a:pathLst>
              <a:path w="528954" h="282575">
                <a:moveTo>
                  <a:pt x="438531" y="0"/>
                </a:moveTo>
                <a:lnTo>
                  <a:pt x="434594" y="11429"/>
                </a:lnTo>
                <a:lnTo>
                  <a:pt x="450901" y="18504"/>
                </a:lnTo>
                <a:lnTo>
                  <a:pt x="464947" y="28305"/>
                </a:lnTo>
                <a:lnTo>
                  <a:pt x="493470" y="73852"/>
                </a:lnTo>
                <a:lnTo>
                  <a:pt x="501725" y="115339"/>
                </a:lnTo>
                <a:lnTo>
                  <a:pt x="501765" y="115623"/>
                </a:lnTo>
                <a:lnTo>
                  <a:pt x="501747" y="164580"/>
                </a:lnTo>
                <a:lnTo>
                  <a:pt x="493416" y="207529"/>
                </a:lnTo>
                <a:lnTo>
                  <a:pt x="464994" y="253777"/>
                </a:lnTo>
                <a:lnTo>
                  <a:pt x="434975" y="270763"/>
                </a:lnTo>
                <a:lnTo>
                  <a:pt x="438531" y="282320"/>
                </a:lnTo>
                <a:lnTo>
                  <a:pt x="477027" y="264191"/>
                </a:lnTo>
                <a:lnTo>
                  <a:pt x="505332" y="232918"/>
                </a:lnTo>
                <a:lnTo>
                  <a:pt x="522763" y="191071"/>
                </a:lnTo>
                <a:lnTo>
                  <a:pt x="528574" y="141224"/>
                </a:lnTo>
                <a:lnTo>
                  <a:pt x="527137" y="115623"/>
                </a:lnTo>
                <a:lnTo>
                  <a:pt x="515500" y="69429"/>
                </a:lnTo>
                <a:lnTo>
                  <a:pt x="492377" y="32093"/>
                </a:lnTo>
                <a:lnTo>
                  <a:pt x="458987" y="7379"/>
                </a:lnTo>
                <a:lnTo>
                  <a:pt x="438531" y="0"/>
                </a:lnTo>
                <a:close/>
              </a:path>
              <a:path w="528954" h="282575">
                <a:moveTo>
                  <a:pt x="90043" y="0"/>
                </a:moveTo>
                <a:lnTo>
                  <a:pt x="51641" y="18081"/>
                </a:lnTo>
                <a:lnTo>
                  <a:pt x="23241" y="49402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810" y="191071"/>
                </a:lnTo>
                <a:lnTo>
                  <a:pt x="23241" y="232918"/>
                </a:lnTo>
                <a:lnTo>
                  <a:pt x="51546" y="264191"/>
                </a:lnTo>
                <a:lnTo>
                  <a:pt x="90043" y="282320"/>
                </a:lnTo>
                <a:lnTo>
                  <a:pt x="93599" y="270763"/>
                </a:lnTo>
                <a:lnTo>
                  <a:pt x="77529" y="263663"/>
                </a:lnTo>
                <a:lnTo>
                  <a:pt x="63627" y="253777"/>
                </a:lnTo>
                <a:lnTo>
                  <a:pt x="35157" y="207529"/>
                </a:lnTo>
                <a:lnTo>
                  <a:pt x="26826" y="164580"/>
                </a:lnTo>
                <a:lnTo>
                  <a:pt x="25781" y="139700"/>
                </a:lnTo>
                <a:lnTo>
                  <a:pt x="26826" y="115623"/>
                </a:lnTo>
                <a:lnTo>
                  <a:pt x="35157" y="73852"/>
                </a:lnTo>
                <a:lnTo>
                  <a:pt x="63738" y="28305"/>
                </a:lnTo>
                <a:lnTo>
                  <a:pt x="94106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2976626" y="1922779"/>
            <a:ext cx="713105" cy="2246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  <a:tabLst>
                <a:tab pos="364490" algn="l"/>
              </a:tabLst>
            </a:pP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	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  <a:p>
            <a:pPr marL="53975">
              <a:lnSpc>
                <a:spcPct val="100000"/>
              </a:lnSpc>
              <a:spcBef>
                <a:spcPts val="2050"/>
              </a:spcBef>
              <a:tabLst>
                <a:tab pos="347980" algn="l"/>
              </a:tabLst>
            </a:pP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	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  <a:p>
            <a:pPr marL="45085">
              <a:lnSpc>
                <a:spcPct val="100000"/>
              </a:lnSpc>
              <a:spcBef>
                <a:spcPts val="1770"/>
              </a:spcBef>
              <a:tabLst>
                <a:tab pos="339725" algn="l"/>
              </a:tabLst>
            </a:pP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	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3</a:t>
            </a:r>
            <a:endParaRPr baseline="-15873" sz="2625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2145"/>
              </a:spcBef>
              <a:tabLst>
                <a:tab pos="332105" algn="l"/>
              </a:tabLst>
            </a:pP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	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4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837178" y="3777742"/>
            <a:ext cx="168211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6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{𝑥𝑦𝑘,</a:t>
            </a:r>
            <a:r>
              <a:rPr dirty="0" sz="2400" spc="-110">
                <a:latin typeface="Cambria Math"/>
                <a:cs typeface="Cambria Math"/>
              </a:rPr>
              <a:t> </a:t>
            </a:r>
            <a:r>
              <a:rPr dirty="0" sz="2400" spc="-20">
                <a:latin typeface="Cambria Math"/>
                <a:cs typeface="Cambria Math"/>
              </a:rPr>
              <a:t>𝑥𝑧𝑘}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12648" y="4409694"/>
            <a:ext cx="14268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5</a:t>
            </a:r>
            <a:r>
              <a:rPr dirty="0" baseline="-15873" sz="2625" spc="54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40">
                <a:latin typeface="Cambria Math"/>
                <a:cs typeface="Cambria Math"/>
              </a:rPr>
              <a:t>𝑥𝑦</a:t>
            </a:r>
            <a:r>
              <a:rPr dirty="0" baseline="28571" sz="2625" spc="6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400" spc="40">
                <a:latin typeface="Cambria Math"/>
                <a:cs typeface="Cambria Math"/>
              </a:rPr>
              <a:t>𝑧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2383663" y="4537836"/>
            <a:ext cx="443865" cy="236220"/>
          </a:xfrm>
          <a:custGeom>
            <a:avLst/>
            <a:gdLst/>
            <a:ahLst/>
            <a:cxnLst/>
            <a:rect l="l" t="t" r="r" b="b"/>
            <a:pathLst>
              <a:path w="443864" h="236220">
                <a:moveTo>
                  <a:pt x="368300" y="0"/>
                </a:moveTo>
                <a:lnTo>
                  <a:pt x="364870" y="9525"/>
                </a:lnTo>
                <a:lnTo>
                  <a:pt x="378565" y="15448"/>
                </a:lnTo>
                <a:lnTo>
                  <a:pt x="390318" y="23669"/>
                </a:lnTo>
                <a:lnTo>
                  <a:pt x="414145" y="61652"/>
                </a:lnTo>
                <a:lnTo>
                  <a:pt x="422020" y="116712"/>
                </a:lnTo>
                <a:lnTo>
                  <a:pt x="421139" y="137477"/>
                </a:lnTo>
                <a:lnTo>
                  <a:pt x="407924" y="188340"/>
                </a:lnTo>
                <a:lnTo>
                  <a:pt x="378706" y="220237"/>
                </a:lnTo>
                <a:lnTo>
                  <a:pt x="365251" y="226187"/>
                </a:lnTo>
                <a:lnTo>
                  <a:pt x="368300" y="235712"/>
                </a:lnTo>
                <a:lnTo>
                  <a:pt x="413287" y="208994"/>
                </a:lnTo>
                <a:lnTo>
                  <a:pt x="438626" y="159607"/>
                </a:lnTo>
                <a:lnTo>
                  <a:pt x="443484" y="117982"/>
                </a:lnTo>
                <a:lnTo>
                  <a:pt x="442282" y="96565"/>
                </a:lnTo>
                <a:lnTo>
                  <a:pt x="432554" y="57993"/>
                </a:lnTo>
                <a:lnTo>
                  <a:pt x="400367" y="15112"/>
                </a:lnTo>
                <a:lnTo>
                  <a:pt x="385369" y="6163"/>
                </a:lnTo>
                <a:lnTo>
                  <a:pt x="368300" y="0"/>
                </a:lnTo>
                <a:close/>
              </a:path>
              <a:path w="443864" h="236220">
                <a:moveTo>
                  <a:pt x="75184" y="0"/>
                </a:moveTo>
                <a:lnTo>
                  <a:pt x="30267" y="26824"/>
                </a:lnTo>
                <a:lnTo>
                  <a:pt x="4857" y="76342"/>
                </a:lnTo>
                <a:lnTo>
                  <a:pt x="71" y="116712"/>
                </a:lnTo>
                <a:lnTo>
                  <a:pt x="0" y="117982"/>
                </a:lnTo>
                <a:lnTo>
                  <a:pt x="1093" y="137477"/>
                </a:lnTo>
                <a:lnTo>
                  <a:pt x="10929" y="177919"/>
                </a:lnTo>
                <a:lnTo>
                  <a:pt x="43068" y="220662"/>
                </a:lnTo>
                <a:lnTo>
                  <a:pt x="75184" y="235712"/>
                </a:lnTo>
                <a:lnTo>
                  <a:pt x="78231" y="226187"/>
                </a:lnTo>
                <a:lnTo>
                  <a:pt x="64777" y="220237"/>
                </a:lnTo>
                <a:lnTo>
                  <a:pt x="53181" y="211931"/>
                </a:lnTo>
                <a:lnTo>
                  <a:pt x="29412" y="173291"/>
                </a:lnTo>
                <a:lnTo>
                  <a:pt x="21642" y="117982"/>
                </a:lnTo>
                <a:lnTo>
                  <a:pt x="21589" y="116712"/>
                </a:lnTo>
                <a:lnTo>
                  <a:pt x="22451" y="96565"/>
                </a:lnTo>
                <a:lnTo>
                  <a:pt x="35560" y="46862"/>
                </a:lnTo>
                <a:lnTo>
                  <a:pt x="64992" y="15448"/>
                </a:lnTo>
                <a:lnTo>
                  <a:pt x="78612" y="9525"/>
                </a:lnTo>
                <a:lnTo>
                  <a:pt x="75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2170557" y="4462017"/>
            <a:ext cx="37604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748665" algn="l"/>
              </a:tabLst>
            </a:pPr>
            <a:r>
              <a:rPr dirty="0" sz="200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dirty="0" sz="2000" spc="42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0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325" sz="2175" spc="-37">
                <a:latin typeface="Cambria Math"/>
                <a:cs typeface="Cambria Math"/>
              </a:rPr>
              <a:t>5</a:t>
            </a:r>
            <a:r>
              <a:rPr dirty="0" baseline="-15325" sz="2175"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3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{𝑥𝑧,</a:t>
            </a:r>
            <a:r>
              <a:rPr dirty="0" sz="2000" spc="-9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𝑥𝑦𝑧,</a:t>
            </a:r>
            <a:r>
              <a:rPr dirty="0" sz="2000" spc="-95">
                <a:latin typeface="Cambria Math"/>
                <a:cs typeface="Cambria Math"/>
              </a:rPr>
              <a:t> </a:t>
            </a:r>
            <a:r>
              <a:rPr dirty="0" sz="2000" spc="-10">
                <a:latin typeface="Cambria Math"/>
                <a:cs typeface="Cambria Math"/>
              </a:rPr>
              <a:t>𝑥𝑦𝑦𝑧,</a:t>
            </a:r>
            <a:r>
              <a:rPr dirty="0" sz="2000" spc="-100">
                <a:latin typeface="Cambria Math"/>
                <a:cs typeface="Cambria Math"/>
              </a:rPr>
              <a:t> </a:t>
            </a:r>
            <a:r>
              <a:rPr dirty="0" sz="2000" spc="-10">
                <a:latin typeface="Cambria Math"/>
                <a:cs typeface="Cambria Math"/>
              </a:rPr>
              <a:t>𝑥𝑦𝑦𝑦𝑧,</a:t>
            </a:r>
            <a:r>
              <a:rPr dirty="0" sz="2000" spc="-9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…</a:t>
            </a:r>
            <a:r>
              <a:rPr dirty="0" sz="2000" spc="-105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}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8130793" y="4537836"/>
            <a:ext cx="443865" cy="236220"/>
          </a:xfrm>
          <a:custGeom>
            <a:avLst/>
            <a:gdLst/>
            <a:ahLst/>
            <a:cxnLst/>
            <a:rect l="l" t="t" r="r" b="b"/>
            <a:pathLst>
              <a:path w="443865" h="236220">
                <a:moveTo>
                  <a:pt x="368300" y="0"/>
                </a:moveTo>
                <a:lnTo>
                  <a:pt x="364998" y="9525"/>
                </a:lnTo>
                <a:lnTo>
                  <a:pt x="378618" y="15448"/>
                </a:lnTo>
                <a:lnTo>
                  <a:pt x="390334" y="23669"/>
                </a:lnTo>
                <a:lnTo>
                  <a:pt x="414145" y="61652"/>
                </a:lnTo>
                <a:lnTo>
                  <a:pt x="421108" y="96335"/>
                </a:lnTo>
                <a:lnTo>
                  <a:pt x="421141" y="96565"/>
                </a:lnTo>
                <a:lnTo>
                  <a:pt x="422021" y="116712"/>
                </a:lnTo>
                <a:lnTo>
                  <a:pt x="421141" y="137477"/>
                </a:lnTo>
                <a:lnTo>
                  <a:pt x="418512" y="156336"/>
                </a:lnTo>
                <a:lnTo>
                  <a:pt x="400095" y="201291"/>
                </a:lnTo>
                <a:lnTo>
                  <a:pt x="365251" y="226187"/>
                </a:lnTo>
                <a:lnTo>
                  <a:pt x="368300" y="235712"/>
                </a:lnTo>
                <a:lnTo>
                  <a:pt x="413341" y="208994"/>
                </a:lnTo>
                <a:lnTo>
                  <a:pt x="438626" y="159607"/>
                </a:lnTo>
                <a:lnTo>
                  <a:pt x="443483" y="117982"/>
                </a:lnTo>
                <a:lnTo>
                  <a:pt x="442282" y="96565"/>
                </a:lnTo>
                <a:lnTo>
                  <a:pt x="432554" y="57993"/>
                </a:lnTo>
                <a:lnTo>
                  <a:pt x="400367" y="15112"/>
                </a:lnTo>
                <a:lnTo>
                  <a:pt x="385369" y="6163"/>
                </a:lnTo>
                <a:lnTo>
                  <a:pt x="368300" y="0"/>
                </a:lnTo>
                <a:close/>
              </a:path>
              <a:path w="443865" h="236220">
                <a:moveTo>
                  <a:pt x="75183" y="0"/>
                </a:moveTo>
                <a:lnTo>
                  <a:pt x="30321" y="26824"/>
                </a:lnTo>
                <a:lnTo>
                  <a:pt x="4921" y="76342"/>
                </a:lnTo>
                <a:lnTo>
                  <a:pt x="72" y="116712"/>
                </a:lnTo>
                <a:lnTo>
                  <a:pt x="0" y="117982"/>
                </a:lnTo>
                <a:lnTo>
                  <a:pt x="4857" y="159607"/>
                </a:lnTo>
                <a:lnTo>
                  <a:pt x="30196" y="208994"/>
                </a:lnTo>
                <a:lnTo>
                  <a:pt x="75183" y="235712"/>
                </a:lnTo>
                <a:lnTo>
                  <a:pt x="78231" y="226187"/>
                </a:lnTo>
                <a:lnTo>
                  <a:pt x="64777" y="220237"/>
                </a:lnTo>
                <a:lnTo>
                  <a:pt x="53181" y="211931"/>
                </a:lnTo>
                <a:lnTo>
                  <a:pt x="29412" y="173291"/>
                </a:lnTo>
                <a:lnTo>
                  <a:pt x="21642" y="117982"/>
                </a:lnTo>
                <a:lnTo>
                  <a:pt x="21589" y="116712"/>
                </a:lnTo>
                <a:lnTo>
                  <a:pt x="25050" y="78216"/>
                </a:lnTo>
                <a:lnTo>
                  <a:pt x="43465" y="34153"/>
                </a:lnTo>
                <a:lnTo>
                  <a:pt x="78612" y="9525"/>
                </a:lnTo>
                <a:lnTo>
                  <a:pt x="75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633601" y="6151562"/>
            <a:ext cx="931544" cy="282575"/>
          </a:xfrm>
          <a:custGeom>
            <a:avLst/>
            <a:gdLst/>
            <a:ahLst/>
            <a:cxnLst/>
            <a:rect l="l" t="t" r="r" b="b"/>
            <a:pathLst>
              <a:path w="931544" h="282575">
                <a:moveTo>
                  <a:pt x="840994" y="0"/>
                </a:moveTo>
                <a:lnTo>
                  <a:pt x="836930" y="11455"/>
                </a:lnTo>
                <a:lnTo>
                  <a:pt x="853293" y="18551"/>
                </a:lnTo>
                <a:lnTo>
                  <a:pt x="867346" y="28371"/>
                </a:lnTo>
                <a:lnTo>
                  <a:pt x="895879" y="73880"/>
                </a:lnTo>
                <a:lnTo>
                  <a:pt x="904166" y="115355"/>
                </a:lnTo>
                <a:lnTo>
                  <a:pt x="905256" y="139750"/>
                </a:lnTo>
                <a:lnTo>
                  <a:pt x="904208" y="164648"/>
                </a:lnTo>
                <a:lnTo>
                  <a:pt x="895826" y="207582"/>
                </a:lnTo>
                <a:lnTo>
                  <a:pt x="867346" y="253822"/>
                </a:lnTo>
                <a:lnTo>
                  <a:pt x="837438" y="270865"/>
                </a:lnTo>
                <a:lnTo>
                  <a:pt x="840994" y="282320"/>
                </a:lnTo>
                <a:lnTo>
                  <a:pt x="879490" y="264263"/>
                </a:lnTo>
                <a:lnTo>
                  <a:pt x="907796" y="232994"/>
                </a:lnTo>
                <a:lnTo>
                  <a:pt x="925226" y="191111"/>
                </a:lnTo>
                <a:lnTo>
                  <a:pt x="931037" y="141236"/>
                </a:lnTo>
                <a:lnTo>
                  <a:pt x="929582" y="115661"/>
                </a:lnTo>
                <a:lnTo>
                  <a:pt x="917856" y="69474"/>
                </a:lnTo>
                <a:lnTo>
                  <a:pt x="894786" y="32127"/>
                </a:lnTo>
                <a:lnTo>
                  <a:pt x="861448" y="7386"/>
                </a:lnTo>
                <a:lnTo>
                  <a:pt x="840994" y="0"/>
                </a:lnTo>
                <a:close/>
              </a:path>
              <a:path w="931544" h="282575">
                <a:moveTo>
                  <a:pt x="90043" y="0"/>
                </a:moveTo>
                <a:lnTo>
                  <a:pt x="51657" y="18095"/>
                </a:lnTo>
                <a:lnTo>
                  <a:pt x="23368" y="49479"/>
                </a:lnTo>
                <a:lnTo>
                  <a:pt x="5873" y="91433"/>
                </a:lnTo>
                <a:lnTo>
                  <a:pt x="84" y="139750"/>
                </a:lnTo>
                <a:lnTo>
                  <a:pt x="0" y="141236"/>
                </a:lnTo>
                <a:lnTo>
                  <a:pt x="5810" y="191111"/>
                </a:lnTo>
                <a:lnTo>
                  <a:pt x="23241" y="232994"/>
                </a:lnTo>
                <a:lnTo>
                  <a:pt x="51546" y="264263"/>
                </a:lnTo>
                <a:lnTo>
                  <a:pt x="90043" y="282320"/>
                </a:lnTo>
                <a:lnTo>
                  <a:pt x="93725" y="270865"/>
                </a:lnTo>
                <a:lnTo>
                  <a:pt x="77602" y="263738"/>
                </a:lnTo>
                <a:lnTo>
                  <a:pt x="63706" y="253822"/>
                </a:lnTo>
                <a:lnTo>
                  <a:pt x="35210" y="207582"/>
                </a:lnTo>
                <a:lnTo>
                  <a:pt x="26828" y="164648"/>
                </a:lnTo>
                <a:lnTo>
                  <a:pt x="25843" y="141236"/>
                </a:lnTo>
                <a:lnTo>
                  <a:pt x="25781" y="139750"/>
                </a:lnTo>
                <a:lnTo>
                  <a:pt x="29972" y="93705"/>
                </a:lnTo>
                <a:lnTo>
                  <a:pt x="42544" y="56184"/>
                </a:lnTo>
                <a:lnTo>
                  <a:pt x="77817" y="18551"/>
                </a:lnTo>
                <a:lnTo>
                  <a:pt x="9410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550773" y="6062878"/>
            <a:ext cx="18764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182370" algn="l"/>
              </a:tabLst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10</a:t>
            </a:r>
            <a:r>
              <a:rPr dirty="0" baseline="-15873" sz="2625" spc="532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𝑥</a:t>
            </a:r>
            <a:r>
              <a:rPr dirty="0" sz="2400">
                <a:latin typeface="Cambria Math"/>
                <a:cs typeface="Cambria Math"/>
              </a:rPr>
              <a:t>	𝑦</a:t>
            </a:r>
            <a:r>
              <a:rPr dirty="0" sz="2400" spc="3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ε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3247135" y="6151562"/>
            <a:ext cx="650875" cy="282575"/>
          </a:xfrm>
          <a:custGeom>
            <a:avLst/>
            <a:gdLst/>
            <a:ahLst/>
            <a:cxnLst/>
            <a:rect l="l" t="t" r="r" b="b"/>
            <a:pathLst>
              <a:path w="650875" h="282575">
                <a:moveTo>
                  <a:pt x="560577" y="0"/>
                </a:moveTo>
                <a:lnTo>
                  <a:pt x="556513" y="11455"/>
                </a:lnTo>
                <a:lnTo>
                  <a:pt x="572877" y="18551"/>
                </a:lnTo>
                <a:lnTo>
                  <a:pt x="586930" y="28371"/>
                </a:lnTo>
                <a:lnTo>
                  <a:pt x="615463" y="73880"/>
                </a:lnTo>
                <a:lnTo>
                  <a:pt x="623750" y="115355"/>
                </a:lnTo>
                <a:lnTo>
                  <a:pt x="623794" y="115661"/>
                </a:lnTo>
                <a:lnTo>
                  <a:pt x="623792" y="164648"/>
                </a:lnTo>
                <a:lnTo>
                  <a:pt x="615410" y="207582"/>
                </a:lnTo>
                <a:lnTo>
                  <a:pt x="586930" y="253822"/>
                </a:lnTo>
                <a:lnTo>
                  <a:pt x="557022" y="270865"/>
                </a:lnTo>
                <a:lnTo>
                  <a:pt x="560577" y="282320"/>
                </a:lnTo>
                <a:lnTo>
                  <a:pt x="599074" y="264263"/>
                </a:lnTo>
                <a:lnTo>
                  <a:pt x="627379" y="232994"/>
                </a:lnTo>
                <a:lnTo>
                  <a:pt x="644810" y="191111"/>
                </a:lnTo>
                <a:lnTo>
                  <a:pt x="650621" y="141236"/>
                </a:lnTo>
                <a:lnTo>
                  <a:pt x="649183" y="115661"/>
                </a:lnTo>
                <a:lnTo>
                  <a:pt x="637494" y="69474"/>
                </a:lnTo>
                <a:lnTo>
                  <a:pt x="614370" y="32127"/>
                </a:lnTo>
                <a:lnTo>
                  <a:pt x="581032" y="7386"/>
                </a:lnTo>
                <a:lnTo>
                  <a:pt x="560577" y="0"/>
                </a:lnTo>
                <a:close/>
              </a:path>
              <a:path w="650875" h="282575">
                <a:moveTo>
                  <a:pt x="90042" y="0"/>
                </a:moveTo>
                <a:lnTo>
                  <a:pt x="51657" y="18095"/>
                </a:lnTo>
                <a:lnTo>
                  <a:pt x="23367" y="49479"/>
                </a:lnTo>
                <a:lnTo>
                  <a:pt x="5873" y="91433"/>
                </a:lnTo>
                <a:lnTo>
                  <a:pt x="84" y="139750"/>
                </a:lnTo>
                <a:lnTo>
                  <a:pt x="0" y="141236"/>
                </a:lnTo>
                <a:lnTo>
                  <a:pt x="5810" y="191111"/>
                </a:lnTo>
                <a:lnTo>
                  <a:pt x="23240" y="232994"/>
                </a:lnTo>
                <a:lnTo>
                  <a:pt x="51593" y="264263"/>
                </a:lnTo>
                <a:lnTo>
                  <a:pt x="90042" y="282320"/>
                </a:lnTo>
                <a:lnTo>
                  <a:pt x="93725" y="270865"/>
                </a:lnTo>
                <a:lnTo>
                  <a:pt x="77602" y="263738"/>
                </a:lnTo>
                <a:lnTo>
                  <a:pt x="63706" y="253822"/>
                </a:lnTo>
                <a:lnTo>
                  <a:pt x="35210" y="207582"/>
                </a:lnTo>
                <a:lnTo>
                  <a:pt x="26828" y="164648"/>
                </a:lnTo>
                <a:lnTo>
                  <a:pt x="25780" y="139750"/>
                </a:lnTo>
                <a:lnTo>
                  <a:pt x="26828" y="115661"/>
                </a:lnTo>
                <a:lnTo>
                  <a:pt x="35210" y="73880"/>
                </a:lnTo>
                <a:lnTo>
                  <a:pt x="63801" y="28371"/>
                </a:lnTo>
                <a:lnTo>
                  <a:pt x="94106" y="11455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2553589" y="6062878"/>
            <a:ext cx="12820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97840" algn="l"/>
                <a:tab pos="793115" algn="l"/>
              </a:tabLst>
            </a:pPr>
            <a:r>
              <a:rPr dirty="0" sz="2400" spc="-50">
                <a:latin typeface="Cambria Math"/>
                <a:cs typeface="Cambria Math"/>
              </a:rPr>
              <a:t>𝑘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	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10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996054" y="6062878"/>
            <a:ext cx="14852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4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{𝑥𝑦𝑧,</a:t>
            </a:r>
            <a:r>
              <a:rPr dirty="0" sz="2400" spc="-125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𝑥𝑧}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1856232" y="5682996"/>
            <a:ext cx="373380" cy="338455"/>
          </a:xfrm>
          <a:custGeom>
            <a:avLst/>
            <a:gdLst/>
            <a:ahLst/>
            <a:cxnLst/>
            <a:rect l="l" t="t" r="r" b="b"/>
            <a:pathLst>
              <a:path w="373380" h="338454">
                <a:moveTo>
                  <a:pt x="373380" y="0"/>
                </a:moveTo>
                <a:lnTo>
                  <a:pt x="0" y="0"/>
                </a:lnTo>
                <a:lnTo>
                  <a:pt x="0" y="338327"/>
                </a:lnTo>
                <a:lnTo>
                  <a:pt x="373380" y="338327"/>
                </a:lnTo>
                <a:lnTo>
                  <a:pt x="37338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1856232" y="5711748"/>
            <a:ext cx="3733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[𝑦]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1586483" y="5993891"/>
            <a:ext cx="914400" cy="155575"/>
          </a:xfrm>
          <a:custGeom>
            <a:avLst/>
            <a:gdLst/>
            <a:ahLst/>
            <a:cxnLst/>
            <a:rect l="l" t="t" r="r" b="b"/>
            <a:pathLst>
              <a:path w="914400" h="155575">
                <a:moveTo>
                  <a:pt x="0" y="155448"/>
                </a:moveTo>
                <a:lnTo>
                  <a:pt x="1023" y="125194"/>
                </a:lnTo>
                <a:lnTo>
                  <a:pt x="3809" y="100488"/>
                </a:lnTo>
                <a:lnTo>
                  <a:pt x="7929" y="83831"/>
                </a:lnTo>
                <a:lnTo>
                  <a:pt x="12953" y="77724"/>
                </a:lnTo>
                <a:lnTo>
                  <a:pt x="444246" y="77724"/>
                </a:lnTo>
                <a:lnTo>
                  <a:pt x="449270" y="71616"/>
                </a:lnTo>
                <a:lnTo>
                  <a:pt x="453390" y="54959"/>
                </a:lnTo>
                <a:lnTo>
                  <a:pt x="456176" y="30253"/>
                </a:lnTo>
                <a:lnTo>
                  <a:pt x="457199" y="0"/>
                </a:lnTo>
                <a:lnTo>
                  <a:pt x="458223" y="30253"/>
                </a:lnTo>
                <a:lnTo>
                  <a:pt x="461009" y="54959"/>
                </a:lnTo>
                <a:lnTo>
                  <a:pt x="465129" y="71616"/>
                </a:lnTo>
                <a:lnTo>
                  <a:pt x="470153" y="77724"/>
                </a:lnTo>
                <a:lnTo>
                  <a:pt x="901446" y="77724"/>
                </a:lnTo>
                <a:lnTo>
                  <a:pt x="906470" y="83831"/>
                </a:lnTo>
                <a:lnTo>
                  <a:pt x="910590" y="100488"/>
                </a:lnTo>
                <a:lnTo>
                  <a:pt x="913376" y="125194"/>
                </a:lnTo>
                <a:lnTo>
                  <a:pt x="914399" y="155448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2057654" y="5177663"/>
            <a:ext cx="530225" cy="282575"/>
          </a:xfrm>
          <a:custGeom>
            <a:avLst/>
            <a:gdLst/>
            <a:ahLst/>
            <a:cxnLst/>
            <a:rect l="l" t="t" r="r" b="b"/>
            <a:pathLst>
              <a:path w="530225" h="282575">
                <a:moveTo>
                  <a:pt x="440054" y="0"/>
                </a:moveTo>
                <a:lnTo>
                  <a:pt x="435990" y="11430"/>
                </a:lnTo>
                <a:lnTo>
                  <a:pt x="452354" y="18504"/>
                </a:lnTo>
                <a:lnTo>
                  <a:pt x="466407" y="28305"/>
                </a:lnTo>
                <a:lnTo>
                  <a:pt x="494940" y="73852"/>
                </a:lnTo>
                <a:lnTo>
                  <a:pt x="503230" y="115339"/>
                </a:lnTo>
                <a:lnTo>
                  <a:pt x="504316" y="139700"/>
                </a:lnTo>
                <a:lnTo>
                  <a:pt x="503269" y="164580"/>
                </a:lnTo>
                <a:lnTo>
                  <a:pt x="494887" y="207529"/>
                </a:lnTo>
                <a:lnTo>
                  <a:pt x="466407" y="253730"/>
                </a:lnTo>
                <a:lnTo>
                  <a:pt x="436498" y="270764"/>
                </a:lnTo>
                <a:lnTo>
                  <a:pt x="440054" y="282321"/>
                </a:lnTo>
                <a:lnTo>
                  <a:pt x="478551" y="264191"/>
                </a:lnTo>
                <a:lnTo>
                  <a:pt x="506856" y="232918"/>
                </a:lnTo>
                <a:lnTo>
                  <a:pt x="524287" y="191023"/>
                </a:lnTo>
                <a:lnTo>
                  <a:pt x="530097" y="141224"/>
                </a:lnTo>
                <a:lnTo>
                  <a:pt x="528659" y="115623"/>
                </a:lnTo>
                <a:lnTo>
                  <a:pt x="516971" y="69429"/>
                </a:lnTo>
                <a:lnTo>
                  <a:pt x="493847" y="32093"/>
                </a:lnTo>
                <a:lnTo>
                  <a:pt x="460509" y="7379"/>
                </a:lnTo>
                <a:lnTo>
                  <a:pt x="440054" y="0"/>
                </a:lnTo>
                <a:close/>
              </a:path>
              <a:path w="530225" h="282575">
                <a:moveTo>
                  <a:pt x="90043" y="0"/>
                </a:moveTo>
                <a:lnTo>
                  <a:pt x="51593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023"/>
                </a:lnTo>
                <a:lnTo>
                  <a:pt x="23113" y="232918"/>
                </a:lnTo>
                <a:lnTo>
                  <a:pt x="51482" y="264191"/>
                </a:lnTo>
                <a:lnTo>
                  <a:pt x="90043" y="282321"/>
                </a:lnTo>
                <a:lnTo>
                  <a:pt x="93598" y="270764"/>
                </a:lnTo>
                <a:lnTo>
                  <a:pt x="77475" y="263646"/>
                </a:lnTo>
                <a:lnTo>
                  <a:pt x="63579" y="253730"/>
                </a:lnTo>
                <a:lnTo>
                  <a:pt x="35083" y="207529"/>
                </a:lnTo>
                <a:lnTo>
                  <a:pt x="26701" y="164580"/>
                </a:lnTo>
                <a:lnTo>
                  <a:pt x="25718" y="141224"/>
                </a:lnTo>
                <a:lnTo>
                  <a:pt x="25653" y="139700"/>
                </a:lnTo>
                <a:lnTo>
                  <a:pt x="29844" y="93678"/>
                </a:lnTo>
                <a:lnTo>
                  <a:pt x="42418" y="56134"/>
                </a:lnTo>
                <a:lnTo>
                  <a:pt x="77690" y="18504"/>
                </a:lnTo>
                <a:lnTo>
                  <a:pt x="93979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601472" y="5088763"/>
            <a:ext cx="26962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261745" algn="l"/>
                <a:tab pos="1555750" algn="l"/>
                <a:tab pos="2096770" algn="l"/>
              </a:tabLst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7</a:t>
            </a:r>
            <a:r>
              <a:rPr dirty="0" baseline="-15873" sz="2625" spc="54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∅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	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7</a:t>
            </a:r>
            <a:r>
              <a:rPr dirty="0" baseline="-15873" sz="2625"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{}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3554221" y="5114035"/>
            <a:ext cx="20910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8</a:t>
            </a:r>
            <a:r>
              <a:rPr dirty="0" baseline="-15873" sz="2625" spc="569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𝑥(𝑦</a:t>
            </a:r>
            <a:r>
              <a:rPr dirty="0" sz="2400" spc="4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1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𝑧)∅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6136132" y="5202935"/>
            <a:ext cx="530225" cy="282575"/>
          </a:xfrm>
          <a:custGeom>
            <a:avLst/>
            <a:gdLst/>
            <a:ahLst/>
            <a:cxnLst/>
            <a:rect l="l" t="t" r="r" b="b"/>
            <a:pathLst>
              <a:path w="530225" h="282575">
                <a:moveTo>
                  <a:pt x="440054" y="0"/>
                </a:moveTo>
                <a:lnTo>
                  <a:pt x="435990" y="11430"/>
                </a:lnTo>
                <a:lnTo>
                  <a:pt x="452354" y="18522"/>
                </a:lnTo>
                <a:lnTo>
                  <a:pt x="466407" y="28352"/>
                </a:lnTo>
                <a:lnTo>
                  <a:pt x="494940" y="73852"/>
                </a:lnTo>
                <a:lnTo>
                  <a:pt x="503231" y="115341"/>
                </a:lnTo>
                <a:lnTo>
                  <a:pt x="504316" y="139700"/>
                </a:lnTo>
                <a:lnTo>
                  <a:pt x="503269" y="164633"/>
                </a:lnTo>
                <a:lnTo>
                  <a:pt x="494887" y="207547"/>
                </a:lnTo>
                <a:lnTo>
                  <a:pt x="466407" y="253841"/>
                </a:lnTo>
                <a:lnTo>
                  <a:pt x="436498" y="270891"/>
                </a:lnTo>
                <a:lnTo>
                  <a:pt x="440054" y="282320"/>
                </a:lnTo>
                <a:lnTo>
                  <a:pt x="478551" y="264239"/>
                </a:lnTo>
                <a:lnTo>
                  <a:pt x="506857" y="232917"/>
                </a:lnTo>
                <a:lnTo>
                  <a:pt x="524287" y="191119"/>
                </a:lnTo>
                <a:lnTo>
                  <a:pt x="530097" y="141223"/>
                </a:lnTo>
                <a:lnTo>
                  <a:pt x="528659" y="115623"/>
                </a:lnTo>
                <a:lnTo>
                  <a:pt x="516971" y="69482"/>
                </a:lnTo>
                <a:lnTo>
                  <a:pt x="493847" y="32146"/>
                </a:lnTo>
                <a:lnTo>
                  <a:pt x="460509" y="7381"/>
                </a:lnTo>
                <a:lnTo>
                  <a:pt x="440054" y="0"/>
                </a:lnTo>
                <a:close/>
              </a:path>
              <a:path w="530225" h="282575">
                <a:moveTo>
                  <a:pt x="90042" y="0"/>
                </a:moveTo>
                <a:lnTo>
                  <a:pt x="51546" y="18097"/>
                </a:lnTo>
                <a:lnTo>
                  <a:pt x="23240" y="49529"/>
                </a:lnTo>
                <a:lnTo>
                  <a:pt x="5810" y="91424"/>
                </a:lnTo>
                <a:lnTo>
                  <a:pt x="85" y="139700"/>
                </a:lnTo>
                <a:lnTo>
                  <a:pt x="0" y="141223"/>
                </a:lnTo>
                <a:lnTo>
                  <a:pt x="1450" y="167177"/>
                </a:lnTo>
                <a:lnTo>
                  <a:pt x="13019" y="213036"/>
                </a:lnTo>
                <a:lnTo>
                  <a:pt x="36018" y="250227"/>
                </a:lnTo>
                <a:lnTo>
                  <a:pt x="69494" y="274941"/>
                </a:lnTo>
                <a:lnTo>
                  <a:pt x="90042" y="282320"/>
                </a:lnTo>
                <a:lnTo>
                  <a:pt x="93598" y="270891"/>
                </a:lnTo>
                <a:lnTo>
                  <a:pt x="77475" y="263771"/>
                </a:lnTo>
                <a:lnTo>
                  <a:pt x="63579" y="253841"/>
                </a:lnTo>
                <a:lnTo>
                  <a:pt x="35083" y="207547"/>
                </a:lnTo>
                <a:lnTo>
                  <a:pt x="26701" y="164633"/>
                </a:lnTo>
                <a:lnTo>
                  <a:pt x="25653" y="139700"/>
                </a:lnTo>
                <a:lnTo>
                  <a:pt x="26701" y="115623"/>
                </a:lnTo>
                <a:lnTo>
                  <a:pt x="35083" y="73852"/>
                </a:lnTo>
                <a:lnTo>
                  <a:pt x="63674" y="28352"/>
                </a:lnTo>
                <a:lnTo>
                  <a:pt x="93979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5878829" y="4429759"/>
            <a:ext cx="1868170" cy="1075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3384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6</a:t>
            </a:r>
            <a:r>
              <a:rPr dirty="0" baseline="-15873" sz="2625" spc="54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14">
                <a:latin typeface="Cambria Math"/>
                <a:cs typeface="Cambria Math"/>
              </a:rPr>
              <a:t> </a:t>
            </a:r>
            <a:r>
              <a:rPr dirty="0" sz="2400" spc="35">
                <a:latin typeface="Cambria Math"/>
                <a:cs typeface="Cambria Math"/>
              </a:rPr>
              <a:t>𝑥𝑦</a:t>
            </a:r>
            <a:r>
              <a:rPr dirty="0" baseline="28571" sz="2625" spc="52">
                <a:solidFill>
                  <a:srgbClr val="C00000"/>
                </a:solidFill>
                <a:latin typeface="Cambria Math"/>
                <a:cs typeface="Cambria Math"/>
              </a:rPr>
              <a:t>+</a:t>
            </a:r>
            <a:r>
              <a:rPr dirty="0" sz="2400" spc="35">
                <a:latin typeface="Cambria Math"/>
                <a:cs typeface="Cambria Math"/>
              </a:rPr>
              <a:t>𝑧</a:t>
            </a:r>
            <a:endParaRPr sz="240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  <a:spcBef>
                <a:spcPts val="2505"/>
              </a:spcBef>
              <a:tabLst>
                <a:tab pos="357505" algn="l"/>
                <a:tab pos="898525" algn="l"/>
              </a:tabLst>
            </a:pP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	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8</a:t>
            </a:r>
            <a:r>
              <a:rPr dirty="0" baseline="-15873" sz="2625"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{}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9746106" y="5219446"/>
            <a:ext cx="522605" cy="282575"/>
          </a:xfrm>
          <a:custGeom>
            <a:avLst/>
            <a:gdLst/>
            <a:ahLst/>
            <a:cxnLst/>
            <a:rect l="l" t="t" r="r" b="b"/>
            <a:pathLst>
              <a:path w="522604" h="282575">
                <a:moveTo>
                  <a:pt x="432435" y="0"/>
                </a:moveTo>
                <a:lnTo>
                  <a:pt x="428498" y="11429"/>
                </a:lnTo>
                <a:lnTo>
                  <a:pt x="444805" y="18522"/>
                </a:lnTo>
                <a:lnTo>
                  <a:pt x="458850" y="28352"/>
                </a:lnTo>
                <a:lnTo>
                  <a:pt x="487394" y="73852"/>
                </a:lnTo>
                <a:lnTo>
                  <a:pt x="495735" y="115341"/>
                </a:lnTo>
                <a:lnTo>
                  <a:pt x="496824" y="139699"/>
                </a:lnTo>
                <a:lnTo>
                  <a:pt x="495776" y="164635"/>
                </a:lnTo>
                <a:lnTo>
                  <a:pt x="487394" y="207601"/>
                </a:lnTo>
                <a:lnTo>
                  <a:pt x="458898" y="253857"/>
                </a:lnTo>
                <a:lnTo>
                  <a:pt x="428878" y="270890"/>
                </a:lnTo>
                <a:lnTo>
                  <a:pt x="432435" y="282320"/>
                </a:lnTo>
                <a:lnTo>
                  <a:pt x="470995" y="264302"/>
                </a:lnTo>
                <a:lnTo>
                  <a:pt x="499364" y="233044"/>
                </a:lnTo>
                <a:lnTo>
                  <a:pt x="516683" y="191134"/>
                </a:lnTo>
                <a:lnTo>
                  <a:pt x="522477" y="141223"/>
                </a:lnTo>
                <a:lnTo>
                  <a:pt x="521041" y="115623"/>
                </a:lnTo>
                <a:lnTo>
                  <a:pt x="509404" y="69482"/>
                </a:lnTo>
                <a:lnTo>
                  <a:pt x="486352" y="32146"/>
                </a:lnTo>
                <a:lnTo>
                  <a:pt x="452963" y="7381"/>
                </a:lnTo>
                <a:lnTo>
                  <a:pt x="432435" y="0"/>
                </a:lnTo>
                <a:close/>
              </a:path>
              <a:path w="522604" h="282575">
                <a:moveTo>
                  <a:pt x="90043" y="0"/>
                </a:moveTo>
                <a:lnTo>
                  <a:pt x="51657" y="18097"/>
                </a:lnTo>
                <a:lnTo>
                  <a:pt x="23368" y="49529"/>
                </a:lnTo>
                <a:lnTo>
                  <a:pt x="5826" y="91424"/>
                </a:lnTo>
                <a:lnTo>
                  <a:pt x="85" y="139699"/>
                </a:lnTo>
                <a:lnTo>
                  <a:pt x="0" y="141223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3" y="282320"/>
                </a:lnTo>
                <a:lnTo>
                  <a:pt x="93599" y="270890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01"/>
                </a:lnTo>
                <a:lnTo>
                  <a:pt x="26828" y="164635"/>
                </a:lnTo>
                <a:lnTo>
                  <a:pt x="25845" y="141223"/>
                </a:lnTo>
                <a:lnTo>
                  <a:pt x="25781" y="139699"/>
                </a:lnTo>
                <a:lnTo>
                  <a:pt x="29972" y="93678"/>
                </a:lnTo>
                <a:lnTo>
                  <a:pt x="42545" y="56133"/>
                </a:lnTo>
                <a:lnTo>
                  <a:pt x="77817" y="1852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7905750" y="4462017"/>
            <a:ext cx="3429000" cy="1059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761365" algn="l"/>
              </a:tabLst>
            </a:pPr>
            <a:r>
              <a:rPr dirty="0" sz="200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dirty="0" sz="2000" spc="420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0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325" sz="2175" spc="-37">
                <a:latin typeface="Cambria Math"/>
                <a:cs typeface="Cambria Math"/>
              </a:rPr>
              <a:t>6</a:t>
            </a:r>
            <a:r>
              <a:rPr dirty="0" baseline="-15325" sz="2175"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1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{𝑥𝑦𝑧,</a:t>
            </a:r>
            <a:r>
              <a:rPr dirty="0" sz="2000" spc="-11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𝑥𝑦𝑦𝑧,</a:t>
            </a:r>
            <a:r>
              <a:rPr dirty="0" sz="2000" spc="-95">
                <a:latin typeface="Cambria Math"/>
                <a:cs typeface="Cambria Math"/>
              </a:rPr>
              <a:t> </a:t>
            </a:r>
            <a:r>
              <a:rPr dirty="0" sz="2000" spc="-10">
                <a:latin typeface="Cambria Math"/>
                <a:cs typeface="Cambria Math"/>
              </a:rPr>
              <a:t>𝑥𝑦𝑦𝑦𝑧,</a:t>
            </a:r>
            <a:r>
              <a:rPr dirty="0" sz="2000" spc="-10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…</a:t>
            </a:r>
            <a:r>
              <a:rPr dirty="0" sz="2000" spc="-120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}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2000">
              <a:latin typeface="Cambria Math"/>
              <a:cs typeface="Cambria Math"/>
            </a:endParaRPr>
          </a:p>
          <a:p>
            <a:pPr algn="ctr" marL="144780">
              <a:lnSpc>
                <a:spcPct val="100000"/>
              </a:lnSpc>
              <a:spcBef>
                <a:spcPts val="5"/>
              </a:spcBef>
              <a:tabLst>
                <a:tab pos="1377315" algn="l"/>
                <a:tab pos="1671320" algn="l"/>
                <a:tab pos="2206625" algn="l"/>
              </a:tabLst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>
                <a:latin typeface="Cambria Math"/>
                <a:cs typeface="Cambria Math"/>
              </a:rPr>
              <a:t>9</a:t>
            </a:r>
            <a:r>
              <a:rPr dirty="0" baseline="-15873" sz="2625" spc="517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0">
                <a:latin typeface="Cambria Math"/>
                <a:cs typeface="Cambria Math"/>
              </a:rPr>
              <a:t> </a:t>
            </a:r>
            <a:r>
              <a:rPr dirty="0" sz="2400" spc="-35">
                <a:latin typeface="Cambria Math"/>
                <a:cs typeface="Cambria Math"/>
              </a:rPr>
              <a:t>∅</a:t>
            </a:r>
            <a:r>
              <a:rPr dirty="0" baseline="28571" sz="2625" spc="-52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8571" sz="2625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dirty="0" sz="2400" spc="-5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	</a:t>
            </a:r>
            <a:r>
              <a:rPr dirty="0" sz="2400" spc="-25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baseline="-15873" sz="2625" spc="-37">
                <a:latin typeface="Cambria Math"/>
                <a:cs typeface="Cambria Math"/>
              </a:rPr>
              <a:t>9</a:t>
            </a:r>
            <a:r>
              <a:rPr dirty="0" baseline="-15873" sz="2625"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{ε}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8552"/>
            <a:ext cx="1156525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5"/>
              <a:t>Regular</a:t>
            </a:r>
            <a:r>
              <a:rPr dirty="0" sz="4000" spc="-165"/>
              <a:t> </a:t>
            </a:r>
            <a:r>
              <a:rPr dirty="0" sz="4000"/>
              <a:t>Expressions</a:t>
            </a:r>
            <a:r>
              <a:rPr dirty="0" sz="4000" spc="-170"/>
              <a:t> </a:t>
            </a:r>
            <a:r>
              <a:rPr dirty="0" sz="4000" spc="-20"/>
              <a:t>Equivalence</a:t>
            </a:r>
            <a:r>
              <a:rPr dirty="0" sz="4000" spc="-155"/>
              <a:t> </a:t>
            </a:r>
            <a:r>
              <a:rPr dirty="0" sz="4000" spc="-20"/>
              <a:t>with</a:t>
            </a:r>
            <a:r>
              <a:rPr dirty="0" sz="4000" spc="-170"/>
              <a:t> </a:t>
            </a:r>
            <a:r>
              <a:rPr dirty="0" sz="4000" spc="-20"/>
              <a:t>Finite</a:t>
            </a:r>
            <a:r>
              <a:rPr dirty="0" sz="4000" spc="-145"/>
              <a:t> </a:t>
            </a:r>
            <a:r>
              <a:rPr dirty="0" sz="4000" spc="-60"/>
              <a:t>Automata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5"/>
              <a:t>Proof</a:t>
            </a:r>
            <a:r>
              <a:rPr dirty="0" spc="-140"/>
              <a:t> </a:t>
            </a:r>
            <a:r>
              <a:rPr dirty="0"/>
              <a:t>approach:</a:t>
            </a:r>
            <a:r>
              <a:rPr dirty="0" spc="135"/>
              <a:t> </a:t>
            </a:r>
            <a:r>
              <a:rPr dirty="0"/>
              <a:t>Give</a:t>
            </a:r>
            <a:r>
              <a:rPr dirty="0" spc="-95"/>
              <a:t> </a:t>
            </a:r>
            <a:r>
              <a:rPr dirty="0"/>
              <a:t>a</a:t>
            </a:r>
            <a:r>
              <a:rPr dirty="0" spc="-100"/>
              <a:t> </a:t>
            </a:r>
            <a:r>
              <a:rPr dirty="0" spc="-10"/>
              <a:t>conversion</a:t>
            </a:r>
            <a:r>
              <a:rPr dirty="0" spc="-100"/>
              <a:t> </a:t>
            </a:r>
            <a:r>
              <a:rPr dirty="0" spc="-55"/>
              <a:t>from</a:t>
            </a:r>
            <a:r>
              <a:rPr dirty="0" spc="-120"/>
              <a:t> </a:t>
            </a:r>
            <a:r>
              <a:rPr dirty="0" spc="-170"/>
              <a:t>FA</a:t>
            </a:r>
            <a:r>
              <a:rPr dirty="0" spc="-5"/>
              <a:t> </a:t>
            </a:r>
            <a:r>
              <a:rPr dirty="0"/>
              <a:t>to</a:t>
            </a:r>
            <a:r>
              <a:rPr dirty="0" spc="-90"/>
              <a:t> </a:t>
            </a:r>
            <a:r>
              <a:rPr dirty="0" spc="-10"/>
              <a:t>RegEx</a:t>
            </a:r>
          </a:p>
          <a:p>
            <a:pPr marL="1002665" indent="-457200">
              <a:lnSpc>
                <a:spcPct val="100000"/>
              </a:lnSpc>
              <a:spcBef>
                <a:spcPts val="2475"/>
              </a:spcBef>
              <a:buFont typeface="Arial MT"/>
              <a:buChar char="•"/>
              <a:tabLst>
                <a:tab pos="1002665" algn="l"/>
              </a:tabLst>
            </a:pPr>
            <a:r>
              <a:rPr dirty="0"/>
              <a:t>Start</a:t>
            </a:r>
            <a:r>
              <a:rPr dirty="0" spc="-120"/>
              <a:t> </a:t>
            </a:r>
            <a:r>
              <a:rPr dirty="0" spc="-20"/>
              <a:t>with</a:t>
            </a:r>
            <a:r>
              <a:rPr dirty="0" spc="-85"/>
              <a:t> </a:t>
            </a:r>
            <a:r>
              <a:rPr dirty="0"/>
              <a:t>a</a:t>
            </a:r>
            <a:r>
              <a:rPr dirty="0" spc="-95"/>
              <a:t> </a:t>
            </a:r>
            <a:r>
              <a:rPr dirty="0" spc="-110"/>
              <a:t>DFA</a:t>
            </a:r>
            <a:r>
              <a:rPr dirty="0" spc="-65"/>
              <a:t> </a:t>
            </a:r>
            <a:r>
              <a:rPr dirty="0"/>
              <a:t>that</a:t>
            </a:r>
            <a:r>
              <a:rPr dirty="0" spc="-90"/>
              <a:t> </a:t>
            </a:r>
            <a:r>
              <a:rPr dirty="0" spc="-10"/>
              <a:t>recognizes</a:t>
            </a:r>
            <a:r>
              <a:rPr dirty="0" spc="-70"/>
              <a:t> </a:t>
            </a:r>
            <a:r>
              <a:rPr dirty="0"/>
              <a:t>a</a:t>
            </a:r>
            <a:r>
              <a:rPr dirty="0" spc="-95"/>
              <a:t> </a:t>
            </a:r>
            <a:r>
              <a:rPr dirty="0" spc="-10"/>
              <a:t>regular</a:t>
            </a:r>
            <a:r>
              <a:rPr dirty="0" spc="-85"/>
              <a:t> </a:t>
            </a:r>
            <a:r>
              <a:rPr dirty="0" spc="-10"/>
              <a:t>language</a:t>
            </a:r>
          </a:p>
          <a:p>
            <a:pPr marL="1002665" indent="-457200">
              <a:lnSpc>
                <a:spcPct val="100000"/>
              </a:lnSpc>
              <a:buFont typeface="Arial MT"/>
              <a:buChar char="•"/>
              <a:tabLst>
                <a:tab pos="1002665" algn="l"/>
              </a:tabLst>
            </a:pPr>
            <a:r>
              <a:rPr dirty="0"/>
              <a:t>Build</a:t>
            </a:r>
            <a:r>
              <a:rPr dirty="0" spc="-120"/>
              <a:t> </a:t>
            </a:r>
            <a:r>
              <a:rPr dirty="0"/>
              <a:t>a</a:t>
            </a:r>
            <a:r>
              <a:rPr dirty="0" spc="-114"/>
              <a:t> </a:t>
            </a:r>
            <a:r>
              <a:rPr dirty="0" spc="-60">
                <a:solidFill>
                  <a:srgbClr val="C00000"/>
                </a:solidFill>
              </a:rPr>
              <a:t>GNFA</a:t>
            </a:r>
            <a:r>
              <a:rPr dirty="0" spc="-110">
                <a:solidFill>
                  <a:srgbClr val="C00000"/>
                </a:solidFill>
              </a:rPr>
              <a:t> </a:t>
            </a:r>
            <a:r>
              <a:rPr dirty="0"/>
              <a:t>(Generalized</a:t>
            </a:r>
            <a:r>
              <a:rPr dirty="0" spc="-85"/>
              <a:t> </a:t>
            </a:r>
            <a:r>
              <a:rPr dirty="0" spc="-20"/>
              <a:t>NFA)</a:t>
            </a:r>
          </a:p>
          <a:p>
            <a:pPr marL="1002665" indent="-457200">
              <a:lnSpc>
                <a:spcPct val="100000"/>
              </a:lnSpc>
              <a:buFont typeface="Arial MT"/>
              <a:buChar char="•"/>
              <a:tabLst>
                <a:tab pos="1002665" algn="l"/>
              </a:tabLst>
            </a:pPr>
            <a:r>
              <a:rPr dirty="0"/>
              <a:t>Reduce</a:t>
            </a:r>
            <a:r>
              <a:rPr dirty="0" spc="-125"/>
              <a:t> </a:t>
            </a:r>
            <a:r>
              <a:rPr dirty="0"/>
              <a:t>the</a:t>
            </a:r>
            <a:r>
              <a:rPr dirty="0" spc="-125"/>
              <a:t> </a:t>
            </a:r>
            <a:r>
              <a:rPr dirty="0" spc="-20">
                <a:solidFill>
                  <a:srgbClr val="C00000"/>
                </a:solidFill>
              </a:rPr>
              <a:t>GNFA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3500"/>
            <a:ext cx="39001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Generalized</a:t>
            </a:r>
            <a:r>
              <a:rPr dirty="0" spc="-245"/>
              <a:t> </a:t>
            </a:r>
            <a:r>
              <a:rPr dirty="0" spc="-140"/>
              <a:t>NFA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69442" y="1347927"/>
            <a:ext cx="1044130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Definition:</a:t>
            </a:r>
            <a:r>
              <a:rPr dirty="0" sz="2800" spc="-155">
                <a:latin typeface="Franklin Gothic Medium"/>
                <a:cs typeface="Franklin Gothic Medium"/>
              </a:rPr>
              <a:t> </a:t>
            </a:r>
            <a:r>
              <a:rPr dirty="0" sz="2800" spc="-204">
                <a:latin typeface="Franklin Gothic Medium"/>
                <a:cs typeface="Franklin Gothic Medium"/>
              </a:rPr>
              <a:t>A</a:t>
            </a:r>
            <a:r>
              <a:rPr dirty="0" sz="2800" spc="1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Generalized</a:t>
            </a:r>
            <a:r>
              <a:rPr dirty="0" sz="2800" spc="-114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Nondeterministic</a:t>
            </a:r>
            <a:r>
              <a:rPr dirty="0" sz="2800" spc="-8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Finite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Automaton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(GNFA)</a:t>
            </a:r>
            <a:r>
              <a:rPr dirty="0" sz="2800" spc="-7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is </a:t>
            </a:r>
            <a:r>
              <a:rPr dirty="0" sz="2800" spc="-30">
                <a:latin typeface="Franklin Gothic Medium"/>
                <a:cs typeface="Franklin Gothic Medium"/>
              </a:rPr>
              <a:t>similar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NFA,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but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allows</a:t>
            </a:r>
            <a:r>
              <a:rPr dirty="0" sz="2800" spc="-9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regular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expressions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as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transition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labels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2621" y="3163061"/>
            <a:ext cx="3907028" cy="300939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739381" y="3865626"/>
            <a:ext cx="2673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216653" y="3883914"/>
            <a:ext cx="2628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822440" y="3155061"/>
            <a:ext cx="2476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𝑎𝑏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298950" y="3186811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𝑎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417820" y="3160902"/>
            <a:ext cx="4616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0833" sz="2400" spc="-30">
                <a:latin typeface="Cambria Math"/>
                <a:cs typeface="Cambria Math"/>
              </a:rPr>
              <a:t>𝑎</a:t>
            </a:r>
            <a:r>
              <a:rPr dirty="0" sz="1150" spc="-20">
                <a:latin typeface="Cambria Math"/>
                <a:cs typeface="Cambria Math"/>
              </a:rPr>
              <a:t>∗</a:t>
            </a:r>
            <a:r>
              <a:rPr dirty="0" baseline="-20833" sz="2400" spc="-30">
                <a:latin typeface="Cambria Math"/>
                <a:cs typeface="Cambria Math"/>
              </a:rPr>
              <a:t>𝑏</a:t>
            </a:r>
            <a:r>
              <a:rPr dirty="0" sz="1150" spc="-20">
                <a:latin typeface="Cambria Math"/>
                <a:cs typeface="Cambria Math"/>
              </a:rPr>
              <a:t>∗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229861" y="4151122"/>
            <a:ext cx="2516505" cy="17043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30325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780"/>
              </a:spcBef>
            </a:pPr>
            <a:endParaRPr sz="1600">
              <a:latin typeface="Cambria Math"/>
              <a:cs typeface="Cambria Math"/>
            </a:endParaRPr>
          </a:p>
          <a:p>
            <a:pPr marL="25400">
              <a:lnSpc>
                <a:spcPts val="1645"/>
              </a:lnSpc>
            </a:pPr>
            <a:r>
              <a:rPr dirty="0" sz="1600">
                <a:latin typeface="Cambria Math"/>
                <a:cs typeface="Cambria Math"/>
              </a:rPr>
              <a:t>𝑎</a:t>
            </a:r>
            <a:r>
              <a:rPr dirty="0" sz="1600" spc="30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∪</a:t>
            </a:r>
            <a:r>
              <a:rPr dirty="0" sz="1600" spc="-5">
                <a:latin typeface="Cambria Math"/>
                <a:cs typeface="Cambria Math"/>
              </a:rPr>
              <a:t> </a:t>
            </a: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  <a:p>
            <a:pPr marL="2155825">
              <a:lnSpc>
                <a:spcPts val="1645"/>
              </a:lnSpc>
            </a:pPr>
            <a:r>
              <a:rPr dirty="0" sz="1600" spc="-25">
                <a:latin typeface="Cambria Math"/>
                <a:cs typeface="Cambria Math"/>
              </a:rPr>
              <a:t>𝑎𝑎𝑏</a:t>
            </a:r>
            <a:endParaRPr sz="16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600">
              <a:latin typeface="Cambria Math"/>
              <a:cs typeface="Cambria Math"/>
            </a:endParaRPr>
          </a:p>
          <a:p>
            <a:pPr marL="1253490">
              <a:lnSpc>
                <a:spcPct val="100000"/>
              </a:lnSpc>
              <a:spcBef>
                <a:spcPts val="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3</a:t>
            </a:r>
            <a:endParaRPr baseline="-14492" sz="1725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3500"/>
            <a:ext cx="39001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Generalized</a:t>
            </a:r>
            <a:r>
              <a:rPr dirty="0" spc="-245"/>
              <a:t> </a:t>
            </a:r>
            <a:r>
              <a:rPr dirty="0" spc="-140"/>
              <a:t>NFA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69442" y="1347927"/>
            <a:ext cx="1044130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Definition:</a:t>
            </a:r>
            <a:r>
              <a:rPr dirty="0" sz="2800" spc="-155">
                <a:latin typeface="Franklin Gothic Medium"/>
                <a:cs typeface="Franklin Gothic Medium"/>
              </a:rPr>
              <a:t> </a:t>
            </a:r>
            <a:r>
              <a:rPr dirty="0" sz="2800" spc="-204">
                <a:latin typeface="Franklin Gothic Medium"/>
                <a:cs typeface="Franklin Gothic Medium"/>
              </a:rPr>
              <a:t>A</a:t>
            </a:r>
            <a:r>
              <a:rPr dirty="0" sz="2800" spc="1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Generalized</a:t>
            </a:r>
            <a:r>
              <a:rPr dirty="0" sz="2800" spc="-114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Nondeterministic</a:t>
            </a:r>
            <a:r>
              <a:rPr dirty="0" sz="2800" spc="-8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Finite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Automaton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(GNFA)</a:t>
            </a:r>
            <a:r>
              <a:rPr dirty="0" sz="2800" spc="-7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is </a:t>
            </a:r>
            <a:r>
              <a:rPr dirty="0" sz="2800" spc="-30">
                <a:latin typeface="Franklin Gothic Medium"/>
                <a:cs typeface="Franklin Gothic Medium"/>
              </a:rPr>
              <a:t>similar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NFA,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but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allows</a:t>
            </a:r>
            <a:r>
              <a:rPr dirty="0" sz="2800" spc="-9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regular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expressions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as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transition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labels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0610" y="3162807"/>
            <a:ext cx="3908552" cy="300964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358004" y="3865626"/>
            <a:ext cx="2673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089529" y="5630965"/>
            <a:ext cx="216535" cy="257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64"/>
              </a:lnSpc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3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835150" y="3883914"/>
            <a:ext cx="2628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036697" y="3160902"/>
            <a:ext cx="4616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0833" sz="2400" spc="-30">
                <a:latin typeface="Cambria Math"/>
                <a:cs typeface="Cambria Math"/>
              </a:rPr>
              <a:t>𝑎</a:t>
            </a:r>
            <a:r>
              <a:rPr dirty="0" sz="1150" spc="-20">
                <a:latin typeface="Cambria Math"/>
                <a:cs typeface="Cambria Math"/>
              </a:rPr>
              <a:t>∗</a:t>
            </a:r>
            <a:r>
              <a:rPr dirty="0" baseline="-20833" sz="2400" spc="-30">
                <a:latin typeface="Cambria Math"/>
                <a:cs typeface="Cambria Math"/>
              </a:rPr>
              <a:t>𝑏</a:t>
            </a:r>
            <a:r>
              <a:rPr dirty="0" sz="1150" spc="-20">
                <a:latin typeface="Cambria Math"/>
                <a:cs typeface="Cambria Math"/>
              </a:rPr>
              <a:t>∗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66364" y="4151122"/>
            <a:ext cx="1352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92371" y="5033264"/>
            <a:ext cx="3606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𝑎𝑎𝑏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861185" y="4859273"/>
            <a:ext cx="4806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𝑎</a:t>
            </a:r>
            <a:r>
              <a:rPr dirty="0" sz="1600" spc="30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∪</a:t>
            </a:r>
            <a:r>
              <a:rPr dirty="0" sz="1600" spc="-5">
                <a:latin typeface="Cambria Math"/>
                <a:cs typeface="Cambria Math"/>
              </a:rPr>
              <a:t> </a:t>
            </a: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984747" y="2639567"/>
            <a:ext cx="485394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dirty="0" sz="2400">
                <a:latin typeface="Franklin Gothic Medium"/>
                <a:cs typeface="Franklin Gothic Medium"/>
              </a:rPr>
              <a:t>How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does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30">
                <a:latin typeface="Franklin Gothic Medium"/>
                <a:cs typeface="Franklin Gothic Medium"/>
              </a:rPr>
              <a:t>GNFAs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process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input?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063741" y="4328921"/>
            <a:ext cx="11969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506082" y="4907026"/>
            <a:ext cx="20110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Input: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Cambria Math"/>
                <a:cs typeface="Cambria Math"/>
              </a:rPr>
              <a:t>𝑎𝑎𝑏𝑏𝑎𝑎𝑏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049771" y="3274821"/>
            <a:ext cx="553593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They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can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read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input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40">
                <a:latin typeface="Franklin Gothic Medium"/>
                <a:cs typeface="Franklin Gothic Medium"/>
              </a:rPr>
              <a:t>ways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that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match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transition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expression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917573" y="3134360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𝑎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441063" y="3186175"/>
            <a:ext cx="2476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𝑎𝑏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3500"/>
            <a:ext cx="39001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Generalized</a:t>
            </a:r>
            <a:r>
              <a:rPr dirty="0" spc="-245"/>
              <a:t> </a:t>
            </a:r>
            <a:r>
              <a:rPr dirty="0" spc="-140"/>
              <a:t>NFA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69442" y="1347927"/>
            <a:ext cx="1044130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Definition:</a:t>
            </a:r>
            <a:r>
              <a:rPr dirty="0" sz="2800" spc="-155">
                <a:latin typeface="Franklin Gothic Medium"/>
                <a:cs typeface="Franklin Gothic Medium"/>
              </a:rPr>
              <a:t> </a:t>
            </a:r>
            <a:r>
              <a:rPr dirty="0" sz="2800" spc="-204">
                <a:latin typeface="Franklin Gothic Medium"/>
                <a:cs typeface="Franklin Gothic Medium"/>
              </a:rPr>
              <a:t>A</a:t>
            </a:r>
            <a:r>
              <a:rPr dirty="0" sz="2800" spc="1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Generalized</a:t>
            </a:r>
            <a:r>
              <a:rPr dirty="0" sz="2800" spc="-114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Nondeterministic</a:t>
            </a:r>
            <a:r>
              <a:rPr dirty="0" sz="2800" spc="-8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Finite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Automaton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(GNFA)</a:t>
            </a:r>
            <a:r>
              <a:rPr dirty="0" sz="2800" spc="-7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is </a:t>
            </a:r>
            <a:r>
              <a:rPr dirty="0" sz="2800" spc="-30">
                <a:latin typeface="Franklin Gothic Medium"/>
                <a:cs typeface="Franklin Gothic Medium"/>
              </a:rPr>
              <a:t>similar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NFA,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but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allows</a:t>
            </a:r>
            <a:r>
              <a:rPr dirty="0" sz="2800" spc="-9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regular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expressions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as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transition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labels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0610" y="3162807"/>
            <a:ext cx="3908552" cy="300964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358004" y="3865626"/>
            <a:ext cx="2673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835150" y="3883914"/>
            <a:ext cx="2628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441063" y="3186175"/>
            <a:ext cx="2476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𝑎𝑏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036697" y="3160902"/>
            <a:ext cx="4616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0833" sz="2400" spc="-30">
                <a:latin typeface="Cambria Math"/>
                <a:cs typeface="Cambria Math"/>
              </a:rPr>
              <a:t>𝑎</a:t>
            </a:r>
            <a:r>
              <a:rPr dirty="0" sz="1150" spc="-20">
                <a:latin typeface="Cambria Math"/>
                <a:cs typeface="Cambria Math"/>
              </a:rPr>
              <a:t>∗</a:t>
            </a:r>
            <a:r>
              <a:rPr dirty="0" baseline="-20833" sz="2400" spc="-30">
                <a:latin typeface="Cambria Math"/>
                <a:cs typeface="Cambria Math"/>
              </a:rPr>
              <a:t>𝑏</a:t>
            </a:r>
            <a:r>
              <a:rPr dirty="0" sz="1150" spc="-20">
                <a:latin typeface="Cambria Math"/>
                <a:cs typeface="Cambria Math"/>
              </a:rPr>
              <a:t>∗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166364" y="4151122"/>
            <a:ext cx="1352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992371" y="5033264"/>
            <a:ext cx="3606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𝑎𝑎𝑏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861185" y="4859273"/>
            <a:ext cx="4806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𝑎</a:t>
            </a:r>
            <a:r>
              <a:rPr dirty="0" sz="1600" spc="30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∪</a:t>
            </a:r>
            <a:r>
              <a:rPr dirty="0" sz="1600" spc="-5">
                <a:latin typeface="Cambria Math"/>
                <a:cs typeface="Cambria Math"/>
              </a:rPr>
              <a:t> </a:t>
            </a: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984747" y="2639567"/>
            <a:ext cx="485394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dirty="0" sz="2400">
                <a:latin typeface="Franklin Gothic Medium"/>
                <a:cs typeface="Franklin Gothic Medium"/>
              </a:rPr>
              <a:t>How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does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30">
                <a:latin typeface="Franklin Gothic Medium"/>
                <a:cs typeface="Franklin Gothic Medium"/>
              </a:rPr>
              <a:t>GNFAs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process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input?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063741" y="4328921"/>
            <a:ext cx="11969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506082" y="4907026"/>
            <a:ext cx="20110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Input: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r>
              <a:rPr dirty="0" sz="2400" spc="-10">
                <a:latin typeface="Cambria Math"/>
                <a:cs typeface="Cambria Math"/>
              </a:rPr>
              <a:t>𝑎𝑏𝑏𝑎𝑎𝑏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7343902" y="5336794"/>
            <a:ext cx="140970" cy="398780"/>
            <a:chOff x="7343902" y="5336794"/>
            <a:chExt cx="140970" cy="398780"/>
          </a:xfrm>
        </p:grpSpPr>
        <p:sp>
          <p:nvSpPr>
            <p:cNvPr id="16" name="object 16" descr=""/>
            <p:cNvSpPr/>
            <p:nvPr/>
          </p:nvSpPr>
          <p:spPr>
            <a:xfrm>
              <a:off x="7350252" y="5343144"/>
              <a:ext cx="128270" cy="386080"/>
            </a:xfrm>
            <a:custGeom>
              <a:avLst/>
              <a:gdLst/>
              <a:ahLst/>
              <a:cxnLst/>
              <a:rect l="l" t="t" r="r" b="b"/>
              <a:pathLst>
                <a:path w="128270" h="386079">
                  <a:moveTo>
                    <a:pt x="128016" y="0"/>
                  </a:moveTo>
                  <a:lnTo>
                    <a:pt x="0" y="0"/>
                  </a:lnTo>
                  <a:lnTo>
                    <a:pt x="0" y="385571"/>
                  </a:lnTo>
                  <a:lnTo>
                    <a:pt x="128016" y="385571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350252" y="5343144"/>
              <a:ext cx="128270" cy="386080"/>
            </a:xfrm>
            <a:custGeom>
              <a:avLst/>
              <a:gdLst/>
              <a:ahLst/>
              <a:cxnLst/>
              <a:rect l="l" t="t" r="r" b="b"/>
              <a:pathLst>
                <a:path w="128270" h="386079">
                  <a:moveTo>
                    <a:pt x="0" y="385571"/>
                  </a:moveTo>
                  <a:lnTo>
                    <a:pt x="128016" y="385571"/>
                  </a:lnTo>
                  <a:lnTo>
                    <a:pt x="128016" y="0"/>
                  </a:lnTo>
                  <a:lnTo>
                    <a:pt x="0" y="0"/>
                  </a:lnTo>
                  <a:lnTo>
                    <a:pt x="0" y="385571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049771" y="3274821"/>
            <a:ext cx="553593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They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can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read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input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40">
                <a:latin typeface="Franklin Gothic Medium"/>
                <a:cs typeface="Franklin Gothic Medium"/>
              </a:rPr>
              <a:t>ways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that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match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transition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expression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089529" y="5630965"/>
            <a:ext cx="216535" cy="257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64"/>
              </a:lnSpc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3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581643" y="4911852"/>
            <a:ext cx="3572510" cy="3708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127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They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can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read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symbols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individually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917573" y="3134360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3500"/>
            <a:ext cx="39001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Generalized</a:t>
            </a:r>
            <a:r>
              <a:rPr dirty="0" spc="-245"/>
              <a:t> </a:t>
            </a:r>
            <a:r>
              <a:rPr dirty="0" spc="-140"/>
              <a:t>NFA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69442" y="1347927"/>
            <a:ext cx="1044130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Definition:</a:t>
            </a:r>
            <a:r>
              <a:rPr dirty="0" sz="2800" spc="-155">
                <a:latin typeface="Franklin Gothic Medium"/>
                <a:cs typeface="Franklin Gothic Medium"/>
              </a:rPr>
              <a:t> </a:t>
            </a:r>
            <a:r>
              <a:rPr dirty="0" sz="2800" spc="-204">
                <a:latin typeface="Franklin Gothic Medium"/>
                <a:cs typeface="Franklin Gothic Medium"/>
              </a:rPr>
              <a:t>A</a:t>
            </a:r>
            <a:r>
              <a:rPr dirty="0" sz="2800" spc="1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Generalized</a:t>
            </a:r>
            <a:r>
              <a:rPr dirty="0" sz="2800" spc="-114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Nondeterministic</a:t>
            </a:r>
            <a:r>
              <a:rPr dirty="0" sz="2800" spc="-8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Finite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Automaton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(GNFA)</a:t>
            </a:r>
            <a:r>
              <a:rPr dirty="0" sz="2800" spc="-7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is </a:t>
            </a:r>
            <a:r>
              <a:rPr dirty="0" sz="2800" spc="-30">
                <a:latin typeface="Franklin Gothic Medium"/>
                <a:cs typeface="Franklin Gothic Medium"/>
              </a:rPr>
              <a:t>similar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NFA,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but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allows</a:t>
            </a:r>
            <a:r>
              <a:rPr dirty="0" sz="2800" spc="-9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regular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expressions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as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transition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labels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0610" y="3162807"/>
            <a:ext cx="3908552" cy="300964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358004" y="3865626"/>
            <a:ext cx="2673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835150" y="3883914"/>
            <a:ext cx="2628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036697" y="3160902"/>
            <a:ext cx="4616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0833" sz="2400" spc="-30">
                <a:solidFill>
                  <a:srgbClr val="C00000"/>
                </a:solidFill>
                <a:latin typeface="Cambria Math"/>
                <a:cs typeface="Cambria Math"/>
              </a:rPr>
              <a:t>𝑎</a:t>
            </a:r>
            <a:r>
              <a:rPr dirty="0" sz="1150" spc="-2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-20833" sz="2400" spc="-30">
                <a:solidFill>
                  <a:srgbClr val="C00000"/>
                </a:solidFill>
                <a:latin typeface="Cambria Math"/>
                <a:cs typeface="Cambria Math"/>
              </a:rPr>
              <a:t>𝑏</a:t>
            </a:r>
            <a:r>
              <a:rPr dirty="0" sz="1150" spc="-2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66364" y="4151122"/>
            <a:ext cx="1352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92371" y="5033264"/>
            <a:ext cx="3606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𝑎𝑎𝑏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861185" y="4859273"/>
            <a:ext cx="4806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𝑎</a:t>
            </a:r>
            <a:r>
              <a:rPr dirty="0" sz="1600" spc="30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∪</a:t>
            </a:r>
            <a:r>
              <a:rPr dirty="0" sz="1600" spc="-5">
                <a:latin typeface="Cambria Math"/>
                <a:cs typeface="Cambria Math"/>
              </a:rPr>
              <a:t> </a:t>
            </a: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984747" y="2639567"/>
            <a:ext cx="485394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dirty="0" sz="2400">
                <a:latin typeface="Franklin Gothic Medium"/>
                <a:cs typeface="Franklin Gothic Medium"/>
              </a:rPr>
              <a:t>How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does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30">
                <a:latin typeface="Franklin Gothic Medium"/>
                <a:cs typeface="Franklin Gothic Medium"/>
              </a:rPr>
              <a:t>GNFAs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process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input?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063741" y="4328921"/>
            <a:ext cx="11969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506082" y="4907026"/>
            <a:ext cx="20116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Input: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solidFill>
                  <a:srgbClr val="C00000"/>
                </a:solidFill>
                <a:latin typeface="Cambria Math"/>
                <a:cs typeface="Cambria Math"/>
              </a:rPr>
              <a:t>𝑎𝑎𝑏𝑏</a:t>
            </a:r>
            <a:r>
              <a:rPr dirty="0" sz="2400" spc="-10">
                <a:latin typeface="Cambria Math"/>
                <a:cs typeface="Cambria Math"/>
              </a:rPr>
              <a:t>𝑎𝑎𝑏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343902" y="5336794"/>
            <a:ext cx="621030" cy="398780"/>
            <a:chOff x="7343902" y="5336794"/>
            <a:chExt cx="621030" cy="398780"/>
          </a:xfrm>
        </p:grpSpPr>
        <p:sp>
          <p:nvSpPr>
            <p:cNvPr id="15" name="object 15" descr=""/>
            <p:cNvSpPr/>
            <p:nvPr/>
          </p:nvSpPr>
          <p:spPr>
            <a:xfrm>
              <a:off x="7350252" y="5343144"/>
              <a:ext cx="608330" cy="386080"/>
            </a:xfrm>
            <a:custGeom>
              <a:avLst/>
              <a:gdLst/>
              <a:ahLst/>
              <a:cxnLst/>
              <a:rect l="l" t="t" r="r" b="b"/>
              <a:pathLst>
                <a:path w="608329" h="386079">
                  <a:moveTo>
                    <a:pt x="608076" y="0"/>
                  </a:moveTo>
                  <a:lnTo>
                    <a:pt x="0" y="0"/>
                  </a:lnTo>
                  <a:lnTo>
                    <a:pt x="0" y="385571"/>
                  </a:lnTo>
                  <a:lnTo>
                    <a:pt x="608076" y="385571"/>
                  </a:lnTo>
                  <a:lnTo>
                    <a:pt x="60807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350252" y="5343144"/>
              <a:ext cx="608330" cy="386080"/>
            </a:xfrm>
            <a:custGeom>
              <a:avLst/>
              <a:gdLst/>
              <a:ahLst/>
              <a:cxnLst/>
              <a:rect l="l" t="t" r="r" b="b"/>
              <a:pathLst>
                <a:path w="608329" h="386079">
                  <a:moveTo>
                    <a:pt x="0" y="385571"/>
                  </a:moveTo>
                  <a:lnTo>
                    <a:pt x="608076" y="385571"/>
                  </a:lnTo>
                  <a:lnTo>
                    <a:pt x="608076" y="0"/>
                  </a:lnTo>
                  <a:lnTo>
                    <a:pt x="0" y="0"/>
                  </a:lnTo>
                  <a:lnTo>
                    <a:pt x="0" y="385571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049771" y="3274821"/>
            <a:ext cx="553593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They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can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read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input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40">
                <a:latin typeface="Franklin Gothic Medium"/>
                <a:cs typeface="Franklin Gothic Medium"/>
              </a:rPr>
              <a:t>ways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that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match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transition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expression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089529" y="5630965"/>
            <a:ext cx="216535" cy="257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64"/>
              </a:lnSpc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3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581643" y="4937759"/>
            <a:ext cx="3453765" cy="3689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64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They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can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read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input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in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chucks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917573" y="3134360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𝑎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441063" y="3186175"/>
            <a:ext cx="2476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𝑎𝑏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3500"/>
            <a:ext cx="39001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Generalized</a:t>
            </a:r>
            <a:r>
              <a:rPr dirty="0" spc="-245"/>
              <a:t> </a:t>
            </a:r>
            <a:r>
              <a:rPr dirty="0" spc="-140"/>
              <a:t>NFA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69442" y="1347927"/>
            <a:ext cx="1044130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Definition:</a:t>
            </a:r>
            <a:r>
              <a:rPr dirty="0" sz="2800" spc="-155">
                <a:latin typeface="Franklin Gothic Medium"/>
                <a:cs typeface="Franklin Gothic Medium"/>
              </a:rPr>
              <a:t> </a:t>
            </a:r>
            <a:r>
              <a:rPr dirty="0" sz="2800" spc="-204">
                <a:latin typeface="Franklin Gothic Medium"/>
                <a:cs typeface="Franklin Gothic Medium"/>
              </a:rPr>
              <a:t>A</a:t>
            </a:r>
            <a:r>
              <a:rPr dirty="0" sz="2800" spc="1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Generalized</a:t>
            </a:r>
            <a:r>
              <a:rPr dirty="0" sz="2800" spc="-114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Nondeterministic</a:t>
            </a:r>
            <a:r>
              <a:rPr dirty="0" sz="2800" spc="-8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Finite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Automaton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(GNFA)</a:t>
            </a:r>
            <a:r>
              <a:rPr dirty="0" sz="2800" spc="-7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is </a:t>
            </a:r>
            <a:r>
              <a:rPr dirty="0" sz="2800" spc="-30">
                <a:latin typeface="Franklin Gothic Medium"/>
                <a:cs typeface="Franklin Gothic Medium"/>
              </a:rPr>
              <a:t>similar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NFA,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but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allows</a:t>
            </a:r>
            <a:r>
              <a:rPr dirty="0" sz="2800" spc="-9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regular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expressions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as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transition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labels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0610" y="3162807"/>
            <a:ext cx="3908552" cy="300964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064129" y="5585866"/>
            <a:ext cx="2673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3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358004" y="3865626"/>
            <a:ext cx="2673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835150" y="3883914"/>
            <a:ext cx="2628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036697" y="3160902"/>
            <a:ext cx="4616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0833" sz="2400" spc="-30">
                <a:latin typeface="Cambria Math"/>
                <a:cs typeface="Cambria Math"/>
              </a:rPr>
              <a:t>𝑎</a:t>
            </a:r>
            <a:r>
              <a:rPr dirty="0" sz="1150" spc="-20">
                <a:latin typeface="Cambria Math"/>
                <a:cs typeface="Cambria Math"/>
              </a:rPr>
              <a:t>∗</a:t>
            </a:r>
            <a:r>
              <a:rPr dirty="0" baseline="-20833" sz="2400" spc="-30">
                <a:latin typeface="Cambria Math"/>
                <a:cs typeface="Cambria Math"/>
              </a:rPr>
              <a:t>𝑏</a:t>
            </a:r>
            <a:r>
              <a:rPr dirty="0" sz="1150" spc="-20">
                <a:latin typeface="Cambria Math"/>
                <a:cs typeface="Cambria Math"/>
              </a:rPr>
              <a:t>∗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166364" y="4151122"/>
            <a:ext cx="1352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992371" y="5033264"/>
            <a:ext cx="3606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solidFill>
                  <a:srgbClr val="C00000"/>
                </a:solidFill>
                <a:latin typeface="Cambria Math"/>
                <a:cs typeface="Cambria Math"/>
              </a:rPr>
              <a:t>𝑎𝑎𝑏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861185" y="4859273"/>
            <a:ext cx="4806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𝑎</a:t>
            </a:r>
            <a:r>
              <a:rPr dirty="0" sz="1600" spc="30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∪</a:t>
            </a:r>
            <a:r>
              <a:rPr dirty="0" sz="1600" spc="-5">
                <a:latin typeface="Cambria Math"/>
                <a:cs typeface="Cambria Math"/>
              </a:rPr>
              <a:t> </a:t>
            </a: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984747" y="2639567"/>
            <a:ext cx="485394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dirty="0" sz="2400">
                <a:latin typeface="Franklin Gothic Medium"/>
                <a:cs typeface="Franklin Gothic Medium"/>
              </a:rPr>
              <a:t>How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does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30">
                <a:latin typeface="Franklin Gothic Medium"/>
                <a:cs typeface="Franklin Gothic Medium"/>
              </a:rPr>
              <a:t>GNFAs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process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input?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063741" y="4328921"/>
            <a:ext cx="11969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0">
                <a:latin typeface="Franklin Gothic Medium"/>
                <a:cs typeface="Franklin Gothic Medium"/>
              </a:rPr>
              <a:t>Example: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506082" y="4907026"/>
            <a:ext cx="20116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Input: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Cambria Math"/>
                <a:cs typeface="Cambria Math"/>
              </a:rPr>
              <a:t>𝑎𝑎𝑏𝑏</a:t>
            </a:r>
            <a:r>
              <a:rPr dirty="0" sz="2400" spc="-10">
                <a:solidFill>
                  <a:srgbClr val="C00000"/>
                </a:solidFill>
                <a:latin typeface="Cambria Math"/>
                <a:cs typeface="Cambria Math"/>
              </a:rPr>
              <a:t>𝑎𝑎𝑏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7985506" y="5336794"/>
            <a:ext cx="534035" cy="398780"/>
            <a:chOff x="7985506" y="5336794"/>
            <a:chExt cx="534035" cy="398780"/>
          </a:xfrm>
        </p:grpSpPr>
        <p:sp>
          <p:nvSpPr>
            <p:cNvPr id="16" name="object 16" descr=""/>
            <p:cNvSpPr/>
            <p:nvPr/>
          </p:nvSpPr>
          <p:spPr>
            <a:xfrm>
              <a:off x="7991856" y="5343144"/>
              <a:ext cx="521334" cy="386080"/>
            </a:xfrm>
            <a:custGeom>
              <a:avLst/>
              <a:gdLst/>
              <a:ahLst/>
              <a:cxnLst/>
              <a:rect l="l" t="t" r="r" b="b"/>
              <a:pathLst>
                <a:path w="521334" h="386079">
                  <a:moveTo>
                    <a:pt x="521207" y="0"/>
                  </a:moveTo>
                  <a:lnTo>
                    <a:pt x="0" y="0"/>
                  </a:lnTo>
                  <a:lnTo>
                    <a:pt x="0" y="385571"/>
                  </a:lnTo>
                  <a:lnTo>
                    <a:pt x="521207" y="385571"/>
                  </a:lnTo>
                  <a:lnTo>
                    <a:pt x="521207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991856" y="5343144"/>
              <a:ext cx="521334" cy="386080"/>
            </a:xfrm>
            <a:custGeom>
              <a:avLst/>
              <a:gdLst/>
              <a:ahLst/>
              <a:cxnLst/>
              <a:rect l="l" t="t" r="r" b="b"/>
              <a:pathLst>
                <a:path w="521334" h="386079">
                  <a:moveTo>
                    <a:pt x="0" y="385571"/>
                  </a:moveTo>
                  <a:lnTo>
                    <a:pt x="521207" y="385571"/>
                  </a:lnTo>
                  <a:lnTo>
                    <a:pt x="521207" y="0"/>
                  </a:lnTo>
                  <a:lnTo>
                    <a:pt x="0" y="0"/>
                  </a:lnTo>
                  <a:lnTo>
                    <a:pt x="0" y="385571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049771" y="3274821"/>
            <a:ext cx="553593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They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can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read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input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40">
                <a:latin typeface="Franklin Gothic Medium"/>
                <a:cs typeface="Franklin Gothic Medium"/>
              </a:rPr>
              <a:t>ways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that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match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5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transition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expression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581643" y="4937759"/>
            <a:ext cx="3453765" cy="3689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64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They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can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read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input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in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chucks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524500" y="5811011"/>
            <a:ext cx="6381115" cy="83248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90805" marR="332105">
              <a:lnSpc>
                <a:spcPct val="100000"/>
              </a:lnSpc>
              <a:spcBef>
                <a:spcPts val="300"/>
              </a:spcBef>
            </a:pPr>
            <a:r>
              <a:rPr dirty="0" sz="2400">
                <a:latin typeface="Franklin Gothic Medium"/>
                <a:cs typeface="Franklin Gothic Medium"/>
              </a:rPr>
              <a:t>If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55">
                <a:latin typeface="Franklin Gothic Medium"/>
                <a:cs typeface="Franklin Gothic Medium"/>
              </a:rPr>
              <a:t>GNFA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stops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accept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end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input,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latin typeface="Franklin Gothic Medium"/>
                <a:cs typeface="Franklin Gothic Medium"/>
              </a:rPr>
              <a:t>GNFA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accepts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input.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917573" y="3134360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𝑎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441063" y="3186175"/>
            <a:ext cx="2476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𝑎𝑏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3500"/>
            <a:ext cx="39001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Generalized</a:t>
            </a:r>
            <a:r>
              <a:rPr dirty="0" spc="-245"/>
              <a:t> </a:t>
            </a:r>
            <a:r>
              <a:rPr dirty="0" spc="-140"/>
              <a:t>NFA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69442" y="1347927"/>
            <a:ext cx="1044130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Definition:</a:t>
            </a:r>
            <a:r>
              <a:rPr dirty="0" sz="2800" spc="-155">
                <a:latin typeface="Franklin Gothic Medium"/>
                <a:cs typeface="Franklin Gothic Medium"/>
              </a:rPr>
              <a:t> </a:t>
            </a:r>
            <a:r>
              <a:rPr dirty="0" sz="2800" spc="-204">
                <a:latin typeface="Franklin Gothic Medium"/>
                <a:cs typeface="Franklin Gothic Medium"/>
              </a:rPr>
              <a:t>A</a:t>
            </a:r>
            <a:r>
              <a:rPr dirty="0" sz="2800" spc="1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Generalized</a:t>
            </a:r>
            <a:r>
              <a:rPr dirty="0" sz="2800" spc="-114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Nondeterministic</a:t>
            </a:r>
            <a:r>
              <a:rPr dirty="0" sz="2800" spc="-8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Finite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Automaton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(GNFA)</a:t>
            </a:r>
            <a:r>
              <a:rPr dirty="0" sz="2800" spc="-7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is </a:t>
            </a:r>
            <a:r>
              <a:rPr dirty="0" sz="2800" spc="-30">
                <a:latin typeface="Franklin Gothic Medium"/>
                <a:cs typeface="Franklin Gothic Medium"/>
              </a:rPr>
              <a:t>similar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NFA,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but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allows</a:t>
            </a:r>
            <a:r>
              <a:rPr dirty="0" sz="2800" spc="-9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regular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expressions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as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transition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labels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0610" y="3162807"/>
            <a:ext cx="3908552" cy="300964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358004" y="3865626"/>
            <a:ext cx="2673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835150" y="3883914"/>
            <a:ext cx="2628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036697" y="3160902"/>
            <a:ext cx="4616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0833" sz="2400" spc="-30">
                <a:latin typeface="Cambria Math"/>
                <a:cs typeface="Cambria Math"/>
              </a:rPr>
              <a:t>𝑎</a:t>
            </a:r>
            <a:r>
              <a:rPr dirty="0" sz="1150" spc="-20">
                <a:latin typeface="Cambria Math"/>
                <a:cs typeface="Cambria Math"/>
              </a:rPr>
              <a:t>∗</a:t>
            </a:r>
            <a:r>
              <a:rPr dirty="0" baseline="-20833" sz="2400" spc="-30">
                <a:latin typeface="Cambria Math"/>
                <a:cs typeface="Cambria Math"/>
              </a:rPr>
              <a:t>𝑏</a:t>
            </a:r>
            <a:r>
              <a:rPr dirty="0" sz="1150" spc="-20">
                <a:latin typeface="Cambria Math"/>
                <a:cs typeface="Cambria Math"/>
              </a:rPr>
              <a:t>∗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848485" y="4151122"/>
            <a:ext cx="2517140" cy="17043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30325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780"/>
              </a:spcBef>
            </a:pPr>
            <a:endParaRPr sz="1600">
              <a:latin typeface="Cambria Math"/>
              <a:cs typeface="Cambria Math"/>
            </a:endParaRPr>
          </a:p>
          <a:p>
            <a:pPr marL="25400">
              <a:lnSpc>
                <a:spcPts val="1645"/>
              </a:lnSpc>
            </a:pPr>
            <a:r>
              <a:rPr dirty="0" sz="1600">
                <a:latin typeface="Cambria Math"/>
                <a:cs typeface="Cambria Math"/>
              </a:rPr>
              <a:t>𝑎</a:t>
            </a:r>
            <a:r>
              <a:rPr dirty="0" sz="1600" spc="30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∪</a:t>
            </a:r>
            <a:r>
              <a:rPr dirty="0" sz="1600" spc="-5">
                <a:latin typeface="Cambria Math"/>
                <a:cs typeface="Cambria Math"/>
              </a:rPr>
              <a:t> </a:t>
            </a: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  <a:p>
            <a:pPr marL="2156460">
              <a:lnSpc>
                <a:spcPts val="1645"/>
              </a:lnSpc>
            </a:pPr>
            <a:r>
              <a:rPr dirty="0" sz="1600" spc="-25">
                <a:latin typeface="Cambria Math"/>
                <a:cs typeface="Cambria Math"/>
              </a:rPr>
              <a:t>𝑎𝑎𝑏</a:t>
            </a:r>
            <a:endParaRPr sz="16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600">
              <a:latin typeface="Cambria Math"/>
              <a:cs typeface="Cambria Math"/>
            </a:endParaRPr>
          </a:p>
          <a:p>
            <a:pPr marL="1253490">
              <a:lnSpc>
                <a:spcPct val="100000"/>
              </a:lnSpc>
              <a:spcBef>
                <a:spcPts val="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3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532120" y="2682239"/>
            <a:ext cx="448691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dirty="0" sz="2400">
                <a:latin typeface="Franklin Gothic Medium"/>
                <a:cs typeface="Franklin Gothic Medium"/>
              </a:rPr>
              <a:t>For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convenience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we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will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assume: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611495" y="3232530"/>
            <a:ext cx="6199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-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One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accept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state,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separate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latin typeface="Franklin Gothic Medium"/>
                <a:cs typeface="Franklin Gothic Medium"/>
              </a:rPr>
              <a:t>from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start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917573" y="3134360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𝑎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441063" y="3186175"/>
            <a:ext cx="2476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𝑎𝑏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3500"/>
            <a:ext cx="39001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Generalized</a:t>
            </a:r>
            <a:r>
              <a:rPr dirty="0" spc="-245"/>
              <a:t> </a:t>
            </a:r>
            <a:r>
              <a:rPr dirty="0" spc="-140"/>
              <a:t>NFA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69442" y="1347927"/>
            <a:ext cx="1044130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Definition:</a:t>
            </a:r>
            <a:r>
              <a:rPr dirty="0" sz="2800" spc="-155">
                <a:latin typeface="Franklin Gothic Medium"/>
                <a:cs typeface="Franklin Gothic Medium"/>
              </a:rPr>
              <a:t> </a:t>
            </a:r>
            <a:r>
              <a:rPr dirty="0" sz="2800" spc="-204">
                <a:latin typeface="Franklin Gothic Medium"/>
                <a:cs typeface="Franklin Gothic Medium"/>
              </a:rPr>
              <a:t>A</a:t>
            </a:r>
            <a:r>
              <a:rPr dirty="0" sz="2800" spc="1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Generalized</a:t>
            </a:r>
            <a:r>
              <a:rPr dirty="0" sz="2800" spc="-114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Nondeterministic</a:t>
            </a:r>
            <a:r>
              <a:rPr dirty="0" sz="2800" spc="-8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Finite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Automaton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(GNFA)</a:t>
            </a:r>
            <a:r>
              <a:rPr dirty="0" sz="2800" spc="-7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is </a:t>
            </a:r>
            <a:r>
              <a:rPr dirty="0" sz="2800" spc="-30">
                <a:latin typeface="Franklin Gothic Medium"/>
                <a:cs typeface="Franklin Gothic Medium"/>
              </a:rPr>
              <a:t>similar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NFA,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but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allows</a:t>
            </a:r>
            <a:r>
              <a:rPr dirty="0" sz="2800" spc="-9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regular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expressions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as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transition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labels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0610" y="3162807"/>
            <a:ext cx="3908552" cy="300964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358004" y="3865626"/>
            <a:ext cx="2673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835150" y="3883914"/>
            <a:ext cx="2628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036697" y="3160902"/>
            <a:ext cx="4616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0833" sz="2400" spc="-30">
                <a:latin typeface="Cambria Math"/>
                <a:cs typeface="Cambria Math"/>
              </a:rPr>
              <a:t>𝑎</a:t>
            </a:r>
            <a:r>
              <a:rPr dirty="0" sz="1150" spc="-20">
                <a:latin typeface="Cambria Math"/>
                <a:cs typeface="Cambria Math"/>
              </a:rPr>
              <a:t>∗</a:t>
            </a:r>
            <a:r>
              <a:rPr dirty="0" baseline="-20833" sz="2400" spc="-30">
                <a:latin typeface="Cambria Math"/>
                <a:cs typeface="Cambria Math"/>
              </a:rPr>
              <a:t>𝑏</a:t>
            </a:r>
            <a:r>
              <a:rPr dirty="0" sz="1150" spc="-20">
                <a:latin typeface="Cambria Math"/>
                <a:cs typeface="Cambria Math"/>
              </a:rPr>
              <a:t>∗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66364" y="4151122"/>
            <a:ext cx="1352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92371" y="5033264"/>
            <a:ext cx="3606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𝑎𝑎𝑏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861185" y="4859273"/>
            <a:ext cx="4806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𝑎</a:t>
            </a:r>
            <a:r>
              <a:rPr dirty="0" sz="1600" spc="30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∪</a:t>
            </a:r>
            <a:r>
              <a:rPr dirty="0" sz="1600" spc="-5">
                <a:latin typeface="Cambria Math"/>
                <a:cs typeface="Cambria Math"/>
              </a:rPr>
              <a:t> </a:t>
            </a: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532120" y="2682239"/>
            <a:ext cx="448691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dirty="0" sz="2400">
                <a:latin typeface="Franklin Gothic Medium"/>
                <a:cs typeface="Franklin Gothic Medium"/>
              </a:rPr>
              <a:t>For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convenience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we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will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assume: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611495" y="3232530"/>
            <a:ext cx="6199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-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One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accept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state,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separate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latin typeface="Franklin Gothic Medium"/>
                <a:cs typeface="Franklin Gothic Medium"/>
              </a:rPr>
              <a:t>from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start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679190" y="4313173"/>
            <a:ext cx="1972310" cy="1797050"/>
            <a:chOff x="3679190" y="4313173"/>
            <a:chExt cx="1972310" cy="1797050"/>
          </a:xfrm>
        </p:grpSpPr>
        <p:sp>
          <p:nvSpPr>
            <p:cNvPr id="14" name="object 14" descr=""/>
            <p:cNvSpPr/>
            <p:nvPr/>
          </p:nvSpPr>
          <p:spPr>
            <a:xfrm>
              <a:off x="4768596" y="5219699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438150" y="0"/>
                  </a:moveTo>
                  <a:lnTo>
                    <a:pt x="390417" y="2593"/>
                  </a:lnTo>
                  <a:lnTo>
                    <a:pt x="344171" y="10193"/>
                  </a:lnTo>
                  <a:lnTo>
                    <a:pt x="299679" y="22530"/>
                  </a:lnTo>
                  <a:lnTo>
                    <a:pt x="257209" y="39335"/>
                  </a:lnTo>
                  <a:lnTo>
                    <a:pt x="217028" y="60339"/>
                  </a:lnTo>
                  <a:lnTo>
                    <a:pt x="179405" y="85270"/>
                  </a:lnTo>
                  <a:lnTo>
                    <a:pt x="144606" y="113861"/>
                  </a:lnTo>
                  <a:lnTo>
                    <a:pt x="112899" y="145841"/>
                  </a:lnTo>
                  <a:lnTo>
                    <a:pt x="84551" y="180941"/>
                  </a:lnTo>
                  <a:lnTo>
                    <a:pt x="59831" y="218891"/>
                  </a:lnTo>
                  <a:lnTo>
                    <a:pt x="39005" y="259422"/>
                  </a:lnTo>
                  <a:lnTo>
                    <a:pt x="22341" y="302264"/>
                  </a:lnTo>
                  <a:lnTo>
                    <a:pt x="10108" y="347147"/>
                  </a:lnTo>
                  <a:lnTo>
                    <a:pt x="2571" y="393802"/>
                  </a:lnTo>
                  <a:lnTo>
                    <a:pt x="0" y="441959"/>
                  </a:lnTo>
                  <a:lnTo>
                    <a:pt x="2571" y="490115"/>
                  </a:lnTo>
                  <a:lnTo>
                    <a:pt x="10108" y="536768"/>
                  </a:lnTo>
                  <a:lnTo>
                    <a:pt x="22341" y="581651"/>
                  </a:lnTo>
                  <a:lnTo>
                    <a:pt x="39005" y="624492"/>
                  </a:lnTo>
                  <a:lnTo>
                    <a:pt x="59831" y="665022"/>
                  </a:lnTo>
                  <a:lnTo>
                    <a:pt x="84551" y="702973"/>
                  </a:lnTo>
                  <a:lnTo>
                    <a:pt x="112899" y="738073"/>
                  </a:lnTo>
                  <a:lnTo>
                    <a:pt x="144606" y="770054"/>
                  </a:lnTo>
                  <a:lnTo>
                    <a:pt x="179405" y="798645"/>
                  </a:lnTo>
                  <a:lnTo>
                    <a:pt x="217028" y="823578"/>
                  </a:lnTo>
                  <a:lnTo>
                    <a:pt x="257209" y="844582"/>
                  </a:lnTo>
                  <a:lnTo>
                    <a:pt x="299679" y="861387"/>
                  </a:lnTo>
                  <a:lnTo>
                    <a:pt x="344171" y="873725"/>
                  </a:lnTo>
                  <a:lnTo>
                    <a:pt x="390417" y="881326"/>
                  </a:lnTo>
                  <a:lnTo>
                    <a:pt x="438150" y="883919"/>
                  </a:lnTo>
                  <a:lnTo>
                    <a:pt x="485882" y="881326"/>
                  </a:lnTo>
                  <a:lnTo>
                    <a:pt x="532128" y="873725"/>
                  </a:lnTo>
                  <a:lnTo>
                    <a:pt x="576620" y="861387"/>
                  </a:lnTo>
                  <a:lnTo>
                    <a:pt x="619090" y="844582"/>
                  </a:lnTo>
                  <a:lnTo>
                    <a:pt x="659271" y="823578"/>
                  </a:lnTo>
                  <a:lnTo>
                    <a:pt x="696894" y="798645"/>
                  </a:lnTo>
                  <a:lnTo>
                    <a:pt x="731693" y="770054"/>
                  </a:lnTo>
                  <a:lnTo>
                    <a:pt x="763400" y="738073"/>
                  </a:lnTo>
                  <a:lnTo>
                    <a:pt x="791748" y="702973"/>
                  </a:lnTo>
                  <a:lnTo>
                    <a:pt x="816468" y="665022"/>
                  </a:lnTo>
                  <a:lnTo>
                    <a:pt x="837294" y="624492"/>
                  </a:lnTo>
                  <a:lnTo>
                    <a:pt x="853958" y="581651"/>
                  </a:lnTo>
                  <a:lnTo>
                    <a:pt x="866191" y="536768"/>
                  </a:lnTo>
                  <a:lnTo>
                    <a:pt x="873728" y="490115"/>
                  </a:lnTo>
                  <a:lnTo>
                    <a:pt x="876300" y="441959"/>
                  </a:lnTo>
                  <a:lnTo>
                    <a:pt x="873728" y="393802"/>
                  </a:lnTo>
                  <a:lnTo>
                    <a:pt x="866191" y="347147"/>
                  </a:lnTo>
                  <a:lnTo>
                    <a:pt x="853958" y="302264"/>
                  </a:lnTo>
                  <a:lnTo>
                    <a:pt x="837294" y="259422"/>
                  </a:lnTo>
                  <a:lnTo>
                    <a:pt x="816468" y="218891"/>
                  </a:lnTo>
                  <a:lnTo>
                    <a:pt x="791748" y="180941"/>
                  </a:lnTo>
                  <a:lnTo>
                    <a:pt x="763400" y="145841"/>
                  </a:lnTo>
                  <a:lnTo>
                    <a:pt x="731693" y="113861"/>
                  </a:lnTo>
                  <a:lnTo>
                    <a:pt x="696894" y="85270"/>
                  </a:lnTo>
                  <a:lnTo>
                    <a:pt x="659271" y="60339"/>
                  </a:lnTo>
                  <a:lnTo>
                    <a:pt x="619090" y="39335"/>
                  </a:lnTo>
                  <a:lnTo>
                    <a:pt x="576620" y="22530"/>
                  </a:lnTo>
                  <a:lnTo>
                    <a:pt x="532128" y="10193"/>
                  </a:lnTo>
                  <a:lnTo>
                    <a:pt x="485882" y="2593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768596" y="5219699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0" y="441959"/>
                  </a:moveTo>
                  <a:lnTo>
                    <a:pt x="2571" y="393802"/>
                  </a:lnTo>
                  <a:lnTo>
                    <a:pt x="10108" y="347147"/>
                  </a:lnTo>
                  <a:lnTo>
                    <a:pt x="22341" y="302264"/>
                  </a:lnTo>
                  <a:lnTo>
                    <a:pt x="39005" y="259422"/>
                  </a:lnTo>
                  <a:lnTo>
                    <a:pt x="59831" y="218891"/>
                  </a:lnTo>
                  <a:lnTo>
                    <a:pt x="84551" y="180941"/>
                  </a:lnTo>
                  <a:lnTo>
                    <a:pt x="112899" y="145841"/>
                  </a:lnTo>
                  <a:lnTo>
                    <a:pt x="144606" y="113861"/>
                  </a:lnTo>
                  <a:lnTo>
                    <a:pt x="179405" y="85270"/>
                  </a:lnTo>
                  <a:lnTo>
                    <a:pt x="217028" y="60339"/>
                  </a:lnTo>
                  <a:lnTo>
                    <a:pt x="257209" y="39335"/>
                  </a:lnTo>
                  <a:lnTo>
                    <a:pt x="299679" y="22530"/>
                  </a:lnTo>
                  <a:lnTo>
                    <a:pt x="344171" y="10193"/>
                  </a:lnTo>
                  <a:lnTo>
                    <a:pt x="390417" y="2593"/>
                  </a:lnTo>
                  <a:lnTo>
                    <a:pt x="438150" y="0"/>
                  </a:lnTo>
                  <a:lnTo>
                    <a:pt x="485882" y="2593"/>
                  </a:lnTo>
                  <a:lnTo>
                    <a:pt x="532128" y="10193"/>
                  </a:lnTo>
                  <a:lnTo>
                    <a:pt x="576620" y="22530"/>
                  </a:lnTo>
                  <a:lnTo>
                    <a:pt x="619090" y="39335"/>
                  </a:lnTo>
                  <a:lnTo>
                    <a:pt x="659271" y="60339"/>
                  </a:lnTo>
                  <a:lnTo>
                    <a:pt x="696894" y="85270"/>
                  </a:lnTo>
                  <a:lnTo>
                    <a:pt x="731693" y="113861"/>
                  </a:lnTo>
                  <a:lnTo>
                    <a:pt x="763400" y="145841"/>
                  </a:lnTo>
                  <a:lnTo>
                    <a:pt x="791748" y="180941"/>
                  </a:lnTo>
                  <a:lnTo>
                    <a:pt x="816468" y="218891"/>
                  </a:lnTo>
                  <a:lnTo>
                    <a:pt x="837294" y="259422"/>
                  </a:lnTo>
                  <a:lnTo>
                    <a:pt x="853958" y="302264"/>
                  </a:lnTo>
                  <a:lnTo>
                    <a:pt x="866191" y="347147"/>
                  </a:lnTo>
                  <a:lnTo>
                    <a:pt x="873728" y="393802"/>
                  </a:lnTo>
                  <a:lnTo>
                    <a:pt x="876300" y="441959"/>
                  </a:lnTo>
                  <a:lnTo>
                    <a:pt x="873728" y="490115"/>
                  </a:lnTo>
                  <a:lnTo>
                    <a:pt x="866191" y="536768"/>
                  </a:lnTo>
                  <a:lnTo>
                    <a:pt x="853958" y="581651"/>
                  </a:lnTo>
                  <a:lnTo>
                    <a:pt x="837294" y="624492"/>
                  </a:lnTo>
                  <a:lnTo>
                    <a:pt x="816468" y="665022"/>
                  </a:lnTo>
                  <a:lnTo>
                    <a:pt x="791748" y="702973"/>
                  </a:lnTo>
                  <a:lnTo>
                    <a:pt x="763400" y="738073"/>
                  </a:lnTo>
                  <a:lnTo>
                    <a:pt x="731693" y="770054"/>
                  </a:lnTo>
                  <a:lnTo>
                    <a:pt x="696894" y="798645"/>
                  </a:lnTo>
                  <a:lnTo>
                    <a:pt x="659271" y="823578"/>
                  </a:lnTo>
                  <a:lnTo>
                    <a:pt x="619090" y="844582"/>
                  </a:lnTo>
                  <a:lnTo>
                    <a:pt x="576620" y="861387"/>
                  </a:lnTo>
                  <a:lnTo>
                    <a:pt x="532128" y="873725"/>
                  </a:lnTo>
                  <a:lnTo>
                    <a:pt x="485882" y="881326"/>
                  </a:lnTo>
                  <a:lnTo>
                    <a:pt x="438150" y="883919"/>
                  </a:lnTo>
                  <a:lnTo>
                    <a:pt x="390417" y="881326"/>
                  </a:lnTo>
                  <a:lnTo>
                    <a:pt x="344171" y="873725"/>
                  </a:lnTo>
                  <a:lnTo>
                    <a:pt x="299679" y="861387"/>
                  </a:lnTo>
                  <a:lnTo>
                    <a:pt x="257209" y="844582"/>
                  </a:lnTo>
                  <a:lnTo>
                    <a:pt x="217028" y="823578"/>
                  </a:lnTo>
                  <a:lnTo>
                    <a:pt x="179405" y="798645"/>
                  </a:lnTo>
                  <a:lnTo>
                    <a:pt x="144606" y="770054"/>
                  </a:lnTo>
                  <a:lnTo>
                    <a:pt x="112899" y="738073"/>
                  </a:lnTo>
                  <a:lnTo>
                    <a:pt x="84551" y="702973"/>
                  </a:lnTo>
                  <a:lnTo>
                    <a:pt x="59831" y="665022"/>
                  </a:lnTo>
                  <a:lnTo>
                    <a:pt x="39005" y="624492"/>
                  </a:lnTo>
                  <a:lnTo>
                    <a:pt x="22341" y="581651"/>
                  </a:lnTo>
                  <a:lnTo>
                    <a:pt x="10108" y="536768"/>
                  </a:lnTo>
                  <a:lnTo>
                    <a:pt x="2571" y="490115"/>
                  </a:lnTo>
                  <a:lnTo>
                    <a:pt x="0" y="441959"/>
                  </a:lnTo>
                  <a:close/>
                </a:path>
                <a:path w="876300" h="883920">
                  <a:moveTo>
                    <a:pt x="60959" y="441959"/>
                  </a:moveTo>
                  <a:lnTo>
                    <a:pt x="63899" y="394365"/>
                  </a:lnTo>
                  <a:lnTo>
                    <a:pt x="72481" y="348532"/>
                  </a:lnTo>
                  <a:lnTo>
                    <a:pt x="86353" y="304818"/>
                  </a:lnTo>
                  <a:lnTo>
                    <a:pt x="105160" y="263579"/>
                  </a:lnTo>
                  <a:lnTo>
                    <a:pt x="128549" y="225169"/>
                  </a:lnTo>
                  <a:lnTo>
                    <a:pt x="156166" y="189946"/>
                  </a:lnTo>
                  <a:lnTo>
                    <a:pt x="187657" y="158265"/>
                  </a:lnTo>
                  <a:lnTo>
                    <a:pt x="222669" y="130481"/>
                  </a:lnTo>
                  <a:lnTo>
                    <a:pt x="260847" y="106951"/>
                  </a:lnTo>
                  <a:lnTo>
                    <a:pt x="301838" y="88030"/>
                  </a:lnTo>
                  <a:lnTo>
                    <a:pt x="345287" y="74075"/>
                  </a:lnTo>
                  <a:lnTo>
                    <a:pt x="390843" y="65441"/>
                  </a:lnTo>
                  <a:lnTo>
                    <a:pt x="438150" y="62484"/>
                  </a:lnTo>
                  <a:lnTo>
                    <a:pt x="485456" y="65441"/>
                  </a:lnTo>
                  <a:lnTo>
                    <a:pt x="531012" y="74075"/>
                  </a:lnTo>
                  <a:lnTo>
                    <a:pt x="574461" y="88030"/>
                  </a:lnTo>
                  <a:lnTo>
                    <a:pt x="615452" y="106951"/>
                  </a:lnTo>
                  <a:lnTo>
                    <a:pt x="653630" y="130481"/>
                  </a:lnTo>
                  <a:lnTo>
                    <a:pt x="688642" y="158265"/>
                  </a:lnTo>
                  <a:lnTo>
                    <a:pt x="720133" y="189946"/>
                  </a:lnTo>
                  <a:lnTo>
                    <a:pt x="747750" y="225169"/>
                  </a:lnTo>
                  <a:lnTo>
                    <a:pt x="771139" y="263579"/>
                  </a:lnTo>
                  <a:lnTo>
                    <a:pt x="789946" y="304818"/>
                  </a:lnTo>
                  <a:lnTo>
                    <a:pt x="803818" y="348532"/>
                  </a:lnTo>
                  <a:lnTo>
                    <a:pt x="812400" y="394365"/>
                  </a:lnTo>
                  <a:lnTo>
                    <a:pt x="815339" y="441959"/>
                  </a:lnTo>
                  <a:lnTo>
                    <a:pt x="812400" y="489559"/>
                  </a:lnTo>
                  <a:lnTo>
                    <a:pt x="803818" y="535395"/>
                  </a:lnTo>
                  <a:lnTo>
                    <a:pt x="789946" y="579111"/>
                  </a:lnTo>
                  <a:lnTo>
                    <a:pt x="771139" y="620352"/>
                  </a:lnTo>
                  <a:lnTo>
                    <a:pt x="747750" y="658761"/>
                  </a:lnTo>
                  <a:lnTo>
                    <a:pt x="720133" y="693983"/>
                  </a:lnTo>
                  <a:lnTo>
                    <a:pt x="688642" y="725663"/>
                  </a:lnTo>
                  <a:lnTo>
                    <a:pt x="653630" y="753445"/>
                  </a:lnTo>
                  <a:lnTo>
                    <a:pt x="615452" y="776973"/>
                  </a:lnTo>
                  <a:lnTo>
                    <a:pt x="574461" y="795892"/>
                  </a:lnTo>
                  <a:lnTo>
                    <a:pt x="531012" y="809846"/>
                  </a:lnTo>
                  <a:lnTo>
                    <a:pt x="485456" y="818479"/>
                  </a:lnTo>
                  <a:lnTo>
                    <a:pt x="438150" y="821436"/>
                  </a:lnTo>
                  <a:lnTo>
                    <a:pt x="390843" y="818479"/>
                  </a:lnTo>
                  <a:lnTo>
                    <a:pt x="345287" y="809846"/>
                  </a:lnTo>
                  <a:lnTo>
                    <a:pt x="301838" y="795892"/>
                  </a:lnTo>
                  <a:lnTo>
                    <a:pt x="260847" y="776973"/>
                  </a:lnTo>
                  <a:lnTo>
                    <a:pt x="222669" y="753445"/>
                  </a:lnTo>
                  <a:lnTo>
                    <a:pt x="187657" y="725663"/>
                  </a:lnTo>
                  <a:lnTo>
                    <a:pt x="156166" y="693983"/>
                  </a:lnTo>
                  <a:lnTo>
                    <a:pt x="128549" y="658761"/>
                  </a:lnTo>
                  <a:lnTo>
                    <a:pt x="105160" y="620352"/>
                  </a:lnTo>
                  <a:lnTo>
                    <a:pt x="86353" y="579111"/>
                  </a:lnTo>
                  <a:lnTo>
                    <a:pt x="72481" y="535395"/>
                  </a:lnTo>
                  <a:lnTo>
                    <a:pt x="63899" y="489559"/>
                  </a:lnTo>
                  <a:lnTo>
                    <a:pt x="60959" y="441959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679190" y="4313173"/>
              <a:ext cx="1536065" cy="1421765"/>
            </a:xfrm>
            <a:custGeom>
              <a:avLst/>
              <a:gdLst/>
              <a:ahLst/>
              <a:cxnLst/>
              <a:rect l="l" t="t" r="r" b="b"/>
              <a:pathLst>
                <a:path w="1536064" h="1421764">
                  <a:moveTo>
                    <a:pt x="1013993" y="1363129"/>
                  </a:moveTo>
                  <a:lnTo>
                    <a:pt x="1012913" y="1344104"/>
                  </a:lnTo>
                  <a:lnTo>
                    <a:pt x="0" y="1402207"/>
                  </a:lnTo>
                  <a:lnTo>
                    <a:pt x="1016" y="1421218"/>
                  </a:lnTo>
                  <a:lnTo>
                    <a:pt x="1013993" y="1363129"/>
                  </a:lnTo>
                  <a:close/>
                </a:path>
                <a:path w="1536064" h="1421764">
                  <a:moveTo>
                    <a:pt x="1089533" y="1349248"/>
                  </a:moveTo>
                  <a:lnTo>
                    <a:pt x="1075867" y="1343367"/>
                  </a:lnTo>
                  <a:lnTo>
                    <a:pt x="1011301" y="1315567"/>
                  </a:lnTo>
                  <a:lnTo>
                    <a:pt x="1012875" y="1343367"/>
                  </a:lnTo>
                  <a:lnTo>
                    <a:pt x="1012913" y="1344104"/>
                  </a:lnTo>
                  <a:lnTo>
                    <a:pt x="1013955" y="1362392"/>
                  </a:lnTo>
                  <a:lnTo>
                    <a:pt x="1013993" y="1363129"/>
                  </a:lnTo>
                  <a:lnTo>
                    <a:pt x="1015619" y="1391653"/>
                  </a:lnTo>
                  <a:lnTo>
                    <a:pt x="1089533" y="1349248"/>
                  </a:lnTo>
                  <a:close/>
                </a:path>
                <a:path w="1536064" h="1421764">
                  <a:moveTo>
                    <a:pt x="1535811" y="821436"/>
                  </a:moveTo>
                  <a:lnTo>
                    <a:pt x="1509255" y="832065"/>
                  </a:lnTo>
                  <a:lnTo>
                    <a:pt x="1175258" y="0"/>
                  </a:lnTo>
                  <a:lnTo>
                    <a:pt x="1157478" y="7112"/>
                  </a:lnTo>
                  <a:lnTo>
                    <a:pt x="1491589" y="839139"/>
                  </a:lnTo>
                  <a:lnTo>
                    <a:pt x="1465072" y="849757"/>
                  </a:lnTo>
                  <a:lnTo>
                    <a:pt x="1528826" y="906272"/>
                  </a:lnTo>
                  <a:lnTo>
                    <a:pt x="1533372" y="850900"/>
                  </a:lnTo>
                  <a:lnTo>
                    <a:pt x="1535811" y="82143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059171" y="4487036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Franklin Gothic Medium"/>
                <a:cs typeface="Franklin Gothic Medium"/>
              </a:rPr>
              <a:t>ε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056123" y="5568481"/>
            <a:ext cx="216535" cy="257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64"/>
              </a:lnSpc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4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089529" y="5630965"/>
            <a:ext cx="216535" cy="257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64"/>
              </a:lnSpc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3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146041" y="5689713"/>
            <a:ext cx="127000" cy="285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10"/>
              </a:lnSpc>
            </a:pPr>
            <a:r>
              <a:rPr dirty="0" sz="1800" spc="-50">
                <a:solidFill>
                  <a:srgbClr val="C00000"/>
                </a:solidFill>
                <a:latin typeface="Franklin Gothic Medium"/>
                <a:cs typeface="Franklin Gothic Medium"/>
              </a:rPr>
              <a:t>ε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917573" y="3134360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𝑎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441063" y="3186175"/>
            <a:ext cx="2476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𝑎𝑏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3500"/>
            <a:ext cx="39001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Generalized</a:t>
            </a:r>
            <a:r>
              <a:rPr dirty="0" spc="-245"/>
              <a:t> </a:t>
            </a:r>
            <a:r>
              <a:rPr dirty="0" spc="-140"/>
              <a:t>NFA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69442" y="1347927"/>
            <a:ext cx="1044130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Definition:</a:t>
            </a:r>
            <a:r>
              <a:rPr dirty="0" sz="2800" spc="-155">
                <a:latin typeface="Franklin Gothic Medium"/>
                <a:cs typeface="Franklin Gothic Medium"/>
              </a:rPr>
              <a:t> </a:t>
            </a:r>
            <a:r>
              <a:rPr dirty="0" sz="2800" spc="-204">
                <a:latin typeface="Franklin Gothic Medium"/>
                <a:cs typeface="Franklin Gothic Medium"/>
              </a:rPr>
              <a:t>A</a:t>
            </a:r>
            <a:r>
              <a:rPr dirty="0" sz="2800" spc="1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Generalized</a:t>
            </a:r>
            <a:r>
              <a:rPr dirty="0" sz="2800" spc="-114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Nondeterministic</a:t>
            </a:r>
            <a:r>
              <a:rPr dirty="0" sz="2800" spc="-8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Finite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Automaton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(GNFA)</a:t>
            </a:r>
            <a:r>
              <a:rPr dirty="0" sz="2800" spc="-7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is </a:t>
            </a:r>
            <a:r>
              <a:rPr dirty="0" sz="2800" spc="-30">
                <a:latin typeface="Franklin Gothic Medium"/>
                <a:cs typeface="Franklin Gothic Medium"/>
              </a:rPr>
              <a:t>similar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NFA,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but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allows</a:t>
            </a:r>
            <a:r>
              <a:rPr dirty="0" sz="2800" spc="-9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regular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expressions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as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transition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labels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0610" y="3162807"/>
            <a:ext cx="3908552" cy="300964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358004" y="3865626"/>
            <a:ext cx="2673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2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835150" y="3883914"/>
            <a:ext cx="2628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1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036697" y="3160902"/>
            <a:ext cx="4616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0833" sz="2400" spc="-30">
                <a:latin typeface="Cambria Math"/>
                <a:cs typeface="Cambria Math"/>
              </a:rPr>
              <a:t>𝑎</a:t>
            </a:r>
            <a:r>
              <a:rPr dirty="0" sz="1150" spc="-20">
                <a:latin typeface="Cambria Math"/>
                <a:cs typeface="Cambria Math"/>
              </a:rPr>
              <a:t>∗</a:t>
            </a:r>
            <a:r>
              <a:rPr dirty="0" baseline="-20833" sz="2400" spc="-30">
                <a:latin typeface="Cambria Math"/>
                <a:cs typeface="Cambria Math"/>
              </a:rPr>
              <a:t>𝑏</a:t>
            </a:r>
            <a:r>
              <a:rPr dirty="0" sz="1150" spc="-20">
                <a:latin typeface="Cambria Math"/>
                <a:cs typeface="Cambria Math"/>
              </a:rPr>
              <a:t>∗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66364" y="4151122"/>
            <a:ext cx="1352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92371" y="5033264"/>
            <a:ext cx="3606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𝑎𝑎𝑏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861185" y="4859273"/>
            <a:ext cx="4806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𝑎</a:t>
            </a:r>
            <a:r>
              <a:rPr dirty="0" sz="1600" spc="30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∪</a:t>
            </a:r>
            <a:r>
              <a:rPr dirty="0" sz="1600" spc="-5">
                <a:latin typeface="Cambria Math"/>
                <a:cs typeface="Cambria Math"/>
              </a:rPr>
              <a:t> </a:t>
            </a: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532120" y="2682239"/>
            <a:ext cx="448691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dirty="0" sz="2400">
                <a:latin typeface="Franklin Gothic Medium"/>
                <a:cs typeface="Franklin Gothic Medium"/>
              </a:rPr>
              <a:t>For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convenience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we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will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assume: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611495" y="3232530"/>
            <a:ext cx="6199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-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One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accept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state,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separate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latin typeface="Franklin Gothic Medium"/>
                <a:cs typeface="Franklin Gothic Medium"/>
              </a:rPr>
              <a:t>from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start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679190" y="4313173"/>
            <a:ext cx="1972310" cy="1797050"/>
            <a:chOff x="3679190" y="4313173"/>
            <a:chExt cx="1972310" cy="1797050"/>
          </a:xfrm>
        </p:grpSpPr>
        <p:sp>
          <p:nvSpPr>
            <p:cNvPr id="14" name="object 14" descr=""/>
            <p:cNvSpPr/>
            <p:nvPr/>
          </p:nvSpPr>
          <p:spPr>
            <a:xfrm>
              <a:off x="4768596" y="5219699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438150" y="0"/>
                  </a:moveTo>
                  <a:lnTo>
                    <a:pt x="390417" y="2593"/>
                  </a:lnTo>
                  <a:lnTo>
                    <a:pt x="344171" y="10193"/>
                  </a:lnTo>
                  <a:lnTo>
                    <a:pt x="299679" y="22530"/>
                  </a:lnTo>
                  <a:lnTo>
                    <a:pt x="257209" y="39335"/>
                  </a:lnTo>
                  <a:lnTo>
                    <a:pt x="217028" y="60339"/>
                  </a:lnTo>
                  <a:lnTo>
                    <a:pt x="179405" y="85270"/>
                  </a:lnTo>
                  <a:lnTo>
                    <a:pt x="144606" y="113861"/>
                  </a:lnTo>
                  <a:lnTo>
                    <a:pt x="112899" y="145841"/>
                  </a:lnTo>
                  <a:lnTo>
                    <a:pt x="84551" y="180941"/>
                  </a:lnTo>
                  <a:lnTo>
                    <a:pt x="59831" y="218891"/>
                  </a:lnTo>
                  <a:lnTo>
                    <a:pt x="39005" y="259422"/>
                  </a:lnTo>
                  <a:lnTo>
                    <a:pt x="22341" y="302264"/>
                  </a:lnTo>
                  <a:lnTo>
                    <a:pt x="10108" y="347147"/>
                  </a:lnTo>
                  <a:lnTo>
                    <a:pt x="2571" y="393802"/>
                  </a:lnTo>
                  <a:lnTo>
                    <a:pt x="0" y="441959"/>
                  </a:lnTo>
                  <a:lnTo>
                    <a:pt x="2571" y="490115"/>
                  </a:lnTo>
                  <a:lnTo>
                    <a:pt x="10108" y="536768"/>
                  </a:lnTo>
                  <a:lnTo>
                    <a:pt x="22341" y="581651"/>
                  </a:lnTo>
                  <a:lnTo>
                    <a:pt x="39005" y="624492"/>
                  </a:lnTo>
                  <a:lnTo>
                    <a:pt x="59831" y="665022"/>
                  </a:lnTo>
                  <a:lnTo>
                    <a:pt x="84551" y="702973"/>
                  </a:lnTo>
                  <a:lnTo>
                    <a:pt x="112899" y="738073"/>
                  </a:lnTo>
                  <a:lnTo>
                    <a:pt x="144606" y="770054"/>
                  </a:lnTo>
                  <a:lnTo>
                    <a:pt x="179405" y="798645"/>
                  </a:lnTo>
                  <a:lnTo>
                    <a:pt x="217028" y="823578"/>
                  </a:lnTo>
                  <a:lnTo>
                    <a:pt x="257209" y="844582"/>
                  </a:lnTo>
                  <a:lnTo>
                    <a:pt x="299679" y="861387"/>
                  </a:lnTo>
                  <a:lnTo>
                    <a:pt x="344171" y="873725"/>
                  </a:lnTo>
                  <a:lnTo>
                    <a:pt x="390417" y="881326"/>
                  </a:lnTo>
                  <a:lnTo>
                    <a:pt x="438150" y="883919"/>
                  </a:lnTo>
                  <a:lnTo>
                    <a:pt x="485882" y="881326"/>
                  </a:lnTo>
                  <a:lnTo>
                    <a:pt x="532128" y="873725"/>
                  </a:lnTo>
                  <a:lnTo>
                    <a:pt x="576620" y="861387"/>
                  </a:lnTo>
                  <a:lnTo>
                    <a:pt x="619090" y="844582"/>
                  </a:lnTo>
                  <a:lnTo>
                    <a:pt x="659271" y="823578"/>
                  </a:lnTo>
                  <a:lnTo>
                    <a:pt x="696894" y="798645"/>
                  </a:lnTo>
                  <a:lnTo>
                    <a:pt x="731693" y="770054"/>
                  </a:lnTo>
                  <a:lnTo>
                    <a:pt x="763400" y="738073"/>
                  </a:lnTo>
                  <a:lnTo>
                    <a:pt x="791748" y="702973"/>
                  </a:lnTo>
                  <a:lnTo>
                    <a:pt x="816468" y="665022"/>
                  </a:lnTo>
                  <a:lnTo>
                    <a:pt x="837294" y="624492"/>
                  </a:lnTo>
                  <a:lnTo>
                    <a:pt x="853958" y="581651"/>
                  </a:lnTo>
                  <a:lnTo>
                    <a:pt x="866191" y="536768"/>
                  </a:lnTo>
                  <a:lnTo>
                    <a:pt x="873728" y="490115"/>
                  </a:lnTo>
                  <a:lnTo>
                    <a:pt x="876300" y="441959"/>
                  </a:lnTo>
                  <a:lnTo>
                    <a:pt x="873728" y="393802"/>
                  </a:lnTo>
                  <a:lnTo>
                    <a:pt x="866191" y="347147"/>
                  </a:lnTo>
                  <a:lnTo>
                    <a:pt x="853958" y="302264"/>
                  </a:lnTo>
                  <a:lnTo>
                    <a:pt x="837294" y="259422"/>
                  </a:lnTo>
                  <a:lnTo>
                    <a:pt x="816468" y="218891"/>
                  </a:lnTo>
                  <a:lnTo>
                    <a:pt x="791748" y="180941"/>
                  </a:lnTo>
                  <a:lnTo>
                    <a:pt x="763400" y="145841"/>
                  </a:lnTo>
                  <a:lnTo>
                    <a:pt x="731693" y="113861"/>
                  </a:lnTo>
                  <a:lnTo>
                    <a:pt x="696894" y="85270"/>
                  </a:lnTo>
                  <a:lnTo>
                    <a:pt x="659271" y="60339"/>
                  </a:lnTo>
                  <a:lnTo>
                    <a:pt x="619090" y="39335"/>
                  </a:lnTo>
                  <a:lnTo>
                    <a:pt x="576620" y="22530"/>
                  </a:lnTo>
                  <a:lnTo>
                    <a:pt x="532128" y="10193"/>
                  </a:lnTo>
                  <a:lnTo>
                    <a:pt x="485882" y="2593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768596" y="5219699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0" y="441959"/>
                  </a:moveTo>
                  <a:lnTo>
                    <a:pt x="2571" y="393802"/>
                  </a:lnTo>
                  <a:lnTo>
                    <a:pt x="10108" y="347147"/>
                  </a:lnTo>
                  <a:lnTo>
                    <a:pt x="22341" y="302264"/>
                  </a:lnTo>
                  <a:lnTo>
                    <a:pt x="39005" y="259422"/>
                  </a:lnTo>
                  <a:lnTo>
                    <a:pt x="59831" y="218891"/>
                  </a:lnTo>
                  <a:lnTo>
                    <a:pt x="84551" y="180941"/>
                  </a:lnTo>
                  <a:lnTo>
                    <a:pt x="112899" y="145841"/>
                  </a:lnTo>
                  <a:lnTo>
                    <a:pt x="144606" y="113861"/>
                  </a:lnTo>
                  <a:lnTo>
                    <a:pt x="179405" y="85270"/>
                  </a:lnTo>
                  <a:lnTo>
                    <a:pt x="217028" y="60339"/>
                  </a:lnTo>
                  <a:lnTo>
                    <a:pt x="257209" y="39335"/>
                  </a:lnTo>
                  <a:lnTo>
                    <a:pt x="299679" y="22530"/>
                  </a:lnTo>
                  <a:lnTo>
                    <a:pt x="344171" y="10193"/>
                  </a:lnTo>
                  <a:lnTo>
                    <a:pt x="390417" y="2593"/>
                  </a:lnTo>
                  <a:lnTo>
                    <a:pt x="438150" y="0"/>
                  </a:lnTo>
                  <a:lnTo>
                    <a:pt x="485882" y="2593"/>
                  </a:lnTo>
                  <a:lnTo>
                    <a:pt x="532128" y="10193"/>
                  </a:lnTo>
                  <a:lnTo>
                    <a:pt x="576620" y="22530"/>
                  </a:lnTo>
                  <a:lnTo>
                    <a:pt x="619090" y="39335"/>
                  </a:lnTo>
                  <a:lnTo>
                    <a:pt x="659271" y="60339"/>
                  </a:lnTo>
                  <a:lnTo>
                    <a:pt x="696894" y="85270"/>
                  </a:lnTo>
                  <a:lnTo>
                    <a:pt x="731693" y="113861"/>
                  </a:lnTo>
                  <a:lnTo>
                    <a:pt x="763400" y="145841"/>
                  </a:lnTo>
                  <a:lnTo>
                    <a:pt x="791748" y="180941"/>
                  </a:lnTo>
                  <a:lnTo>
                    <a:pt x="816468" y="218891"/>
                  </a:lnTo>
                  <a:lnTo>
                    <a:pt x="837294" y="259422"/>
                  </a:lnTo>
                  <a:lnTo>
                    <a:pt x="853958" y="302264"/>
                  </a:lnTo>
                  <a:lnTo>
                    <a:pt x="866191" y="347147"/>
                  </a:lnTo>
                  <a:lnTo>
                    <a:pt x="873728" y="393802"/>
                  </a:lnTo>
                  <a:lnTo>
                    <a:pt x="876300" y="441959"/>
                  </a:lnTo>
                  <a:lnTo>
                    <a:pt x="873728" y="490115"/>
                  </a:lnTo>
                  <a:lnTo>
                    <a:pt x="866191" y="536768"/>
                  </a:lnTo>
                  <a:lnTo>
                    <a:pt x="853958" y="581651"/>
                  </a:lnTo>
                  <a:lnTo>
                    <a:pt x="837294" y="624492"/>
                  </a:lnTo>
                  <a:lnTo>
                    <a:pt x="816468" y="665022"/>
                  </a:lnTo>
                  <a:lnTo>
                    <a:pt x="791748" y="702973"/>
                  </a:lnTo>
                  <a:lnTo>
                    <a:pt x="763400" y="738073"/>
                  </a:lnTo>
                  <a:lnTo>
                    <a:pt x="731693" y="770054"/>
                  </a:lnTo>
                  <a:lnTo>
                    <a:pt x="696894" y="798645"/>
                  </a:lnTo>
                  <a:lnTo>
                    <a:pt x="659271" y="823578"/>
                  </a:lnTo>
                  <a:lnTo>
                    <a:pt x="619090" y="844582"/>
                  </a:lnTo>
                  <a:lnTo>
                    <a:pt x="576620" y="861387"/>
                  </a:lnTo>
                  <a:lnTo>
                    <a:pt x="532128" y="873725"/>
                  </a:lnTo>
                  <a:lnTo>
                    <a:pt x="485882" y="881326"/>
                  </a:lnTo>
                  <a:lnTo>
                    <a:pt x="438150" y="883919"/>
                  </a:lnTo>
                  <a:lnTo>
                    <a:pt x="390417" y="881326"/>
                  </a:lnTo>
                  <a:lnTo>
                    <a:pt x="344171" y="873725"/>
                  </a:lnTo>
                  <a:lnTo>
                    <a:pt x="299679" y="861387"/>
                  </a:lnTo>
                  <a:lnTo>
                    <a:pt x="257209" y="844582"/>
                  </a:lnTo>
                  <a:lnTo>
                    <a:pt x="217028" y="823578"/>
                  </a:lnTo>
                  <a:lnTo>
                    <a:pt x="179405" y="798645"/>
                  </a:lnTo>
                  <a:lnTo>
                    <a:pt x="144606" y="770054"/>
                  </a:lnTo>
                  <a:lnTo>
                    <a:pt x="112899" y="738073"/>
                  </a:lnTo>
                  <a:lnTo>
                    <a:pt x="84551" y="702973"/>
                  </a:lnTo>
                  <a:lnTo>
                    <a:pt x="59831" y="665022"/>
                  </a:lnTo>
                  <a:lnTo>
                    <a:pt x="39005" y="624492"/>
                  </a:lnTo>
                  <a:lnTo>
                    <a:pt x="22341" y="581651"/>
                  </a:lnTo>
                  <a:lnTo>
                    <a:pt x="10108" y="536768"/>
                  </a:lnTo>
                  <a:lnTo>
                    <a:pt x="2571" y="490115"/>
                  </a:lnTo>
                  <a:lnTo>
                    <a:pt x="0" y="441959"/>
                  </a:lnTo>
                  <a:close/>
                </a:path>
                <a:path w="876300" h="883920">
                  <a:moveTo>
                    <a:pt x="60959" y="441959"/>
                  </a:moveTo>
                  <a:lnTo>
                    <a:pt x="63899" y="394365"/>
                  </a:lnTo>
                  <a:lnTo>
                    <a:pt x="72481" y="348532"/>
                  </a:lnTo>
                  <a:lnTo>
                    <a:pt x="86353" y="304818"/>
                  </a:lnTo>
                  <a:lnTo>
                    <a:pt x="105160" y="263579"/>
                  </a:lnTo>
                  <a:lnTo>
                    <a:pt x="128549" y="225169"/>
                  </a:lnTo>
                  <a:lnTo>
                    <a:pt x="156166" y="189946"/>
                  </a:lnTo>
                  <a:lnTo>
                    <a:pt x="187657" y="158265"/>
                  </a:lnTo>
                  <a:lnTo>
                    <a:pt x="222669" y="130481"/>
                  </a:lnTo>
                  <a:lnTo>
                    <a:pt x="260847" y="106951"/>
                  </a:lnTo>
                  <a:lnTo>
                    <a:pt x="301838" y="88030"/>
                  </a:lnTo>
                  <a:lnTo>
                    <a:pt x="345287" y="74075"/>
                  </a:lnTo>
                  <a:lnTo>
                    <a:pt x="390843" y="65441"/>
                  </a:lnTo>
                  <a:lnTo>
                    <a:pt x="438150" y="62484"/>
                  </a:lnTo>
                  <a:lnTo>
                    <a:pt x="485456" y="65441"/>
                  </a:lnTo>
                  <a:lnTo>
                    <a:pt x="531012" y="74075"/>
                  </a:lnTo>
                  <a:lnTo>
                    <a:pt x="574461" y="88030"/>
                  </a:lnTo>
                  <a:lnTo>
                    <a:pt x="615452" y="106951"/>
                  </a:lnTo>
                  <a:lnTo>
                    <a:pt x="653630" y="130481"/>
                  </a:lnTo>
                  <a:lnTo>
                    <a:pt x="688642" y="158265"/>
                  </a:lnTo>
                  <a:lnTo>
                    <a:pt x="720133" y="189946"/>
                  </a:lnTo>
                  <a:lnTo>
                    <a:pt x="747750" y="225169"/>
                  </a:lnTo>
                  <a:lnTo>
                    <a:pt x="771139" y="263579"/>
                  </a:lnTo>
                  <a:lnTo>
                    <a:pt x="789946" y="304818"/>
                  </a:lnTo>
                  <a:lnTo>
                    <a:pt x="803818" y="348532"/>
                  </a:lnTo>
                  <a:lnTo>
                    <a:pt x="812400" y="394365"/>
                  </a:lnTo>
                  <a:lnTo>
                    <a:pt x="815339" y="441959"/>
                  </a:lnTo>
                  <a:lnTo>
                    <a:pt x="812400" y="489559"/>
                  </a:lnTo>
                  <a:lnTo>
                    <a:pt x="803818" y="535395"/>
                  </a:lnTo>
                  <a:lnTo>
                    <a:pt x="789946" y="579111"/>
                  </a:lnTo>
                  <a:lnTo>
                    <a:pt x="771139" y="620352"/>
                  </a:lnTo>
                  <a:lnTo>
                    <a:pt x="747750" y="658761"/>
                  </a:lnTo>
                  <a:lnTo>
                    <a:pt x="720133" y="693983"/>
                  </a:lnTo>
                  <a:lnTo>
                    <a:pt x="688642" y="725663"/>
                  </a:lnTo>
                  <a:lnTo>
                    <a:pt x="653630" y="753445"/>
                  </a:lnTo>
                  <a:lnTo>
                    <a:pt x="615452" y="776973"/>
                  </a:lnTo>
                  <a:lnTo>
                    <a:pt x="574461" y="795892"/>
                  </a:lnTo>
                  <a:lnTo>
                    <a:pt x="531012" y="809846"/>
                  </a:lnTo>
                  <a:lnTo>
                    <a:pt x="485456" y="818479"/>
                  </a:lnTo>
                  <a:lnTo>
                    <a:pt x="438150" y="821436"/>
                  </a:lnTo>
                  <a:lnTo>
                    <a:pt x="390843" y="818479"/>
                  </a:lnTo>
                  <a:lnTo>
                    <a:pt x="345287" y="809846"/>
                  </a:lnTo>
                  <a:lnTo>
                    <a:pt x="301838" y="795892"/>
                  </a:lnTo>
                  <a:lnTo>
                    <a:pt x="260847" y="776973"/>
                  </a:lnTo>
                  <a:lnTo>
                    <a:pt x="222669" y="753445"/>
                  </a:lnTo>
                  <a:lnTo>
                    <a:pt x="187657" y="725663"/>
                  </a:lnTo>
                  <a:lnTo>
                    <a:pt x="156166" y="693983"/>
                  </a:lnTo>
                  <a:lnTo>
                    <a:pt x="128549" y="658761"/>
                  </a:lnTo>
                  <a:lnTo>
                    <a:pt x="105160" y="620352"/>
                  </a:lnTo>
                  <a:lnTo>
                    <a:pt x="86353" y="579111"/>
                  </a:lnTo>
                  <a:lnTo>
                    <a:pt x="72481" y="535395"/>
                  </a:lnTo>
                  <a:lnTo>
                    <a:pt x="63899" y="489559"/>
                  </a:lnTo>
                  <a:lnTo>
                    <a:pt x="60959" y="441959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679190" y="4313173"/>
              <a:ext cx="1536065" cy="1421765"/>
            </a:xfrm>
            <a:custGeom>
              <a:avLst/>
              <a:gdLst/>
              <a:ahLst/>
              <a:cxnLst/>
              <a:rect l="l" t="t" r="r" b="b"/>
              <a:pathLst>
                <a:path w="1536064" h="1421764">
                  <a:moveTo>
                    <a:pt x="1013993" y="1363129"/>
                  </a:moveTo>
                  <a:lnTo>
                    <a:pt x="1012913" y="1344104"/>
                  </a:lnTo>
                  <a:lnTo>
                    <a:pt x="0" y="1402207"/>
                  </a:lnTo>
                  <a:lnTo>
                    <a:pt x="1016" y="1421218"/>
                  </a:lnTo>
                  <a:lnTo>
                    <a:pt x="1013993" y="1363129"/>
                  </a:lnTo>
                  <a:close/>
                </a:path>
                <a:path w="1536064" h="1421764">
                  <a:moveTo>
                    <a:pt x="1089533" y="1349248"/>
                  </a:moveTo>
                  <a:lnTo>
                    <a:pt x="1075867" y="1343367"/>
                  </a:lnTo>
                  <a:lnTo>
                    <a:pt x="1011301" y="1315567"/>
                  </a:lnTo>
                  <a:lnTo>
                    <a:pt x="1012875" y="1343367"/>
                  </a:lnTo>
                  <a:lnTo>
                    <a:pt x="1012913" y="1344104"/>
                  </a:lnTo>
                  <a:lnTo>
                    <a:pt x="1013955" y="1362392"/>
                  </a:lnTo>
                  <a:lnTo>
                    <a:pt x="1013993" y="1363129"/>
                  </a:lnTo>
                  <a:lnTo>
                    <a:pt x="1015619" y="1391653"/>
                  </a:lnTo>
                  <a:lnTo>
                    <a:pt x="1089533" y="1349248"/>
                  </a:lnTo>
                  <a:close/>
                </a:path>
                <a:path w="1536064" h="1421764">
                  <a:moveTo>
                    <a:pt x="1535811" y="821436"/>
                  </a:moveTo>
                  <a:lnTo>
                    <a:pt x="1509255" y="832065"/>
                  </a:lnTo>
                  <a:lnTo>
                    <a:pt x="1175258" y="0"/>
                  </a:lnTo>
                  <a:lnTo>
                    <a:pt x="1157478" y="7112"/>
                  </a:lnTo>
                  <a:lnTo>
                    <a:pt x="1491589" y="839139"/>
                  </a:lnTo>
                  <a:lnTo>
                    <a:pt x="1465072" y="849757"/>
                  </a:lnTo>
                  <a:lnTo>
                    <a:pt x="1528826" y="906272"/>
                  </a:lnTo>
                  <a:lnTo>
                    <a:pt x="1533372" y="850900"/>
                  </a:lnTo>
                  <a:lnTo>
                    <a:pt x="1535811" y="82143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059171" y="4487036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Franklin Gothic Medium"/>
                <a:cs typeface="Franklin Gothic Medium"/>
              </a:rPr>
              <a:t>ε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056123" y="5568481"/>
            <a:ext cx="216535" cy="257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64"/>
              </a:lnSpc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4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089529" y="5630965"/>
            <a:ext cx="216535" cy="257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64"/>
              </a:lnSpc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3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146041" y="5689713"/>
            <a:ext cx="127000" cy="285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10"/>
              </a:lnSpc>
            </a:pPr>
            <a:r>
              <a:rPr dirty="0" sz="1800" spc="-50">
                <a:solidFill>
                  <a:srgbClr val="C00000"/>
                </a:solidFill>
                <a:latin typeface="Franklin Gothic Medium"/>
                <a:cs typeface="Franklin Gothic Medium"/>
              </a:rPr>
              <a:t>ε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917573" y="3134360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𝑎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441063" y="3186175"/>
            <a:ext cx="2476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𝑎𝑏</a:t>
            </a:r>
            <a:endParaRPr sz="1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070610" y="3984497"/>
            <a:ext cx="501015" cy="76200"/>
          </a:xfrm>
          <a:custGeom>
            <a:avLst/>
            <a:gdLst/>
            <a:ahLst/>
            <a:cxnLst/>
            <a:rect l="l" t="t" r="r" b="b"/>
            <a:pathLst>
              <a:path w="501015" h="76200">
                <a:moveTo>
                  <a:pt x="424815" y="0"/>
                </a:moveTo>
                <a:lnTo>
                  <a:pt x="424815" y="76200"/>
                </a:lnTo>
                <a:lnTo>
                  <a:pt x="481965" y="47625"/>
                </a:lnTo>
                <a:lnTo>
                  <a:pt x="437515" y="47625"/>
                </a:lnTo>
                <a:lnTo>
                  <a:pt x="437515" y="28575"/>
                </a:lnTo>
                <a:lnTo>
                  <a:pt x="481965" y="28575"/>
                </a:lnTo>
                <a:lnTo>
                  <a:pt x="424815" y="0"/>
                </a:lnTo>
                <a:close/>
              </a:path>
              <a:path w="501015" h="76200">
                <a:moveTo>
                  <a:pt x="424815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424815" y="47625"/>
                </a:lnTo>
                <a:lnTo>
                  <a:pt x="424815" y="28575"/>
                </a:lnTo>
                <a:close/>
              </a:path>
              <a:path w="501015" h="76200">
                <a:moveTo>
                  <a:pt x="481965" y="28575"/>
                </a:moveTo>
                <a:lnTo>
                  <a:pt x="437515" y="28575"/>
                </a:lnTo>
                <a:lnTo>
                  <a:pt x="437515" y="47625"/>
                </a:lnTo>
                <a:lnTo>
                  <a:pt x="481965" y="47625"/>
                </a:lnTo>
                <a:lnTo>
                  <a:pt x="501015" y="38100"/>
                </a:lnTo>
                <a:lnTo>
                  <a:pt x="481965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5940" y="63500"/>
            <a:ext cx="39001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Generalized</a:t>
            </a:r>
            <a:r>
              <a:rPr dirty="0" spc="-245"/>
              <a:t> </a:t>
            </a:r>
            <a:r>
              <a:rPr dirty="0" spc="-140"/>
              <a:t>NFA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669442" y="1347927"/>
            <a:ext cx="1044130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Definition:</a:t>
            </a:r>
            <a:r>
              <a:rPr dirty="0" sz="2800" spc="-155">
                <a:latin typeface="Franklin Gothic Medium"/>
                <a:cs typeface="Franklin Gothic Medium"/>
              </a:rPr>
              <a:t> </a:t>
            </a:r>
            <a:r>
              <a:rPr dirty="0" sz="2800" spc="-204">
                <a:latin typeface="Franklin Gothic Medium"/>
                <a:cs typeface="Franklin Gothic Medium"/>
              </a:rPr>
              <a:t>A</a:t>
            </a:r>
            <a:r>
              <a:rPr dirty="0" sz="2800" spc="1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Generalized</a:t>
            </a:r>
            <a:r>
              <a:rPr dirty="0" sz="2800" spc="-114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Nondeterministic</a:t>
            </a:r>
            <a:r>
              <a:rPr dirty="0" sz="2800" spc="-8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Finite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Automaton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(GNFA)</a:t>
            </a:r>
            <a:r>
              <a:rPr dirty="0" sz="2800" spc="-7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is </a:t>
            </a:r>
            <a:r>
              <a:rPr dirty="0" sz="2800" spc="-30">
                <a:latin typeface="Franklin Gothic Medium"/>
                <a:cs typeface="Franklin Gothic Medium"/>
              </a:rPr>
              <a:t>similar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NFA,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but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allows</a:t>
            </a:r>
            <a:r>
              <a:rPr dirty="0" sz="2800" spc="-9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regular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expressions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as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transition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labels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7750" y="3162807"/>
            <a:ext cx="3931412" cy="3009646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383404" y="3865626"/>
            <a:ext cx="134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𝑞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488560" y="3961638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2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860550" y="3883914"/>
            <a:ext cx="134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𝑞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961133" y="3979926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036697" y="3160902"/>
            <a:ext cx="4616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0833" sz="2400" spc="-30">
                <a:latin typeface="Cambria Math"/>
                <a:cs typeface="Cambria Math"/>
              </a:rPr>
              <a:t>𝑎</a:t>
            </a:r>
            <a:r>
              <a:rPr dirty="0" sz="1150" spc="-20">
                <a:latin typeface="Cambria Math"/>
                <a:cs typeface="Cambria Math"/>
              </a:rPr>
              <a:t>∗</a:t>
            </a:r>
            <a:r>
              <a:rPr dirty="0" baseline="-20833" sz="2400" spc="-30">
                <a:latin typeface="Cambria Math"/>
                <a:cs typeface="Cambria Math"/>
              </a:rPr>
              <a:t>𝑏</a:t>
            </a:r>
            <a:r>
              <a:rPr dirty="0" sz="1150" spc="-20">
                <a:latin typeface="Cambria Math"/>
                <a:cs typeface="Cambria Math"/>
              </a:rPr>
              <a:t>∗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166364" y="4151122"/>
            <a:ext cx="1352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992371" y="5033264"/>
            <a:ext cx="3606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𝑎𝑎𝑏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861185" y="4859273"/>
            <a:ext cx="4806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𝑎</a:t>
            </a:r>
            <a:r>
              <a:rPr dirty="0" sz="1600" spc="30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∪</a:t>
            </a:r>
            <a:r>
              <a:rPr dirty="0" sz="1600" spc="-5">
                <a:latin typeface="Cambria Math"/>
                <a:cs typeface="Cambria Math"/>
              </a:rPr>
              <a:t> </a:t>
            </a: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532120" y="2682239"/>
            <a:ext cx="448691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dirty="0" sz="2400">
                <a:latin typeface="Franklin Gothic Medium"/>
                <a:cs typeface="Franklin Gothic Medium"/>
              </a:rPr>
              <a:t>For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convenience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we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will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assume: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3551682" y="4313173"/>
            <a:ext cx="1663700" cy="1421765"/>
          </a:xfrm>
          <a:custGeom>
            <a:avLst/>
            <a:gdLst/>
            <a:ahLst/>
            <a:cxnLst/>
            <a:rect l="l" t="t" r="r" b="b"/>
            <a:pathLst>
              <a:path w="1663700" h="1421764">
                <a:moveTo>
                  <a:pt x="990219" y="139954"/>
                </a:moveTo>
                <a:lnTo>
                  <a:pt x="976884" y="126238"/>
                </a:lnTo>
                <a:lnTo>
                  <a:pt x="47637" y="1038123"/>
                </a:lnTo>
                <a:lnTo>
                  <a:pt x="27686" y="1017778"/>
                </a:lnTo>
                <a:lnTo>
                  <a:pt x="0" y="1098296"/>
                </a:lnTo>
                <a:lnTo>
                  <a:pt x="81026" y="1072134"/>
                </a:lnTo>
                <a:lnTo>
                  <a:pt x="69684" y="1060577"/>
                </a:lnTo>
                <a:lnTo>
                  <a:pt x="60972" y="1051712"/>
                </a:lnTo>
                <a:lnTo>
                  <a:pt x="990219" y="139954"/>
                </a:lnTo>
                <a:close/>
              </a:path>
              <a:path w="1663700" h="1421764">
                <a:moveTo>
                  <a:pt x="1141501" y="1363129"/>
                </a:moveTo>
                <a:lnTo>
                  <a:pt x="1140421" y="1344104"/>
                </a:lnTo>
                <a:lnTo>
                  <a:pt x="127508" y="1402207"/>
                </a:lnTo>
                <a:lnTo>
                  <a:pt x="128524" y="1421218"/>
                </a:lnTo>
                <a:lnTo>
                  <a:pt x="1141501" y="1363129"/>
                </a:lnTo>
                <a:close/>
              </a:path>
              <a:path w="1663700" h="1421764">
                <a:moveTo>
                  <a:pt x="1217041" y="1349248"/>
                </a:moveTo>
                <a:lnTo>
                  <a:pt x="1203375" y="1343367"/>
                </a:lnTo>
                <a:lnTo>
                  <a:pt x="1138809" y="1315567"/>
                </a:lnTo>
                <a:lnTo>
                  <a:pt x="1140383" y="1343367"/>
                </a:lnTo>
                <a:lnTo>
                  <a:pt x="1140421" y="1344104"/>
                </a:lnTo>
                <a:lnTo>
                  <a:pt x="1141463" y="1362392"/>
                </a:lnTo>
                <a:lnTo>
                  <a:pt x="1141501" y="1363129"/>
                </a:lnTo>
                <a:lnTo>
                  <a:pt x="1143127" y="1391653"/>
                </a:lnTo>
                <a:lnTo>
                  <a:pt x="1217041" y="1349248"/>
                </a:lnTo>
                <a:close/>
              </a:path>
              <a:path w="1663700" h="1421764">
                <a:moveTo>
                  <a:pt x="1663319" y="821436"/>
                </a:moveTo>
                <a:lnTo>
                  <a:pt x="1636763" y="832065"/>
                </a:lnTo>
                <a:lnTo>
                  <a:pt x="1302766" y="0"/>
                </a:lnTo>
                <a:lnTo>
                  <a:pt x="1284986" y="7112"/>
                </a:lnTo>
                <a:lnTo>
                  <a:pt x="1619097" y="839139"/>
                </a:lnTo>
                <a:lnTo>
                  <a:pt x="1592580" y="849757"/>
                </a:lnTo>
                <a:lnTo>
                  <a:pt x="1656334" y="906272"/>
                </a:lnTo>
                <a:lnTo>
                  <a:pt x="1660880" y="850900"/>
                </a:lnTo>
                <a:lnTo>
                  <a:pt x="1663319" y="821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5059171" y="4487036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Franklin Gothic Medium"/>
                <a:cs typeface="Franklin Gothic Medium"/>
              </a:rPr>
              <a:t>ε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62813" y="3573526"/>
            <a:ext cx="890905" cy="896619"/>
            <a:chOff x="162813" y="3573526"/>
            <a:chExt cx="890905" cy="896619"/>
          </a:xfrm>
        </p:grpSpPr>
        <p:sp>
          <p:nvSpPr>
            <p:cNvPr id="22" name="object 22" descr=""/>
            <p:cNvSpPr/>
            <p:nvPr/>
          </p:nvSpPr>
          <p:spPr>
            <a:xfrm>
              <a:off x="169163" y="3579876"/>
              <a:ext cx="878205" cy="883919"/>
            </a:xfrm>
            <a:custGeom>
              <a:avLst/>
              <a:gdLst/>
              <a:ahLst/>
              <a:cxnLst/>
              <a:rect l="l" t="t" r="r" b="b"/>
              <a:pathLst>
                <a:path w="878205" h="883920">
                  <a:moveTo>
                    <a:pt x="438912" y="0"/>
                  </a:moveTo>
                  <a:lnTo>
                    <a:pt x="391087" y="2593"/>
                  </a:lnTo>
                  <a:lnTo>
                    <a:pt x="344754" y="10193"/>
                  </a:lnTo>
                  <a:lnTo>
                    <a:pt x="300181" y="22530"/>
                  </a:lnTo>
                  <a:lnTo>
                    <a:pt x="257635" y="39335"/>
                  </a:lnTo>
                  <a:lnTo>
                    <a:pt x="217384" y="60339"/>
                  </a:lnTo>
                  <a:lnTo>
                    <a:pt x="179696" y="85270"/>
                  </a:lnTo>
                  <a:lnTo>
                    <a:pt x="144838" y="113861"/>
                  </a:lnTo>
                  <a:lnTo>
                    <a:pt x="113078" y="145841"/>
                  </a:lnTo>
                  <a:lnTo>
                    <a:pt x="84684" y="180941"/>
                  </a:lnTo>
                  <a:lnTo>
                    <a:pt x="59924" y="218891"/>
                  </a:lnTo>
                  <a:lnTo>
                    <a:pt x="39065" y="259422"/>
                  </a:lnTo>
                  <a:lnTo>
                    <a:pt x="22375" y="302264"/>
                  </a:lnTo>
                  <a:lnTo>
                    <a:pt x="10123" y="347147"/>
                  </a:lnTo>
                  <a:lnTo>
                    <a:pt x="2575" y="393802"/>
                  </a:lnTo>
                  <a:lnTo>
                    <a:pt x="0" y="441960"/>
                  </a:lnTo>
                  <a:lnTo>
                    <a:pt x="2575" y="490117"/>
                  </a:lnTo>
                  <a:lnTo>
                    <a:pt x="10123" y="536772"/>
                  </a:lnTo>
                  <a:lnTo>
                    <a:pt x="22375" y="581655"/>
                  </a:lnTo>
                  <a:lnTo>
                    <a:pt x="39065" y="624497"/>
                  </a:lnTo>
                  <a:lnTo>
                    <a:pt x="59924" y="665028"/>
                  </a:lnTo>
                  <a:lnTo>
                    <a:pt x="84684" y="702978"/>
                  </a:lnTo>
                  <a:lnTo>
                    <a:pt x="113078" y="738078"/>
                  </a:lnTo>
                  <a:lnTo>
                    <a:pt x="144838" y="770058"/>
                  </a:lnTo>
                  <a:lnTo>
                    <a:pt x="179696" y="798649"/>
                  </a:lnTo>
                  <a:lnTo>
                    <a:pt x="217384" y="823580"/>
                  </a:lnTo>
                  <a:lnTo>
                    <a:pt x="257635" y="844584"/>
                  </a:lnTo>
                  <a:lnTo>
                    <a:pt x="300181" y="861389"/>
                  </a:lnTo>
                  <a:lnTo>
                    <a:pt x="344754" y="873726"/>
                  </a:lnTo>
                  <a:lnTo>
                    <a:pt x="391087" y="881326"/>
                  </a:lnTo>
                  <a:lnTo>
                    <a:pt x="438912" y="883919"/>
                  </a:lnTo>
                  <a:lnTo>
                    <a:pt x="486736" y="881326"/>
                  </a:lnTo>
                  <a:lnTo>
                    <a:pt x="533069" y="873726"/>
                  </a:lnTo>
                  <a:lnTo>
                    <a:pt x="577642" y="861389"/>
                  </a:lnTo>
                  <a:lnTo>
                    <a:pt x="620188" y="844584"/>
                  </a:lnTo>
                  <a:lnTo>
                    <a:pt x="660439" y="823580"/>
                  </a:lnTo>
                  <a:lnTo>
                    <a:pt x="698127" y="798649"/>
                  </a:lnTo>
                  <a:lnTo>
                    <a:pt x="732985" y="770058"/>
                  </a:lnTo>
                  <a:lnTo>
                    <a:pt x="764745" y="738078"/>
                  </a:lnTo>
                  <a:lnTo>
                    <a:pt x="793139" y="702978"/>
                  </a:lnTo>
                  <a:lnTo>
                    <a:pt x="817899" y="665028"/>
                  </a:lnTo>
                  <a:lnTo>
                    <a:pt x="838758" y="624497"/>
                  </a:lnTo>
                  <a:lnTo>
                    <a:pt x="855448" y="581655"/>
                  </a:lnTo>
                  <a:lnTo>
                    <a:pt x="867700" y="536772"/>
                  </a:lnTo>
                  <a:lnTo>
                    <a:pt x="875248" y="490117"/>
                  </a:lnTo>
                  <a:lnTo>
                    <a:pt x="877824" y="441960"/>
                  </a:lnTo>
                  <a:lnTo>
                    <a:pt x="875248" y="393802"/>
                  </a:lnTo>
                  <a:lnTo>
                    <a:pt x="867700" y="347147"/>
                  </a:lnTo>
                  <a:lnTo>
                    <a:pt x="855448" y="302264"/>
                  </a:lnTo>
                  <a:lnTo>
                    <a:pt x="838758" y="259422"/>
                  </a:lnTo>
                  <a:lnTo>
                    <a:pt x="817899" y="218891"/>
                  </a:lnTo>
                  <a:lnTo>
                    <a:pt x="793139" y="180941"/>
                  </a:lnTo>
                  <a:lnTo>
                    <a:pt x="764745" y="145841"/>
                  </a:lnTo>
                  <a:lnTo>
                    <a:pt x="732985" y="113861"/>
                  </a:lnTo>
                  <a:lnTo>
                    <a:pt x="698127" y="85270"/>
                  </a:lnTo>
                  <a:lnTo>
                    <a:pt x="660439" y="60339"/>
                  </a:lnTo>
                  <a:lnTo>
                    <a:pt x="620188" y="39335"/>
                  </a:lnTo>
                  <a:lnTo>
                    <a:pt x="577642" y="22530"/>
                  </a:lnTo>
                  <a:lnTo>
                    <a:pt x="533069" y="10193"/>
                  </a:lnTo>
                  <a:lnTo>
                    <a:pt x="486736" y="2593"/>
                  </a:lnTo>
                  <a:lnTo>
                    <a:pt x="4389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69163" y="3579876"/>
              <a:ext cx="878205" cy="883919"/>
            </a:xfrm>
            <a:custGeom>
              <a:avLst/>
              <a:gdLst/>
              <a:ahLst/>
              <a:cxnLst/>
              <a:rect l="l" t="t" r="r" b="b"/>
              <a:pathLst>
                <a:path w="878205" h="883920">
                  <a:moveTo>
                    <a:pt x="0" y="441960"/>
                  </a:moveTo>
                  <a:lnTo>
                    <a:pt x="2575" y="393802"/>
                  </a:lnTo>
                  <a:lnTo>
                    <a:pt x="10123" y="347147"/>
                  </a:lnTo>
                  <a:lnTo>
                    <a:pt x="22375" y="302264"/>
                  </a:lnTo>
                  <a:lnTo>
                    <a:pt x="39065" y="259422"/>
                  </a:lnTo>
                  <a:lnTo>
                    <a:pt x="59924" y="218891"/>
                  </a:lnTo>
                  <a:lnTo>
                    <a:pt x="84684" y="180941"/>
                  </a:lnTo>
                  <a:lnTo>
                    <a:pt x="113078" y="145841"/>
                  </a:lnTo>
                  <a:lnTo>
                    <a:pt x="144838" y="113861"/>
                  </a:lnTo>
                  <a:lnTo>
                    <a:pt x="179696" y="85270"/>
                  </a:lnTo>
                  <a:lnTo>
                    <a:pt x="217384" y="60339"/>
                  </a:lnTo>
                  <a:lnTo>
                    <a:pt x="257635" y="39335"/>
                  </a:lnTo>
                  <a:lnTo>
                    <a:pt x="300181" y="22530"/>
                  </a:lnTo>
                  <a:lnTo>
                    <a:pt x="344754" y="10193"/>
                  </a:lnTo>
                  <a:lnTo>
                    <a:pt x="391087" y="2593"/>
                  </a:lnTo>
                  <a:lnTo>
                    <a:pt x="438912" y="0"/>
                  </a:lnTo>
                  <a:lnTo>
                    <a:pt x="486736" y="2593"/>
                  </a:lnTo>
                  <a:lnTo>
                    <a:pt x="533069" y="10193"/>
                  </a:lnTo>
                  <a:lnTo>
                    <a:pt x="577642" y="22530"/>
                  </a:lnTo>
                  <a:lnTo>
                    <a:pt x="620188" y="39335"/>
                  </a:lnTo>
                  <a:lnTo>
                    <a:pt x="660439" y="60339"/>
                  </a:lnTo>
                  <a:lnTo>
                    <a:pt x="698127" y="85270"/>
                  </a:lnTo>
                  <a:lnTo>
                    <a:pt x="732985" y="113861"/>
                  </a:lnTo>
                  <a:lnTo>
                    <a:pt x="764745" y="145841"/>
                  </a:lnTo>
                  <a:lnTo>
                    <a:pt x="793139" y="180941"/>
                  </a:lnTo>
                  <a:lnTo>
                    <a:pt x="817899" y="218891"/>
                  </a:lnTo>
                  <a:lnTo>
                    <a:pt x="838758" y="259422"/>
                  </a:lnTo>
                  <a:lnTo>
                    <a:pt x="855448" y="302264"/>
                  </a:lnTo>
                  <a:lnTo>
                    <a:pt x="867700" y="347147"/>
                  </a:lnTo>
                  <a:lnTo>
                    <a:pt x="875248" y="393802"/>
                  </a:lnTo>
                  <a:lnTo>
                    <a:pt x="877824" y="441960"/>
                  </a:lnTo>
                  <a:lnTo>
                    <a:pt x="875248" y="490117"/>
                  </a:lnTo>
                  <a:lnTo>
                    <a:pt x="867700" y="536772"/>
                  </a:lnTo>
                  <a:lnTo>
                    <a:pt x="855448" y="581655"/>
                  </a:lnTo>
                  <a:lnTo>
                    <a:pt x="838758" y="624497"/>
                  </a:lnTo>
                  <a:lnTo>
                    <a:pt x="817899" y="665028"/>
                  </a:lnTo>
                  <a:lnTo>
                    <a:pt x="793139" y="702978"/>
                  </a:lnTo>
                  <a:lnTo>
                    <a:pt x="764745" y="738078"/>
                  </a:lnTo>
                  <a:lnTo>
                    <a:pt x="732985" y="770058"/>
                  </a:lnTo>
                  <a:lnTo>
                    <a:pt x="698127" y="798649"/>
                  </a:lnTo>
                  <a:lnTo>
                    <a:pt x="660439" y="823580"/>
                  </a:lnTo>
                  <a:lnTo>
                    <a:pt x="620188" y="844584"/>
                  </a:lnTo>
                  <a:lnTo>
                    <a:pt x="577642" y="861389"/>
                  </a:lnTo>
                  <a:lnTo>
                    <a:pt x="533069" y="873726"/>
                  </a:lnTo>
                  <a:lnTo>
                    <a:pt x="486736" y="881326"/>
                  </a:lnTo>
                  <a:lnTo>
                    <a:pt x="438912" y="883919"/>
                  </a:lnTo>
                  <a:lnTo>
                    <a:pt x="391087" y="881326"/>
                  </a:lnTo>
                  <a:lnTo>
                    <a:pt x="344754" y="873726"/>
                  </a:lnTo>
                  <a:lnTo>
                    <a:pt x="300181" y="861389"/>
                  </a:lnTo>
                  <a:lnTo>
                    <a:pt x="257635" y="844584"/>
                  </a:lnTo>
                  <a:lnTo>
                    <a:pt x="217384" y="823580"/>
                  </a:lnTo>
                  <a:lnTo>
                    <a:pt x="179696" y="798649"/>
                  </a:lnTo>
                  <a:lnTo>
                    <a:pt x="144838" y="770058"/>
                  </a:lnTo>
                  <a:lnTo>
                    <a:pt x="113078" y="738078"/>
                  </a:lnTo>
                  <a:lnTo>
                    <a:pt x="84684" y="702978"/>
                  </a:lnTo>
                  <a:lnTo>
                    <a:pt x="59924" y="665028"/>
                  </a:lnTo>
                  <a:lnTo>
                    <a:pt x="39065" y="624497"/>
                  </a:lnTo>
                  <a:lnTo>
                    <a:pt x="22375" y="581655"/>
                  </a:lnTo>
                  <a:lnTo>
                    <a:pt x="10123" y="536772"/>
                  </a:lnTo>
                  <a:lnTo>
                    <a:pt x="2575" y="490117"/>
                  </a:lnTo>
                  <a:lnTo>
                    <a:pt x="0" y="441960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457301" y="3883914"/>
            <a:ext cx="134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𝑞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62457" y="3979926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0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202232" y="3693921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Franklin Gothic Medium"/>
                <a:cs typeface="Franklin Gothic Medium"/>
              </a:rPr>
              <a:t>ε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4762246" y="5213350"/>
            <a:ext cx="889000" cy="896619"/>
            <a:chOff x="4762246" y="5213350"/>
            <a:chExt cx="889000" cy="896619"/>
          </a:xfrm>
        </p:grpSpPr>
        <p:sp>
          <p:nvSpPr>
            <p:cNvPr id="28" name="object 28" descr=""/>
            <p:cNvSpPr/>
            <p:nvPr/>
          </p:nvSpPr>
          <p:spPr>
            <a:xfrm>
              <a:off x="4768596" y="5219700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438150" y="0"/>
                  </a:moveTo>
                  <a:lnTo>
                    <a:pt x="390417" y="2593"/>
                  </a:lnTo>
                  <a:lnTo>
                    <a:pt x="344171" y="10193"/>
                  </a:lnTo>
                  <a:lnTo>
                    <a:pt x="299679" y="22530"/>
                  </a:lnTo>
                  <a:lnTo>
                    <a:pt x="257209" y="39335"/>
                  </a:lnTo>
                  <a:lnTo>
                    <a:pt x="217028" y="60339"/>
                  </a:lnTo>
                  <a:lnTo>
                    <a:pt x="179405" y="85270"/>
                  </a:lnTo>
                  <a:lnTo>
                    <a:pt x="144606" y="113861"/>
                  </a:lnTo>
                  <a:lnTo>
                    <a:pt x="112899" y="145841"/>
                  </a:lnTo>
                  <a:lnTo>
                    <a:pt x="84551" y="180941"/>
                  </a:lnTo>
                  <a:lnTo>
                    <a:pt x="59831" y="218891"/>
                  </a:lnTo>
                  <a:lnTo>
                    <a:pt x="39005" y="259422"/>
                  </a:lnTo>
                  <a:lnTo>
                    <a:pt x="22341" y="302264"/>
                  </a:lnTo>
                  <a:lnTo>
                    <a:pt x="10108" y="347147"/>
                  </a:lnTo>
                  <a:lnTo>
                    <a:pt x="2571" y="393802"/>
                  </a:lnTo>
                  <a:lnTo>
                    <a:pt x="0" y="441959"/>
                  </a:lnTo>
                  <a:lnTo>
                    <a:pt x="2571" y="490115"/>
                  </a:lnTo>
                  <a:lnTo>
                    <a:pt x="10108" y="536768"/>
                  </a:lnTo>
                  <a:lnTo>
                    <a:pt x="22341" y="581651"/>
                  </a:lnTo>
                  <a:lnTo>
                    <a:pt x="39005" y="624492"/>
                  </a:lnTo>
                  <a:lnTo>
                    <a:pt x="59831" y="665022"/>
                  </a:lnTo>
                  <a:lnTo>
                    <a:pt x="84551" y="702973"/>
                  </a:lnTo>
                  <a:lnTo>
                    <a:pt x="112899" y="738073"/>
                  </a:lnTo>
                  <a:lnTo>
                    <a:pt x="144606" y="770054"/>
                  </a:lnTo>
                  <a:lnTo>
                    <a:pt x="179405" y="798645"/>
                  </a:lnTo>
                  <a:lnTo>
                    <a:pt x="217028" y="823578"/>
                  </a:lnTo>
                  <a:lnTo>
                    <a:pt x="257209" y="844582"/>
                  </a:lnTo>
                  <a:lnTo>
                    <a:pt x="299679" y="861387"/>
                  </a:lnTo>
                  <a:lnTo>
                    <a:pt x="344171" y="873725"/>
                  </a:lnTo>
                  <a:lnTo>
                    <a:pt x="390417" y="881326"/>
                  </a:lnTo>
                  <a:lnTo>
                    <a:pt x="438150" y="883919"/>
                  </a:lnTo>
                  <a:lnTo>
                    <a:pt x="485882" y="881326"/>
                  </a:lnTo>
                  <a:lnTo>
                    <a:pt x="532128" y="873725"/>
                  </a:lnTo>
                  <a:lnTo>
                    <a:pt x="576620" y="861387"/>
                  </a:lnTo>
                  <a:lnTo>
                    <a:pt x="619090" y="844582"/>
                  </a:lnTo>
                  <a:lnTo>
                    <a:pt x="659271" y="823578"/>
                  </a:lnTo>
                  <a:lnTo>
                    <a:pt x="696894" y="798645"/>
                  </a:lnTo>
                  <a:lnTo>
                    <a:pt x="731693" y="770054"/>
                  </a:lnTo>
                  <a:lnTo>
                    <a:pt x="763400" y="738073"/>
                  </a:lnTo>
                  <a:lnTo>
                    <a:pt x="791748" y="702973"/>
                  </a:lnTo>
                  <a:lnTo>
                    <a:pt x="816468" y="665022"/>
                  </a:lnTo>
                  <a:lnTo>
                    <a:pt x="837294" y="624492"/>
                  </a:lnTo>
                  <a:lnTo>
                    <a:pt x="853958" y="581651"/>
                  </a:lnTo>
                  <a:lnTo>
                    <a:pt x="866191" y="536768"/>
                  </a:lnTo>
                  <a:lnTo>
                    <a:pt x="873728" y="490115"/>
                  </a:lnTo>
                  <a:lnTo>
                    <a:pt x="876300" y="441959"/>
                  </a:lnTo>
                  <a:lnTo>
                    <a:pt x="873728" y="393802"/>
                  </a:lnTo>
                  <a:lnTo>
                    <a:pt x="866191" y="347147"/>
                  </a:lnTo>
                  <a:lnTo>
                    <a:pt x="853958" y="302264"/>
                  </a:lnTo>
                  <a:lnTo>
                    <a:pt x="837294" y="259422"/>
                  </a:lnTo>
                  <a:lnTo>
                    <a:pt x="816468" y="218891"/>
                  </a:lnTo>
                  <a:lnTo>
                    <a:pt x="791748" y="180941"/>
                  </a:lnTo>
                  <a:lnTo>
                    <a:pt x="763400" y="145841"/>
                  </a:lnTo>
                  <a:lnTo>
                    <a:pt x="731693" y="113861"/>
                  </a:lnTo>
                  <a:lnTo>
                    <a:pt x="696894" y="85270"/>
                  </a:lnTo>
                  <a:lnTo>
                    <a:pt x="659271" y="60339"/>
                  </a:lnTo>
                  <a:lnTo>
                    <a:pt x="619090" y="39335"/>
                  </a:lnTo>
                  <a:lnTo>
                    <a:pt x="576620" y="22530"/>
                  </a:lnTo>
                  <a:lnTo>
                    <a:pt x="532128" y="10193"/>
                  </a:lnTo>
                  <a:lnTo>
                    <a:pt x="485882" y="2593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768596" y="5219700"/>
              <a:ext cx="876300" cy="883919"/>
            </a:xfrm>
            <a:custGeom>
              <a:avLst/>
              <a:gdLst/>
              <a:ahLst/>
              <a:cxnLst/>
              <a:rect l="l" t="t" r="r" b="b"/>
              <a:pathLst>
                <a:path w="876300" h="883920">
                  <a:moveTo>
                    <a:pt x="0" y="441959"/>
                  </a:moveTo>
                  <a:lnTo>
                    <a:pt x="2571" y="393802"/>
                  </a:lnTo>
                  <a:lnTo>
                    <a:pt x="10108" y="347147"/>
                  </a:lnTo>
                  <a:lnTo>
                    <a:pt x="22341" y="302264"/>
                  </a:lnTo>
                  <a:lnTo>
                    <a:pt x="39005" y="259422"/>
                  </a:lnTo>
                  <a:lnTo>
                    <a:pt x="59831" y="218891"/>
                  </a:lnTo>
                  <a:lnTo>
                    <a:pt x="84551" y="180941"/>
                  </a:lnTo>
                  <a:lnTo>
                    <a:pt x="112899" y="145841"/>
                  </a:lnTo>
                  <a:lnTo>
                    <a:pt x="144606" y="113861"/>
                  </a:lnTo>
                  <a:lnTo>
                    <a:pt x="179405" y="85270"/>
                  </a:lnTo>
                  <a:lnTo>
                    <a:pt x="217028" y="60339"/>
                  </a:lnTo>
                  <a:lnTo>
                    <a:pt x="257209" y="39335"/>
                  </a:lnTo>
                  <a:lnTo>
                    <a:pt x="299679" y="22530"/>
                  </a:lnTo>
                  <a:lnTo>
                    <a:pt x="344171" y="10193"/>
                  </a:lnTo>
                  <a:lnTo>
                    <a:pt x="390417" y="2593"/>
                  </a:lnTo>
                  <a:lnTo>
                    <a:pt x="438150" y="0"/>
                  </a:lnTo>
                  <a:lnTo>
                    <a:pt x="485882" y="2593"/>
                  </a:lnTo>
                  <a:lnTo>
                    <a:pt x="532128" y="10193"/>
                  </a:lnTo>
                  <a:lnTo>
                    <a:pt x="576620" y="22530"/>
                  </a:lnTo>
                  <a:lnTo>
                    <a:pt x="619090" y="39335"/>
                  </a:lnTo>
                  <a:lnTo>
                    <a:pt x="659271" y="60339"/>
                  </a:lnTo>
                  <a:lnTo>
                    <a:pt x="696894" y="85270"/>
                  </a:lnTo>
                  <a:lnTo>
                    <a:pt x="731693" y="113861"/>
                  </a:lnTo>
                  <a:lnTo>
                    <a:pt x="763400" y="145841"/>
                  </a:lnTo>
                  <a:lnTo>
                    <a:pt x="791748" y="180941"/>
                  </a:lnTo>
                  <a:lnTo>
                    <a:pt x="816468" y="218891"/>
                  </a:lnTo>
                  <a:lnTo>
                    <a:pt x="837294" y="259422"/>
                  </a:lnTo>
                  <a:lnTo>
                    <a:pt x="853958" y="302264"/>
                  </a:lnTo>
                  <a:lnTo>
                    <a:pt x="866191" y="347147"/>
                  </a:lnTo>
                  <a:lnTo>
                    <a:pt x="873728" y="393802"/>
                  </a:lnTo>
                  <a:lnTo>
                    <a:pt x="876300" y="441959"/>
                  </a:lnTo>
                  <a:lnTo>
                    <a:pt x="873728" y="490115"/>
                  </a:lnTo>
                  <a:lnTo>
                    <a:pt x="866191" y="536768"/>
                  </a:lnTo>
                  <a:lnTo>
                    <a:pt x="853958" y="581651"/>
                  </a:lnTo>
                  <a:lnTo>
                    <a:pt x="837294" y="624492"/>
                  </a:lnTo>
                  <a:lnTo>
                    <a:pt x="816468" y="665022"/>
                  </a:lnTo>
                  <a:lnTo>
                    <a:pt x="791748" y="702973"/>
                  </a:lnTo>
                  <a:lnTo>
                    <a:pt x="763400" y="738073"/>
                  </a:lnTo>
                  <a:lnTo>
                    <a:pt x="731693" y="770054"/>
                  </a:lnTo>
                  <a:lnTo>
                    <a:pt x="696894" y="798645"/>
                  </a:lnTo>
                  <a:lnTo>
                    <a:pt x="659271" y="823578"/>
                  </a:lnTo>
                  <a:lnTo>
                    <a:pt x="619090" y="844582"/>
                  </a:lnTo>
                  <a:lnTo>
                    <a:pt x="576620" y="861387"/>
                  </a:lnTo>
                  <a:lnTo>
                    <a:pt x="532128" y="873725"/>
                  </a:lnTo>
                  <a:lnTo>
                    <a:pt x="485882" y="881326"/>
                  </a:lnTo>
                  <a:lnTo>
                    <a:pt x="438150" y="883919"/>
                  </a:lnTo>
                  <a:lnTo>
                    <a:pt x="390417" y="881326"/>
                  </a:lnTo>
                  <a:lnTo>
                    <a:pt x="344171" y="873725"/>
                  </a:lnTo>
                  <a:lnTo>
                    <a:pt x="299679" y="861387"/>
                  </a:lnTo>
                  <a:lnTo>
                    <a:pt x="257209" y="844582"/>
                  </a:lnTo>
                  <a:lnTo>
                    <a:pt x="217028" y="823578"/>
                  </a:lnTo>
                  <a:lnTo>
                    <a:pt x="179405" y="798645"/>
                  </a:lnTo>
                  <a:lnTo>
                    <a:pt x="144606" y="770054"/>
                  </a:lnTo>
                  <a:lnTo>
                    <a:pt x="112899" y="738073"/>
                  </a:lnTo>
                  <a:lnTo>
                    <a:pt x="84551" y="702973"/>
                  </a:lnTo>
                  <a:lnTo>
                    <a:pt x="59831" y="665022"/>
                  </a:lnTo>
                  <a:lnTo>
                    <a:pt x="39005" y="624492"/>
                  </a:lnTo>
                  <a:lnTo>
                    <a:pt x="22341" y="581651"/>
                  </a:lnTo>
                  <a:lnTo>
                    <a:pt x="10108" y="536768"/>
                  </a:lnTo>
                  <a:lnTo>
                    <a:pt x="2571" y="490115"/>
                  </a:lnTo>
                  <a:lnTo>
                    <a:pt x="0" y="441959"/>
                  </a:lnTo>
                  <a:close/>
                </a:path>
                <a:path w="876300" h="883920">
                  <a:moveTo>
                    <a:pt x="60959" y="441959"/>
                  </a:moveTo>
                  <a:lnTo>
                    <a:pt x="63899" y="394365"/>
                  </a:lnTo>
                  <a:lnTo>
                    <a:pt x="72481" y="348532"/>
                  </a:lnTo>
                  <a:lnTo>
                    <a:pt x="86353" y="304818"/>
                  </a:lnTo>
                  <a:lnTo>
                    <a:pt x="105160" y="263579"/>
                  </a:lnTo>
                  <a:lnTo>
                    <a:pt x="128549" y="225169"/>
                  </a:lnTo>
                  <a:lnTo>
                    <a:pt x="156166" y="189946"/>
                  </a:lnTo>
                  <a:lnTo>
                    <a:pt x="187657" y="158265"/>
                  </a:lnTo>
                  <a:lnTo>
                    <a:pt x="222669" y="130481"/>
                  </a:lnTo>
                  <a:lnTo>
                    <a:pt x="260847" y="106951"/>
                  </a:lnTo>
                  <a:lnTo>
                    <a:pt x="301838" y="88030"/>
                  </a:lnTo>
                  <a:lnTo>
                    <a:pt x="345287" y="74075"/>
                  </a:lnTo>
                  <a:lnTo>
                    <a:pt x="390843" y="65441"/>
                  </a:lnTo>
                  <a:lnTo>
                    <a:pt x="438150" y="62484"/>
                  </a:lnTo>
                  <a:lnTo>
                    <a:pt x="485456" y="65441"/>
                  </a:lnTo>
                  <a:lnTo>
                    <a:pt x="531012" y="74075"/>
                  </a:lnTo>
                  <a:lnTo>
                    <a:pt x="574461" y="88030"/>
                  </a:lnTo>
                  <a:lnTo>
                    <a:pt x="615452" y="106951"/>
                  </a:lnTo>
                  <a:lnTo>
                    <a:pt x="653630" y="130481"/>
                  </a:lnTo>
                  <a:lnTo>
                    <a:pt x="688642" y="158265"/>
                  </a:lnTo>
                  <a:lnTo>
                    <a:pt x="720133" y="189946"/>
                  </a:lnTo>
                  <a:lnTo>
                    <a:pt x="747750" y="225169"/>
                  </a:lnTo>
                  <a:lnTo>
                    <a:pt x="771139" y="263579"/>
                  </a:lnTo>
                  <a:lnTo>
                    <a:pt x="789946" y="304818"/>
                  </a:lnTo>
                  <a:lnTo>
                    <a:pt x="803818" y="348532"/>
                  </a:lnTo>
                  <a:lnTo>
                    <a:pt x="812400" y="394365"/>
                  </a:lnTo>
                  <a:lnTo>
                    <a:pt x="815339" y="441959"/>
                  </a:lnTo>
                  <a:lnTo>
                    <a:pt x="812400" y="489559"/>
                  </a:lnTo>
                  <a:lnTo>
                    <a:pt x="803818" y="535395"/>
                  </a:lnTo>
                  <a:lnTo>
                    <a:pt x="789946" y="579111"/>
                  </a:lnTo>
                  <a:lnTo>
                    <a:pt x="771139" y="620352"/>
                  </a:lnTo>
                  <a:lnTo>
                    <a:pt x="747750" y="658761"/>
                  </a:lnTo>
                  <a:lnTo>
                    <a:pt x="720133" y="693983"/>
                  </a:lnTo>
                  <a:lnTo>
                    <a:pt x="688642" y="725663"/>
                  </a:lnTo>
                  <a:lnTo>
                    <a:pt x="653630" y="753445"/>
                  </a:lnTo>
                  <a:lnTo>
                    <a:pt x="615452" y="776973"/>
                  </a:lnTo>
                  <a:lnTo>
                    <a:pt x="574461" y="795892"/>
                  </a:lnTo>
                  <a:lnTo>
                    <a:pt x="531012" y="809846"/>
                  </a:lnTo>
                  <a:lnTo>
                    <a:pt x="485456" y="818479"/>
                  </a:lnTo>
                  <a:lnTo>
                    <a:pt x="438150" y="821436"/>
                  </a:lnTo>
                  <a:lnTo>
                    <a:pt x="390843" y="818479"/>
                  </a:lnTo>
                  <a:lnTo>
                    <a:pt x="345287" y="809846"/>
                  </a:lnTo>
                  <a:lnTo>
                    <a:pt x="301838" y="795892"/>
                  </a:lnTo>
                  <a:lnTo>
                    <a:pt x="260847" y="776973"/>
                  </a:lnTo>
                  <a:lnTo>
                    <a:pt x="222669" y="753445"/>
                  </a:lnTo>
                  <a:lnTo>
                    <a:pt x="187657" y="725663"/>
                  </a:lnTo>
                  <a:lnTo>
                    <a:pt x="156166" y="693983"/>
                  </a:lnTo>
                  <a:lnTo>
                    <a:pt x="128549" y="658761"/>
                  </a:lnTo>
                  <a:lnTo>
                    <a:pt x="105160" y="620352"/>
                  </a:lnTo>
                  <a:lnTo>
                    <a:pt x="86353" y="579111"/>
                  </a:lnTo>
                  <a:lnTo>
                    <a:pt x="72481" y="535395"/>
                  </a:lnTo>
                  <a:lnTo>
                    <a:pt x="63899" y="489559"/>
                  </a:lnTo>
                  <a:lnTo>
                    <a:pt x="60959" y="44195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1917573" y="3134360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𝑎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5056123" y="5568481"/>
            <a:ext cx="216535" cy="257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64"/>
              </a:lnSpc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4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3089529" y="5630965"/>
            <a:ext cx="216535" cy="257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64"/>
              </a:lnSpc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3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4146041" y="5689713"/>
            <a:ext cx="127000" cy="285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10"/>
              </a:lnSpc>
            </a:pPr>
            <a:r>
              <a:rPr dirty="0" sz="1800" spc="-50">
                <a:solidFill>
                  <a:srgbClr val="C00000"/>
                </a:solidFill>
                <a:latin typeface="Franklin Gothic Medium"/>
                <a:cs typeface="Franklin Gothic Medium"/>
              </a:rPr>
              <a:t>ε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4441063" y="3186175"/>
            <a:ext cx="2476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𝑎𝑏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611495" y="3072087"/>
            <a:ext cx="6503034" cy="1078865"/>
          </a:xfrm>
          <a:prstGeom prst="rect">
            <a:avLst/>
          </a:prstGeom>
        </p:spPr>
        <p:txBody>
          <a:bodyPr wrap="square" lIns="0" tIns="172720" rIns="0" bIns="0" rtlCol="0" vert="horz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360"/>
              </a:spcBef>
              <a:buChar char="-"/>
              <a:tabLst>
                <a:tab pos="165100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One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accept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state,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separate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latin typeface="Franklin Gothic Medium"/>
                <a:cs typeface="Franklin Gothic Medium"/>
              </a:rPr>
              <a:t>from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start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70"/>
              </a:spcBef>
              <a:buChar char="-"/>
              <a:tabLst>
                <a:tab pos="354965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One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30">
                <a:latin typeface="Franklin Gothic Medium"/>
                <a:cs typeface="Franklin Gothic Medium"/>
              </a:rPr>
              <a:t>arrow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latin typeface="Franklin Gothic Medium"/>
                <a:cs typeface="Franklin Gothic Medium"/>
              </a:rPr>
              <a:t>from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each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each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state,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except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6068695" y="4125214"/>
            <a:ext cx="3801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2400" spc="-25">
                <a:latin typeface="Franklin Gothic Medium"/>
                <a:cs typeface="Franklin Gothic Medium"/>
              </a:rPr>
              <a:t>a)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 spc="-20">
                <a:latin typeface="Franklin Gothic Medium"/>
                <a:cs typeface="Franklin Gothic Medium"/>
              </a:rPr>
              <a:t>only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35">
                <a:latin typeface="Franklin Gothic Medium"/>
                <a:cs typeface="Franklin Gothic Medium"/>
              </a:rPr>
              <a:t>exiting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start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3500"/>
            <a:ext cx="39001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Generalized</a:t>
            </a:r>
            <a:r>
              <a:rPr dirty="0" spc="-245"/>
              <a:t> </a:t>
            </a:r>
            <a:r>
              <a:rPr dirty="0" spc="-140"/>
              <a:t>NFA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69442" y="1347927"/>
            <a:ext cx="1044130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Definition:</a:t>
            </a:r>
            <a:r>
              <a:rPr dirty="0" sz="2800" spc="-155">
                <a:latin typeface="Franklin Gothic Medium"/>
                <a:cs typeface="Franklin Gothic Medium"/>
              </a:rPr>
              <a:t> </a:t>
            </a:r>
            <a:r>
              <a:rPr dirty="0" sz="2800" spc="-204">
                <a:latin typeface="Franklin Gothic Medium"/>
                <a:cs typeface="Franklin Gothic Medium"/>
              </a:rPr>
              <a:t>A</a:t>
            </a:r>
            <a:r>
              <a:rPr dirty="0" sz="2800" spc="1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Generalized</a:t>
            </a:r>
            <a:r>
              <a:rPr dirty="0" sz="2800" spc="-114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Nondeterministic</a:t>
            </a:r>
            <a:r>
              <a:rPr dirty="0" sz="2800" spc="-8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Finite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Automaton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(GNFA)</a:t>
            </a:r>
            <a:r>
              <a:rPr dirty="0" sz="2800" spc="-7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is </a:t>
            </a:r>
            <a:r>
              <a:rPr dirty="0" sz="2800" spc="-30">
                <a:latin typeface="Franklin Gothic Medium"/>
                <a:cs typeface="Franklin Gothic Medium"/>
              </a:rPr>
              <a:t>similar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NFA,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but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allows</a:t>
            </a:r>
            <a:r>
              <a:rPr dirty="0" sz="2800" spc="-9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regular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expressions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as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transition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labels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177" y="3162807"/>
            <a:ext cx="3935984" cy="300964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064129" y="5585866"/>
            <a:ext cx="2673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3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383404" y="3865626"/>
            <a:ext cx="134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𝑞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488560" y="3961638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2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860550" y="3883914"/>
            <a:ext cx="134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𝑞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961133" y="3979926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917573" y="3134360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𝑎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036697" y="3160902"/>
            <a:ext cx="4616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0833" sz="2400" spc="-30">
                <a:latin typeface="Cambria Math"/>
                <a:cs typeface="Cambria Math"/>
              </a:rPr>
              <a:t>𝑎</a:t>
            </a:r>
            <a:r>
              <a:rPr dirty="0" sz="1150" spc="-20">
                <a:latin typeface="Cambria Math"/>
                <a:cs typeface="Cambria Math"/>
              </a:rPr>
              <a:t>∗</a:t>
            </a:r>
            <a:r>
              <a:rPr dirty="0" baseline="-20833" sz="2400" spc="-30">
                <a:latin typeface="Cambria Math"/>
                <a:cs typeface="Cambria Math"/>
              </a:rPr>
              <a:t>𝑏</a:t>
            </a:r>
            <a:r>
              <a:rPr dirty="0" sz="1150" spc="-20">
                <a:latin typeface="Cambria Math"/>
                <a:cs typeface="Cambria Math"/>
              </a:rPr>
              <a:t>∗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166364" y="4151122"/>
            <a:ext cx="1352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992371" y="5033264"/>
            <a:ext cx="3606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𝑎𝑎𝑏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861185" y="4859273"/>
            <a:ext cx="4806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𝑎</a:t>
            </a:r>
            <a:r>
              <a:rPr dirty="0" sz="1600" spc="30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∪</a:t>
            </a:r>
            <a:r>
              <a:rPr dirty="0" sz="1600" spc="-5">
                <a:latin typeface="Cambria Math"/>
                <a:cs typeface="Cambria Math"/>
              </a:rPr>
              <a:t> </a:t>
            </a: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5532120" y="2682239"/>
            <a:ext cx="4486910" cy="462280"/>
          </a:xfrm>
          <a:custGeom>
            <a:avLst/>
            <a:gdLst/>
            <a:ahLst/>
            <a:cxnLst/>
            <a:rect l="l" t="t" r="r" b="b"/>
            <a:pathLst>
              <a:path w="4486909" h="462280">
                <a:moveTo>
                  <a:pt x="4486656" y="0"/>
                </a:moveTo>
                <a:lnTo>
                  <a:pt x="0" y="0"/>
                </a:lnTo>
                <a:lnTo>
                  <a:pt x="0" y="461772"/>
                </a:lnTo>
                <a:lnTo>
                  <a:pt x="4486656" y="461772"/>
                </a:lnTo>
                <a:lnTo>
                  <a:pt x="4486656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5611495" y="2707004"/>
            <a:ext cx="42094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For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convenience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we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will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assume:</a:t>
            </a:r>
            <a:endParaRPr sz="2400">
              <a:latin typeface="Franklin Gothic Medium"/>
              <a:cs typeface="Franklin Gothic Medium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242" y="3058032"/>
            <a:ext cx="5493004" cy="3742343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4146041" y="5670600"/>
            <a:ext cx="1270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Franklin Gothic Medium"/>
                <a:cs typeface="Franklin Gothic Medium"/>
              </a:rPr>
              <a:t>ε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059171" y="4487036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Franklin Gothic Medium"/>
                <a:cs typeface="Franklin Gothic Medium"/>
              </a:rPr>
              <a:t>ε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52119" y="3883914"/>
            <a:ext cx="134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𝑞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57276" y="3979926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0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202232" y="3693921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Franklin Gothic Medium"/>
                <a:cs typeface="Franklin Gothic Medium"/>
              </a:rPr>
              <a:t>ε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030723" y="5523382"/>
            <a:ext cx="2673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4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611495" y="3072087"/>
            <a:ext cx="6503034" cy="1078865"/>
          </a:xfrm>
          <a:prstGeom prst="rect">
            <a:avLst/>
          </a:prstGeom>
        </p:spPr>
        <p:txBody>
          <a:bodyPr wrap="square" lIns="0" tIns="172720" rIns="0" bIns="0" rtlCol="0" vert="horz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360"/>
              </a:spcBef>
              <a:buChar char="-"/>
              <a:tabLst>
                <a:tab pos="165100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One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accept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state,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separate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latin typeface="Franklin Gothic Medium"/>
                <a:cs typeface="Franklin Gothic Medium"/>
              </a:rPr>
              <a:t>from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start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70"/>
              </a:spcBef>
              <a:buChar char="-"/>
              <a:tabLst>
                <a:tab pos="354965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One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30">
                <a:latin typeface="Franklin Gothic Medium"/>
                <a:cs typeface="Franklin Gothic Medium"/>
              </a:rPr>
              <a:t>arrow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latin typeface="Franklin Gothic Medium"/>
                <a:cs typeface="Franklin Gothic Medium"/>
              </a:rPr>
              <a:t>from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each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each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state,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except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068695" y="4125214"/>
            <a:ext cx="428815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AutoNum type="alphaLcParenR"/>
              <a:tabLst>
                <a:tab pos="469265" algn="l"/>
              </a:tabLst>
            </a:pPr>
            <a:r>
              <a:rPr dirty="0" sz="2400" spc="-20">
                <a:latin typeface="Franklin Gothic Medium"/>
                <a:cs typeface="Franklin Gothic Medium"/>
              </a:rPr>
              <a:t>only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35">
                <a:latin typeface="Franklin Gothic Medium"/>
                <a:cs typeface="Franklin Gothic Medium"/>
              </a:rPr>
              <a:t>exiting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start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  <a:p>
            <a:pPr marL="469265" indent="-456565">
              <a:lnSpc>
                <a:spcPct val="100000"/>
              </a:lnSpc>
              <a:buAutoNum type="alphaLcParenR"/>
              <a:tabLst>
                <a:tab pos="469265" algn="l"/>
              </a:tabLst>
            </a:pPr>
            <a:r>
              <a:rPr dirty="0" sz="2400" spc="-20">
                <a:latin typeface="Franklin Gothic Medium"/>
                <a:cs typeface="Franklin Gothic Medium"/>
              </a:rPr>
              <a:t>only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entering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accept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771394" y="4562982"/>
            <a:ext cx="1695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554984" y="4575429"/>
            <a:ext cx="1695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441063" y="3186175"/>
            <a:ext cx="2476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𝑎𝑏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319020" y="2753359"/>
            <a:ext cx="1695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307083" y="5062854"/>
            <a:ext cx="1695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359788" y="5970828"/>
            <a:ext cx="1695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529333" y="4476953"/>
            <a:ext cx="1695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473453" y="2785617"/>
            <a:ext cx="3513454" cy="3434079"/>
            <a:chOff x="1473453" y="2785617"/>
            <a:chExt cx="3513454" cy="3434079"/>
          </a:xfrm>
        </p:grpSpPr>
        <p:sp>
          <p:nvSpPr>
            <p:cNvPr id="4" name="object 4" descr=""/>
            <p:cNvSpPr/>
            <p:nvPr/>
          </p:nvSpPr>
          <p:spPr>
            <a:xfrm>
              <a:off x="1479803" y="2791967"/>
              <a:ext cx="3500754" cy="3421379"/>
            </a:xfrm>
            <a:custGeom>
              <a:avLst/>
              <a:gdLst/>
              <a:ahLst/>
              <a:cxnLst/>
              <a:rect l="l" t="t" r="r" b="b"/>
              <a:pathLst>
                <a:path w="3500754" h="3421379">
                  <a:moveTo>
                    <a:pt x="2930398" y="0"/>
                  </a:moveTo>
                  <a:lnTo>
                    <a:pt x="570229" y="0"/>
                  </a:lnTo>
                  <a:lnTo>
                    <a:pt x="523458" y="1890"/>
                  </a:lnTo>
                  <a:lnTo>
                    <a:pt x="477728" y="7462"/>
                  </a:lnTo>
                  <a:lnTo>
                    <a:pt x="433187" y="16570"/>
                  </a:lnTo>
                  <a:lnTo>
                    <a:pt x="389981" y="29067"/>
                  </a:lnTo>
                  <a:lnTo>
                    <a:pt x="348257" y="44807"/>
                  </a:lnTo>
                  <a:lnTo>
                    <a:pt x="308162" y="63642"/>
                  </a:lnTo>
                  <a:lnTo>
                    <a:pt x="269843" y="85426"/>
                  </a:lnTo>
                  <a:lnTo>
                    <a:pt x="233446" y="110012"/>
                  </a:lnTo>
                  <a:lnTo>
                    <a:pt x="199117" y="137254"/>
                  </a:lnTo>
                  <a:lnTo>
                    <a:pt x="167005" y="167005"/>
                  </a:lnTo>
                  <a:lnTo>
                    <a:pt x="137254" y="199117"/>
                  </a:lnTo>
                  <a:lnTo>
                    <a:pt x="110012" y="233446"/>
                  </a:lnTo>
                  <a:lnTo>
                    <a:pt x="85426" y="269843"/>
                  </a:lnTo>
                  <a:lnTo>
                    <a:pt x="63642" y="308162"/>
                  </a:lnTo>
                  <a:lnTo>
                    <a:pt x="44807" y="348257"/>
                  </a:lnTo>
                  <a:lnTo>
                    <a:pt x="29067" y="389981"/>
                  </a:lnTo>
                  <a:lnTo>
                    <a:pt x="16570" y="433187"/>
                  </a:lnTo>
                  <a:lnTo>
                    <a:pt x="7462" y="477728"/>
                  </a:lnTo>
                  <a:lnTo>
                    <a:pt x="1890" y="523458"/>
                  </a:lnTo>
                  <a:lnTo>
                    <a:pt x="0" y="570230"/>
                  </a:lnTo>
                  <a:lnTo>
                    <a:pt x="0" y="2851137"/>
                  </a:lnTo>
                  <a:lnTo>
                    <a:pt x="1890" y="2897905"/>
                  </a:lnTo>
                  <a:lnTo>
                    <a:pt x="7462" y="2943633"/>
                  </a:lnTo>
                  <a:lnTo>
                    <a:pt x="16570" y="2988172"/>
                  </a:lnTo>
                  <a:lnTo>
                    <a:pt x="29067" y="3031377"/>
                  </a:lnTo>
                  <a:lnTo>
                    <a:pt x="44807" y="3073100"/>
                  </a:lnTo>
                  <a:lnTo>
                    <a:pt x="63642" y="3113195"/>
                  </a:lnTo>
                  <a:lnTo>
                    <a:pt x="85426" y="3151516"/>
                  </a:lnTo>
                  <a:lnTo>
                    <a:pt x="110012" y="3187914"/>
                  </a:lnTo>
                  <a:lnTo>
                    <a:pt x="137254" y="3222244"/>
                  </a:lnTo>
                  <a:lnTo>
                    <a:pt x="167004" y="3254359"/>
                  </a:lnTo>
                  <a:lnTo>
                    <a:pt x="199117" y="3284111"/>
                  </a:lnTo>
                  <a:lnTo>
                    <a:pt x="233446" y="3311355"/>
                  </a:lnTo>
                  <a:lnTo>
                    <a:pt x="269843" y="3335944"/>
                  </a:lnTo>
                  <a:lnTo>
                    <a:pt x="308162" y="3357730"/>
                  </a:lnTo>
                  <a:lnTo>
                    <a:pt x="348257" y="3376567"/>
                  </a:lnTo>
                  <a:lnTo>
                    <a:pt x="389981" y="3392308"/>
                  </a:lnTo>
                  <a:lnTo>
                    <a:pt x="433187" y="3404807"/>
                  </a:lnTo>
                  <a:lnTo>
                    <a:pt x="477728" y="3413916"/>
                  </a:lnTo>
                  <a:lnTo>
                    <a:pt x="523458" y="3419489"/>
                  </a:lnTo>
                  <a:lnTo>
                    <a:pt x="570229" y="3421380"/>
                  </a:lnTo>
                  <a:lnTo>
                    <a:pt x="2930398" y="3421380"/>
                  </a:lnTo>
                  <a:lnTo>
                    <a:pt x="2977169" y="3419489"/>
                  </a:lnTo>
                  <a:lnTo>
                    <a:pt x="3022899" y="3413916"/>
                  </a:lnTo>
                  <a:lnTo>
                    <a:pt x="3067440" y="3404807"/>
                  </a:lnTo>
                  <a:lnTo>
                    <a:pt x="3110646" y="3392308"/>
                  </a:lnTo>
                  <a:lnTo>
                    <a:pt x="3152370" y="3376567"/>
                  </a:lnTo>
                  <a:lnTo>
                    <a:pt x="3192465" y="3357730"/>
                  </a:lnTo>
                  <a:lnTo>
                    <a:pt x="3230784" y="3335944"/>
                  </a:lnTo>
                  <a:lnTo>
                    <a:pt x="3267181" y="3311355"/>
                  </a:lnTo>
                  <a:lnTo>
                    <a:pt x="3301510" y="3284111"/>
                  </a:lnTo>
                  <a:lnTo>
                    <a:pt x="3333623" y="3254359"/>
                  </a:lnTo>
                  <a:lnTo>
                    <a:pt x="3363373" y="3222244"/>
                  </a:lnTo>
                  <a:lnTo>
                    <a:pt x="3390615" y="3187914"/>
                  </a:lnTo>
                  <a:lnTo>
                    <a:pt x="3415201" y="3151516"/>
                  </a:lnTo>
                  <a:lnTo>
                    <a:pt x="3436985" y="3113195"/>
                  </a:lnTo>
                  <a:lnTo>
                    <a:pt x="3455820" y="3073100"/>
                  </a:lnTo>
                  <a:lnTo>
                    <a:pt x="3471560" y="3031377"/>
                  </a:lnTo>
                  <a:lnTo>
                    <a:pt x="3484057" y="2988172"/>
                  </a:lnTo>
                  <a:lnTo>
                    <a:pt x="3493165" y="2943633"/>
                  </a:lnTo>
                  <a:lnTo>
                    <a:pt x="3498737" y="2897905"/>
                  </a:lnTo>
                  <a:lnTo>
                    <a:pt x="3500628" y="2851137"/>
                  </a:lnTo>
                  <a:lnTo>
                    <a:pt x="3500628" y="570230"/>
                  </a:lnTo>
                  <a:lnTo>
                    <a:pt x="3498737" y="523458"/>
                  </a:lnTo>
                  <a:lnTo>
                    <a:pt x="3493165" y="477728"/>
                  </a:lnTo>
                  <a:lnTo>
                    <a:pt x="3484057" y="433187"/>
                  </a:lnTo>
                  <a:lnTo>
                    <a:pt x="3471560" y="389981"/>
                  </a:lnTo>
                  <a:lnTo>
                    <a:pt x="3455820" y="348257"/>
                  </a:lnTo>
                  <a:lnTo>
                    <a:pt x="3436985" y="308162"/>
                  </a:lnTo>
                  <a:lnTo>
                    <a:pt x="3415201" y="269843"/>
                  </a:lnTo>
                  <a:lnTo>
                    <a:pt x="3390615" y="233446"/>
                  </a:lnTo>
                  <a:lnTo>
                    <a:pt x="3363373" y="199117"/>
                  </a:lnTo>
                  <a:lnTo>
                    <a:pt x="3333623" y="167004"/>
                  </a:lnTo>
                  <a:lnTo>
                    <a:pt x="3301510" y="137254"/>
                  </a:lnTo>
                  <a:lnTo>
                    <a:pt x="3267181" y="110012"/>
                  </a:lnTo>
                  <a:lnTo>
                    <a:pt x="3230784" y="85426"/>
                  </a:lnTo>
                  <a:lnTo>
                    <a:pt x="3192465" y="63642"/>
                  </a:lnTo>
                  <a:lnTo>
                    <a:pt x="3152370" y="44807"/>
                  </a:lnTo>
                  <a:lnTo>
                    <a:pt x="3110646" y="29067"/>
                  </a:lnTo>
                  <a:lnTo>
                    <a:pt x="3067440" y="16570"/>
                  </a:lnTo>
                  <a:lnTo>
                    <a:pt x="3022899" y="7462"/>
                  </a:lnTo>
                  <a:lnTo>
                    <a:pt x="2977169" y="1890"/>
                  </a:lnTo>
                  <a:lnTo>
                    <a:pt x="293039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79803" y="2791967"/>
              <a:ext cx="3500754" cy="3421379"/>
            </a:xfrm>
            <a:custGeom>
              <a:avLst/>
              <a:gdLst/>
              <a:ahLst/>
              <a:cxnLst/>
              <a:rect l="l" t="t" r="r" b="b"/>
              <a:pathLst>
                <a:path w="3500754" h="3421379">
                  <a:moveTo>
                    <a:pt x="0" y="570230"/>
                  </a:moveTo>
                  <a:lnTo>
                    <a:pt x="1890" y="523458"/>
                  </a:lnTo>
                  <a:lnTo>
                    <a:pt x="7462" y="477728"/>
                  </a:lnTo>
                  <a:lnTo>
                    <a:pt x="16570" y="433187"/>
                  </a:lnTo>
                  <a:lnTo>
                    <a:pt x="29067" y="389981"/>
                  </a:lnTo>
                  <a:lnTo>
                    <a:pt x="44807" y="348257"/>
                  </a:lnTo>
                  <a:lnTo>
                    <a:pt x="63642" y="308162"/>
                  </a:lnTo>
                  <a:lnTo>
                    <a:pt x="85426" y="269843"/>
                  </a:lnTo>
                  <a:lnTo>
                    <a:pt x="110012" y="233446"/>
                  </a:lnTo>
                  <a:lnTo>
                    <a:pt x="137254" y="199117"/>
                  </a:lnTo>
                  <a:lnTo>
                    <a:pt x="167005" y="167005"/>
                  </a:lnTo>
                  <a:lnTo>
                    <a:pt x="199117" y="137254"/>
                  </a:lnTo>
                  <a:lnTo>
                    <a:pt x="233446" y="110012"/>
                  </a:lnTo>
                  <a:lnTo>
                    <a:pt x="269843" y="85426"/>
                  </a:lnTo>
                  <a:lnTo>
                    <a:pt x="308162" y="63642"/>
                  </a:lnTo>
                  <a:lnTo>
                    <a:pt x="348257" y="44807"/>
                  </a:lnTo>
                  <a:lnTo>
                    <a:pt x="389981" y="29067"/>
                  </a:lnTo>
                  <a:lnTo>
                    <a:pt x="433187" y="16570"/>
                  </a:lnTo>
                  <a:lnTo>
                    <a:pt x="477728" y="7462"/>
                  </a:lnTo>
                  <a:lnTo>
                    <a:pt x="523458" y="1890"/>
                  </a:lnTo>
                  <a:lnTo>
                    <a:pt x="570229" y="0"/>
                  </a:lnTo>
                  <a:lnTo>
                    <a:pt x="2930398" y="0"/>
                  </a:lnTo>
                  <a:lnTo>
                    <a:pt x="2977169" y="1890"/>
                  </a:lnTo>
                  <a:lnTo>
                    <a:pt x="3022899" y="7462"/>
                  </a:lnTo>
                  <a:lnTo>
                    <a:pt x="3067440" y="16570"/>
                  </a:lnTo>
                  <a:lnTo>
                    <a:pt x="3110646" y="29067"/>
                  </a:lnTo>
                  <a:lnTo>
                    <a:pt x="3152370" y="44807"/>
                  </a:lnTo>
                  <a:lnTo>
                    <a:pt x="3192465" y="63642"/>
                  </a:lnTo>
                  <a:lnTo>
                    <a:pt x="3230784" y="85426"/>
                  </a:lnTo>
                  <a:lnTo>
                    <a:pt x="3267181" y="110012"/>
                  </a:lnTo>
                  <a:lnTo>
                    <a:pt x="3301510" y="137254"/>
                  </a:lnTo>
                  <a:lnTo>
                    <a:pt x="3333623" y="167004"/>
                  </a:lnTo>
                  <a:lnTo>
                    <a:pt x="3363373" y="199117"/>
                  </a:lnTo>
                  <a:lnTo>
                    <a:pt x="3390615" y="233446"/>
                  </a:lnTo>
                  <a:lnTo>
                    <a:pt x="3415201" y="269843"/>
                  </a:lnTo>
                  <a:lnTo>
                    <a:pt x="3436985" y="308162"/>
                  </a:lnTo>
                  <a:lnTo>
                    <a:pt x="3455820" y="348257"/>
                  </a:lnTo>
                  <a:lnTo>
                    <a:pt x="3471560" y="389981"/>
                  </a:lnTo>
                  <a:lnTo>
                    <a:pt x="3484057" y="433187"/>
                  </a:lnTo>
                  <a:lnTo>
                    <a:pt x="3493165" y="477728"/>
                  </a:lnTo>
                  <a:lnTo>
                    <a:pt x="3498737" y="523458"/>
                  </a:lnTo>
                  <a:lnTo>
                    <a:pt x="3500628" y="570230"/>
                  </a:lnTo>
                  <a:lnTo>
                    <a:pt x="3500628" y="2851137"/>
                  </a:lnTo>
                  <a:lnTo>
                    <a:pt x="3498737" y="2897905"/>
                  </a:lnTo>
                  <a:lnTo>
                    <a:pt x="3493165" y="2943633"/>
                  </a:lnTo>
                  <a:lnTo>
                    <a:pt x="3484057" y="2988172"/>
                  </a:lnTo>
                  <a:lnTo>
                    <a:pt x="3471560" y="3031377"/>
                  </a:lnTo>
                  <a:lnTo>
                    <a:pt x="3455820" y="3073100"/>
                  </a:lnTo>
                  <a:lnTo>
                    <a:pt x="3436985" y="3113195"/>
                  </a:lnTo>
                  <a:lnTo>
                    <a:pt x="3415201" y="3151516"/>
                  </a:lnTo>
                  <a:lnTo>
                    <a:pt x="3390615" y="3187914"/>
                  </a:lnTo>
                  <a:lnTo>
                    <a:pt x="3363373" y="3222244"/>
                  </a:lnTo>
                  <a:lnTo>
                    <a:pt x="3333623" y="3254359"/>
                  </a:lnTo>
                  <a:lnTo>
                    <a:pt x="3301510" y="3284111"/>
                  </a:lnTo>
                  <a:lnTo>
                    <a:pt x="3267181" y="3311355"/>
                  </a:lnTo>
                  <a:lnTo>
                    <a:pt x="3230784" y="3335944"/>
                  </a:lnTo>
                  <a:lnTo>
                    <a:pt x="3192465" y="3357730"/>
                  </a:lnTo>
                  <a:lnTo>
                    <a:pt x="3152370" y="3376567"/>
                  </a:lnTo>
                  <a:lnTo>
                    <a:pt x="3110646" y="3392308"/>
                  </a:lnTo>
                  <a:lnTo>
                    <a:pt x="3067440" y="3404807"/>
                  </a:lnTo>
                  <a:lnTo>
                    <a:pt x="3022899" y="3413916"/>
                  </a:lnTo>
                  <a:lnTo>
                    <a:pt x="2977169" y="3419489"/>
                  </a:lnTo>
                  <a:lnTo>
                    <a:pt x="2930398" y="3421380"/>
                  </a:lnTo>
                  <a:lnTo>
                    <a:pt x="570229" y="3421380"/>
                  </a:lnTo>
                  <a:lnTo>
                    <a:pt x="523458" y="3419489"/>
                  </a:lnTo>
                  <a:lnTo>
                    <a:pt x="477728" y="3413916"/>
                  </a:lnTo>
                  <a:lnTo>
                    <a:pt x="433187" y="3404807"/>
                  </a:lnTo>
                  <a:lnTo>
                    <a:pt x="389981" y="3392308"/>
                  </a:lnTo>
                  <a:lnTo>
                    <a:pt x="348257" y="3376567"/>
                  </a:lnTo>
                  <a:lnTo>
                    <a:pt x="308162" y="3357730"/>
                  </a:lnTo>
                  <a:lnTo>
                    <a:pt x="269843" y="3335944"/>
                  </a:lnTo>
                  <a:lnTo>
                    <a:pt x="233446" y="3311355"/>
                  </a:lnTo>
                  <a:lnTo>
                    <a:pt x="199117" y="3284111"/>
                  </a:lnTo>
                  <a:lnTo>
                    <a:pt x="167004" y="3254359"/>
                  </a:lnTo>
                  <a:lnTo>
                    <a:pt x="137254" y="3222244"/>
                  </a:lnTo>
                  <a:lnTo>
                    <a:pt x="110012" y="3187914"/>
                  </a:lnTo>
                  <a:lnTo>
                    <a:pt x="85426" y="3151516"/>
                  </a:lnTo>
                  <a:lnTo>
                    <a:pt x="63642" y="3113195"/>
                  </a:lnTo>
                  <a:lnTo>
                    <a:pt x="44807" y="3073100"/>
                  </a:lnTo>
                  <a:lnTo>
                    <a:pt x="29067" y="3031377"/>
                  </a:lnTo>
                  <a:lnTo>
                    <a:pt x="16570" y="2988172"/>
                  </a:lnTo>
                  <a:lnTo>
                    <a:pt x="7462" y="2943633"/>
                  </a:lnTo>
                  <a:lnTo>
                    <a:pt x="1890" y="2897905"/>
                  </a:lnTo>
                  <a:lnTo>
                    <a:pt x="0" y="2851137"/>
                  </a:lnTo>
                  <a:lnTo>
                    <a:pt x="0" y="570230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35940" y="63500"/>
            <a:ext cx="390017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Generalized</a:t>
            </a:r>
            <a:r>
              <a:rPr dirty="0" spc="-245"/>
              <a:t> </a:t>
            </a:r>
            <a:r>
              <a:rPr dirty="0" spc="-140"/>
              <a:t>NFA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669442" y="1347927"/>
            <a:ext cx="1044130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Definition:</a:t>
            </a:r>
            <a:r>
              <a:rPr dirty="0" sz="2800" spc="-155">
                <a:latin typeface="Franklin Gothic Medium"/>
                <a:cs typeface="Franklin Gothic Medium"/>
              </a:rPr>
              <a:t> </a:t>
            </a:r>
            <a:r>
              <a:rPr dirty="0" sz="2800" spc="-204">
                <a:latin typeface="Franklin Gothic Medium"/>
                <a:cs typeface="Franklin Gothic Medium"/>
              </a:rPr>
              <a:t>A</a:t>
            </a:r>
            <a:r>
              <a:rPr dirty="0" sz="2800" spc="1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Generalized</a:t>
            </a:r>
            <a:r>
              <a:rPr dirty="0" sz="2800" spc="-114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Nondeterministic</a:t>
            </a:r>
            <a:r>
              <a:rPr dirty="0" sz="2800" spc="-8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Finite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Automaton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(GNFA)</a:t>
            </a:r>
            <a:r>
              <a:rPr dirty="0" sz="2800" spc="-7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is </a:t>
            </a:r>
            <a:r>
              <a:rPr dirty="0" sz="2800" spc="-30">
                <a:latin typeface="Franklin Gothic Medium"/>
                <a:cs typeface="Franklin Gothic Medium"/>
              </a:rPr>
              <a:t>similar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Franklin Gothic Medium"/>
                <a:cs typeface="Franklin Gothic Medium"/>
              </a:rPr>
              <a:t>NFA,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but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solidFill>
                  <a:srgbClr val="C00000"/>
                </a:solidFill>
                <a:latin typeface="Franklin Gothic Medium"/>
                <a:cs typeface="Franklin Gothic Medium"/>
              </a:rPr>
              <a:t>allows</a:t>
            </a:r>
            <a:r>
              <a:rPr dirty="0" sz="2800" spc="-9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regular</a:t>
            </a:r>
            <a:r>
              <a:rPr dirty="0" sz="28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expressions</a:t>
            </a:r>
            <a:r>
              <a:rPr dirty="0" sz="28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as</a:t>
            </a:r>
            <a:r>
              <a:rPr dirty="0" sz="2800" spc="-10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transition</a:t>
            </a:r>
            <a:r>
              <a:rPr dirty="0" sz="2800" spc="-9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labels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9274" y="3162807"/>
            <a:ext cx="3929888" cy="3009646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3064129" y="5585866"/>
            <a:ext cx="2673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3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383404" y="3865626"/>
            <a:ext cx="134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𝑞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488560" y="3961638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2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860550" y="3883914"/>
            <a:ext cx="134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𝑞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961133" y="3979926"/>
            <a:ext cx="1111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latin typeface="Cambria Math"/>
                <a:cs typeface="Cambria Math"/>
              </a:rPr>
              <a:t>1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917573" y="3134360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𝑎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036697" y="3160902"/>
            <a:ext cx="4616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0833" sz="2400" spc="-30">
                <a:latin typeface="Cambria Math"/>
                <a:cs typeface="Cambria Math"/>
              </a:rPr>
              <a:t>𝑎</a:t>
            </a:r>
            <a:r>
              <a:rPr dirty="0" sz="1150" spc="-20">
                <a:latin typeface="Cambria Math"/>
                <a:cs typeface="Cambria Math"/>
              </a:rPr>
              <a:t>∗</a:t>
            </a:r>
            <a:r>
              <a:rPr dirty="0" baseline="-20833" sz="2400" spc="-30">
                <a:latin typeface="Cambria Math"/>
                <a:cs typeface="Cambria Math"/>
              </a:rPr>
              <a:t>𝑏</a:t>
            </a:r>
            <a:r>
              <a:rPr dirty="0" sz="1150" spc="-20">
                <a:latin typeface="Cambria Math"/>
                <a:cs typeface="Cambria Math"/>
              </a:rPr>
              <a:t>∗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166364" y="4151122"/>
            <a:ext cx="1352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992371" y="5033264"/>
            <a:ext cx="3606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𝑎𝑎𝑏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861185" y="4859273"/>
            <a:ext cx="4806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ambria Math"/>
                <a:cs typeface="Cambria Math"/>
              </a:rPr>
              <a:t>𝑎</a:t>
            </a:r>
            <a:r>
              <a:rPr dirty="0" sz="1600" spc="30">
                <a:latin typeface="Cambria Math"/>
                <a:cs typeface="Cambria Math"/>
              </a:rPr>
              <a:t> </a:t>
            </a:r>
            <a:r>
              <a:rPr dirty="0" sz="1600">
                <a:latin typeface="Cambria Math"/>
                <a:cs typeface="Cambria Math"/>
              </a:rPr>
              <a:t>∪</a:t>
            </a:r>
            <a:r>
              <a:rPr dirty="0" sz="1600" spc="-5">
                <a:latin typeface="Cambria Math"/>
                <a:cs typeface="Cambria Math"/>
              </a:rPr>
              <a:t> </a:t>
            </a:r>
            <a:r>
              <a:rPr dirty="0" sz="1600" spc="-50">
                <a:latin typeface="Cambria Math"/>
                <a:cs typeface="Cambria Math"/>
              </a:rPr>
              <a:t>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5532120" y="2682239"/>
            <a:ext cx="4486910" cy="462280"/>
          </a:xfrm>
          <a:custGeom>
            <a:avLst/>
            <a:gdLst/>
            <a:ahLst/>
            <a:cxnLst/>
            <a:rect l="l" t="t" r="r" b="b"/>
            <a:pathLst>
              <a:path w="4486909" h="462280">
                <a:moveTo>
                  <a:pt x="4486656" y="0"/>
                </a:moveTo>
                <a:lnTo>
                  <a:pt x="0" y="0"/>
                </a:lnTo>
                <a:lnTo>
                  <a:pt x="0" y="461772"/>
                </a:lnTo>
                <a:lnTo>
                  <a:pt x="4486656" y="461772"/>
                </a:lnTo>
                <a:lnTo>
                  <a:pt x="4486656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5611495" y="2707004"/>
            <a:ext cx="42094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For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convenience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we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will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assume:</a:t>
            </a:r>
            <a:endParaRPr sz="2400">
              <a:latin typeface="Franklin Gothic Medium"/>
              <a:cs typeface="Franklin Gothic Medium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4337" y="3058032"/>
            <a:ext cx="5781040" cy="3742438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4146041" y="5670600"/>
            <a:ext cx="1270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Franklin Gothic Medium"/>
                <a:cs typeface="Franklin Gothic Medium"/>
              </a:rPr>
              <a:t>ε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154929" y="4471542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Franklin Gothic Medium"/>
                <a:cs typeface="Franklin Gothic Medium"/>
              </a:rPr>
              <a:t>ε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58520" y="3883228"/>
            <a:ext cx="1352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𝑞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63676" y="3979240"/>
            <a:ext cx="111125" cy="2032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50">
                <a:latin typeface="Cambria Math"/>
                <a:cs typeface="Cambria Math"/>
              </a:rPr>
              <a:t>0</a:t>
            </a:r>
            <a:endParaRPr sz="1150">
              <a:latin typeface="Cambria Math"/>
              <a:cs typeface="Cambria Math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202232" y="3693921"/>
            <a:ext cx="12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Franklin Gothic Medium"/>
                <a:cs typeface="Franklin Gothic Medium"/>
              </a:rPr>
              <a:t>ε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325109" y="5523382"/>
            <a:ext cx="2673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4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5611495" y="3072087"/>
            <a:ext cx="6503034" cy="1078865"/>
          </a:xfrm>
          <a:prstGeom prst="rect">
            <a:avLst/>
          </a:prstGeom>
        </p:spPr>
        <p:txBody>
          <a:bodyPr wrap="square" lIns="0" tIns="172720" rIns="0" bIns="0" rtlCol="0" vert="horz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360"/>
              </a:spcBef>
              <a:buChar char="-"/>
              <a:tabLst>
                <a:tab pos="165100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One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accept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state,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separate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latin typeface="Franklin Gothic Medium"/>
                <a:cs typeface="Franklin Gothic Medium"/>
              </a:rPr>
              <a:t>from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start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  <a:p>
            <a:pPr marL="354965" indent="-342265">
              <a:lnSpc>
                <a:spcPct val="100000"/>
              </a:lnSpc>
              <a:spcBef>
                <a:spcPts val="1270"/>
              </a:spcBef>
              <a:buChar char="-"/>
              <a:tabLst>
                <a:tab pos="354965" algn="l"/>
              </a:tabLst>
            </a:pPr>
            <a:r>
              <a:rPr dirty="0" sz="2400">
                <a:latin typeface="Franklin Gothic Medium"/>
                <a:cs typeface="Franklin Gothic Medium"/>
              </a:rPr>
              <a:t>One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30">
                <a:latin typeface="Franklin Gothic Medium"/>
                <a:cs typeface="Franklin Gothic Medium"/>
              </a:rPr>
              <a:t>arrow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50">
                <a:latin typeface="Franklin Gothic Medium"/>
                <a:cs typeface="Franklin Gothic Medium"/>
              </a:rPr>
              <a:t>from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each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each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state,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except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6068695" y="4125214"/>
            <a:ext cx="428815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AutoNum type="alphaLcParenR"/>
              <a:tabLst>
                <a:tab pos="469265" algn="l"/>
              </a:tabLst>
            </a:pPr>
            <a:r>
              <a:rPr dirty="0" sz="2400" spc="-20">
                <a:latin typeface="Franklin Gothic Medium"/>
                <a:cs typeface="Franklin Gothic Medium"/>
              </a:rPr>
              <a:t>only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35">
                <a:latin typeface="Franklin Gothic Medium"/>
                <a:cs typeface="Franklin Gothic Medium"/>
              </a:rPr>
              <a:t>exiting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start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  <a:p>
            <a:pPr marL="469265" indent="-456565">
              <a:lnSpc>
                <a:spcPct val="100000"/>
              </a:lnSpc>
              <a:buAutoNum type="alphaLcParenR"/>
              <a:tabLst>
                <a:tab pos="469265" algn="l"/>
              </a:tabLst>
            </a:pPr>
            <a:r>
              <a:rPr dirty="0" sz="2400" spc="-20">
                <a:latin typeface="Franklin Gothic Medium"/>
                <a:cs typeface="Franklin Gothic Medium"/>
              </a:rPr>
              <a:t>only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entering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accept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2771394" y="4562982"/>
            <a:ext cx="1695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∅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554984" y="4575429"/>
            <a:ext cx="1695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∅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441063" y="3186175"/>
            <a:ext cx="2476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𝑎𝑏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2319020" y="2753359"/>
            <a:ext cx="1695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∅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307083" y="5062854"/>
            <a:ext cx="1695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∅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359788" y="5970828"/>
            <a:ext cx="1695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∅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529333" y="4476953"/>
            <a:ext cx="1695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∅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5"/>
              <a:t>GNFA</a:t>
            </a:r>
            <a:r>
              <a:rPr dirty="0" spc="-190"/>
              <a:t> </a:t>
            </a:r>
            <a:r>
              <a:rPr dirty="0" spc="-10"/>
              <a:t>conversion</a:t>
            </a:r>
            <a:r>
              <a:rPr dirty="0" spc="-215"/>
              <a:t> </a:t>
            </a:r>
            <a:r>
              <a:rPr dirty="0"/>
              <a:t>to</a:t>
            </a:r>
            <a:r>
              <a:rPr dirty="0" spc="-200"/>
              <a:t> </a:t>
            </a:r>
            <a:r>
              <a:rPr dirty="0" spc="-55"/>
              <a:t>Regular</a:t>
            </a:r>
            <a:r>
              <a:rPr dirty="0" spc="-220"/>
              <a:t> </a:t>
            </a:r>
            <a:r>
              <a:rPr dirty="0" spc="-10"/>
              <a:t>Expressions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208110"/>
            <a:ext cx="9291955" cy="1158240"/>
          </a:xfrm>
          <a:prstGeom prst="rect">
            <a:avLst/>
          </a:prstGeom>
        </p:spPr>
        <p:txBody>
          <a:bodyPr wrap="square" lIns="0" tIns="152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800" spc="-60">
                <a:latin typeface="Franklin Gothic Medium"/>
                <a:cs typeface="Franklin Gothic Medium"/>
              </a:rPr>
              <a:t>Lemma: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Every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GNFA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𝐺</a:t>
            </a:r>
            <a:r>
              <a:rPr dirty="0" sz="2800" spc="11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has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equivalent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2800" spc="-25" i="1">
                <a:latin typeface="Franklin Gothic Medium"/>
                <a:cs typeface="Franklin Gothic Medium"/>
              </a:rPr>
              <a:t>Proof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Induction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on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number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states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𝑘</a:t>
            </a:r>
            <a:r>
              <a:rPr dirty="0" sz="2800" spc="6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solidFill>
                  <a:srgbClr val="6F2F9F"/>
                </a:solidFill>
                <a:latin typeface="Cambria Math"/>
                <a:cs typeface="Cambria Math"/>
              </a:rPr>
              <a:t>𝐺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69442" y="2580513"/>
            <a:ext cx="2505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48789" algn="l"/>
              </a:tabLst>
            </a:pPr>
            <a:r>
              <a:rPr dirty="0" u="sng" sz="240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Base</a:t>
            </a:r>
            <a:r>
              <a:rPr dirty="0" u="sng" sz="2400" spc="-6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case: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 spc="20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0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256657" y="2711576"/>
            <a:ext cx="825500" cy="208279"/>
            <a:chOff x="5256657" y="2711576"/>
            <a:chExt cx="825500" cy="208279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2165" y="2711576"/>
              <a:ext cx="189737" cy="20802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6657" y="2711576"/>
              <a:ext cx="189737" cy="208025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436108" y="2776727"/>
              <a:ext cx="464184" cy="76200"/>
            </a:xfrm>
            <a:custGeom>
              <a:avLst/>
              <a:gdLst/>
              <a:ahLst/>
              <a:cxnLst/>
              <a:rect l="l" t="t" r="r" b="b"/>
              <a:pathLst>
                <a:path w="464185" h="76200">
                  <a:moveTo>
                    <a:pt x="387730" y="0"/>
                  </a:moveTo>
                  <a:lnTo>
                    <a:pt x="387730" y="76200"/>
                  </a:lnTo>
                  <a:lnTo>
                    <a:pt x="451230" y="44450"/>
                  </a:lnTo>
                  <a:lnTo>
                    <a:pt x="400430" y="44450"/>
                  </a:lnTo>
                  <a:lnTo>
                    <a:pt x="400430" y="31750"/>
                  </a:lnTo>
                  <a:lnTo>
                    <a:pt x="451230" y="31750"/>
                  </a:lnTo>
                  <a:lnTo>
                    <a:pt x="387730" y="0"/>
                  </a:lnTo>
                  <a:close/>
                </a:path>
                <a:path w="464185" h="76200">
                  <a:moveTo>
                    <a:pt x="387730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387730" y="44450"/>
                  </a:lnTo>
                  <a:lnTo>
                    <a:pt x="387730" y="31750"/>
                  </a:lnTo>
                  <a:close/>
                </a:path>
                <a:path w="464185" h="76200">
                  <a:moveTo>
                    <a:pt x="451230" y="31750"/>
                  </a:moveTo>
                  <a:lnTo>
                    <a:pt x="400430" y="31750"/>
                  </a:lnTo>
                  <a:lnTo>
                    <a:pt x="400430" y="44450"/>
                  </a:lnTo>
                  <a:lnTo>
                    <a:pt x="451230" y="44450"/>
                  </a:lnTo>
                  <a:lnTo>
                    <a:pt x="463930" y="38100"/>
                  </a:lnTo>
                  <a:lnTo>
                    <a:pt x="451230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5565140" y="2545841"/>
            <a:ext cx="1346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𝑟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4997958" y="2772791"/>
            <a:ext cx="269240" cy="85725"/>
          </a:xfrm>
          <a:custGeom>
            <a:avLst/>
            <a:gdLst/>
            <a:ahLst/>
            <a:cxnLst/>
            <a:rect l="l" t="t" r="r" b="b"/>
            <a:pathLst>
              <a:path w="269239" h="85725">
                <a:moveTo>
                  <a:pt x="183006" y="0"/>
                </a:moveTo>
                <a:lnTo>
                  <a:pt x="183006" y="85725"/>
                </a:lnTo>
                <a:lnTo>
                  <a:pt x="240072" y="57150"/>
                </a:lnTo>
                <a:lnTo>
                  <a:pt x="197357" y="57150"/>
                </a:lnTo>
                <a:lnTo>
                  <a:pt x="197357" y="28575"/>
                </a:lnTo>
                <a:lnTo>
                  <a:pt x="240241" y="28575"/>
                </a:lnTo>
                <a:lnTo>
                  <a:pt x="183006" y="0"/>
                </a:lnTo>
                <a:close/>
              </a:path>
              <a:path w="269239" h="85725">
                <a:moveTo>
                  <a:pt x="183006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83006" y="57150"/>
                </a:lnTo>
                <a:lnTo>
                  <a:pt x="183006" y="28575"/>
                </a:lnTo>
                <a:close/>
              </a:path>
              <a:path w="269239" h="85725">
                <a:moveTo>
                  <a:pt x="240241" y="28575"/>
                </a:moveTo>
                <a:lnTo>
                  <a:pt x="197357" y="28575"/>
                </a:lnTo>
                <a:lnTo>
                  <a:pt x="197357" y="57150"/>
                </a:lnTo>
                <a:lnTo>
                  <a:pt x="240072" y="57150"/>
                </a:lnTo>
                <a:lnTo>
                  <a:pt x="268731" y="42799"/>
                </a:lnTo>
                <a:lnTo>
                  <a:pt x="240241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4360926" y="2390267"/>
            <a:ext cx="796925" cy="1137920"/>
          </a:xfrm>
          <a:prstGeom prst="rect">
            <a:avLst/>
          </a:prstGeom>
        </p:spPr>
        <p:txBody>
          <a:bodyPr wrap="square" lIns="0" tIns="202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dirty="0" sz="2400">
                <a:solidFill>
                  <a:srgbClr val="6F2F9F"/>
                </a:solidFill>
                <a:latin typeface="Cambria Math"/>
                <a:cs typeface="Cambria Math"/>
              </a:rPr>
              <a:t>𝐺</a:t>
            </a:r>
            <a:r>
              <a:rPr dirty="0" sz="2400" spc="229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  <a:p>
            <a:pPr marL="39370">
              <a:lnSpc>
                <a:spcPct val="100000"/>
              </a:lnSpc>
              <a:spcBef>
                <a:spcPts val="1500"/>
              </a:spcBef>
            </a:pPr>
            <a:r>
              <a:rPr dirty="0" sz="24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400" spc="19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𝑟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007107" y="3017520"/>
            <a:ext cx="20974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640" rIns="0" bIns="0" rtlCol="0" vert="horz">
            <a:spAutoFit/>
          </a:bodyPr>
          <a:lstStyle/>
          <a:p>
            <a:pPr marL="91440" marR="99695">
              <a:lnSpc>
                <a:spcPct val="100000"/>
              </a:lnSpc>
              <a:spcBef>
                <a:spcPts val="320"/>
              </a:spcBef>
            </a:pPr>
            <a:r>
              <a:rPr dirty="0" sz="1400">
                <a:latin typeface="Franklin Gothic Medium"/>
                <a:cs typeface="Franklin Gothic Medium"/>
              </a:rPr>
              <a:t>The</a:t>
            </a:r>
            <a:r>
              <a:rPr dirty="0" sz="1400" spc="-50">
                <a:latin typeface="Franklin Gothic Medium"/>
                <a:cs typeface="Franklin Gothic Medium"/>
              </a:rPr>
              <a:t> </a:t>
            </a:r>
            <a:r>
              <a:rPr dirty="0" sz="1400">
                <a:latin typeface="Franklin Gothic Medium"/>
                <a:cs typeface="Franklin Gothic Medium"/>
              </a:rPr>
              <a:t>start</a:t>
            </a:r>
            <a:r>
              <a:rPr dirty="0" sz="1400" spc="-50">
                <a:latin typeface="Franklin Gothic Medium"/>
                <a:cs typeface="Franklin Gothic Medium"/>
              </a:rPr>
              <a:t> </a:t>
            </a:r>
            <a:r>
              <a:rPr dirty="0" sz="1400">
                <a:latin typeface="Franklin Gothic Medium"/>
                <a:cs typeface="Franklin Gothic Medium"/>
              </a:rPr>
              <a:t>and</a:t>
            </a:r>
            <a:r>
              <a:rPr dirty="0" sz="1400" spc="-30">
                <a:latin typeface="Franklin Gothic Medium"/>
                <a:cs typeface="Franklin Gothic Medium"/>
              </a:rPr>
              <a:t> </a:t>
            </a:r>
            <a:r>
              <a:rPr dirty="0" sz="1400" spc="-10">
                <a:latin typeface="Franklin Gothic Medium"/>
                <a:cs typeface="Franklin Gothic Medium"/>
              </a:rPr>
              <a:t>accept state</a:t>
            </a:r>
            <a:r>
              <a:rPr dirty="0" sz="1400" spc="-65">
                <a:latin typeface="Franklin Gothic Medium"/>
                <a:cs typeface="Franklin Gothic Medium"/>
              </a:rPr>
              <a:t> </a:t>
            </a:r>
            <a:r>
              <a:rPr dirty="0" sz="1400">
                <a:latin typeface="Franklin Gothic Medium"/>
                <a:cs typeface="Franklin Gothic Medium"/>
              </a:rPr>
              <a:t>need</a:t>
            </a:r>
            <a:r>
              <a:rPr dirty="0" sz="1400" spc="-50">
                <a:latin typeface="Franklin Gothic Medium"/>
                <a:cs typeface="Franklin Gothic Medium"/>
              </a:rPr>
              <a:t> </a:t>
            </a:r>
            <a:r>
              <a:rPr dirty="0" sz="1400">
                <a:latin typeface="Franklin Gothic Medium"/>
                <a:cs typeface="Franklin Gothic Medium"/>
              </a:rPr>
              <a:t>to</a:t>
            </a:r>
            <a:r>
              <a:rPr dirty="0" sz="1400" spc="-55">
                <a:latin typeface="Franklin Gothic Medium"/>
                <a:cs typeface="Franklin Gothic Medium"/>
              </a:rPr>
              <a:t> </a:t>
            </a:r>
            <a:r>
              <a:rPr dirty="0" sz="1400">
                <a:latin typeface="Franklin Gothic Medium"/>
                <a:cs typeface="Franklin Gothic Medium"/>
              </a:rPr>
              <a:t>be</a:t>
            </a:r>
            <a:r>
              <a:rPr dirty="0" sz="1400" spc="-55">
                <a:latin typeface="Franklin Gothic Medium"/>
                <a:cs typeface="Franklin Gothic Medium"/>
              </a:rPr>
              <a:t> </a:t>
            </a:r>
            <a:r>
              <a:rPr dirty="0" sz="1400" spc="-10">
                <a:latin typeface="Franklin Gothic Medium"/>
                <a:cs typeface="Franklin Gothic Medium"/>
              </a:rPr>
              <a:t>different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6016878" y="4457065"/>
            <a:ext cx="909955" cy="282575"/>
          </a:xfrm>
          <a:custGeom>
            <a:avLst/>
            <a:gdLst/>
            <a:ahLst/>
            <a:cxnLst/>
            <a:rect l="l" t="t" r="r" b="b"/>
            <a:pathLst>
              <a:path w="909954" h="282575">
                <a:moveTo>
                  <a:pt x="819530" y="0"/>
                </a:moveTo>
                <a:lnTo>
                  <a:pt x="815594" y="11430"/>
                </a:lnTo>
                <a:lnTo>
                  <a:pt x="831901" y="18504"/>
                </a:lnTo>
                <a:lnTo>
                  <a:pt x="845947" y="28305"/>
                </a:lnTo>
                <a:lnTo>
                  <a:pt x="874470" y="73852"/>
                </a:lnTo>
                <a:lnTo>
                  <a:pt x="882725" y="115339"/>
                </a:lnTo>
                <a:lnTo>
                  <a:pt x="882765" y="115623"/>
                </a:lnTo>
                <a:lnTo>
                  <a:pt x="882747" y="164580"/>
                </a:lnTo>
                <a:lnTo>
                  <a:pt x="874416" y="207529"/>
                </a:lnTo>
                <a:lnTo>
                  <a:pt x="845994" y="253730"/>
                </a:lnTo>
                <a:lnTo>
                  <a:pt x="815975" y="270764"/>
                </a:lnTo>
                <a:lnTo>
                  <a:pt x="819530" y="282321"/>
                </a:lnTo>
                <a:lnTo>
                  <a:pt x="858027" y="264191"/>
                </a:lnTo>
                <a:lnTo>
                  <a:pt x="886332" y="232918"/>
                </a:lnTo>
                <a:lnTo>
                  <a:pt x="903763" y="191023"/>
                </a:lnTo>
                <a:lnTo>
                  <a:pt x="909574" y="141224"/>
                </a:lnTo>
                <a:lnTo>
                  <a:pt x="908137" y="115623"/>
                </a:lnTo>
                <a:lnTo>
                  <a:pt x="908121" y="115339"/>
                </a:lnTo>
                <a:lnTo>
                  <a:pt x="896500" y="69429"/>
                </a:lnTo>
                <a:lnTo>
                  <a:pt x="873377" y="32093"/>
                </a:lnTo>
                <a:lnTo>
                  <a:pt x="839987" y="7379"/>
                </a:lnTo>
                <a:lnTo>
                  <a:pt x="819530" y="0"/>
                </a:lnTo>
                <a:close/>
              </a:path>
              <a:path w="909954" h="282575">
                <a:moveTo>
                  <a:pt x="90043" y="0"/>
                </a:moveTo>
                <a:lnTo>
                  <a:pt x="51641" y="18081"/>
                </a:lnTo>
                <a:lnTo>
                  <a:pt x="23241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1452" y="167106"/>
                </a:lnTo>
                <a:lnTo>
                  <a:pt x="13073" y="212965"/>
                </a:lnTo>
                <a:lnTo>
                  <a:pt x="36125" y="250209"/>
                </a:lnTo>
                <a:lnTo>
                  <a:pt x="69514" y="274887"/>
                </a:lnTo>
                <a:lnTo>
                  <a:pt x="90043" y="282321"/>
                </a:lnTo>
                <a:lnTo>
                  <a:pt x="93599" y="270764"/>
                </a:lnTo>
                <a:lnTo>
                  <a:pt x="77529" y="263646"/>
                </a:lnTo>
                <a:lnTo>
                  <a:pt x="63627" y="253730"/>
                </a:lnTo>
                <a:lnTo>
                  <a:pt x="35157" y="207529"/>
                </a:lnTo>
                <a:lnTo>
                  <a:pt x="26826" y="164580"/>
                </a:lnTo>
                <a:lnTo>
                  <a:pt x="25781" y="139700"/>
                </a:lnTo>
                <a:lnTo>
                  <a:pt x="26826" y="115623"/>
                </a:lnTo>
                <a:lnTo>
                  <a:pt x="35157" y="73852"/>
                </a:lnTo>
                <a:lnTo>
                  <a:pt x="63738" y="28305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669442" y="3730879"/>
            <a:ext cx="10779760" cy="1028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64205" algn="l"/>
              </a:tabLst>
            </a:pPr>
            <a:r>
              <a:rPr dirty="0" u="sng" baseline="4629" sz="3600" spc="-15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Induction</a:t>
            </a:r>
            <a:r>
              <a:rPr dirty="0" u="sng" baseline="4629" sz="3600" spc="-112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u="sng" baseline="4629" sz="360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step</a:t>
            </a:r>
            <a:r>
              <a:rPr dirty="0" u="sng" baseline="4629" sz="3600" spc="-82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baseline="4629" sz="3600">
                <a:latin typeface="Cambria Math"/>
                <a:cs typeface="Cambria Math"/>
              </a:rPr>
              <a:t>(𝑘</a:t>
            </a:r>
            <a:r>
              <a:rPr dirty="0" baseline="4629" sz="3600" spc="217">
                <a:latin typeface="Cambria Math"/>
                <a:cs typeface="Cambria Math"/>
              </a:rPr>
              <a:t> </a:t>
            </a:r>
            <a:r>
              <a:rPr dirty="0" baseline="4629" sz="3600">
                <a:latin typeface="Cambria Math"/>
                <a:cs typeface="Cambria Math"/>
              </a:rPr>
              <a:t>&gt;</a:t>
            </a:r>
            <a:r>
              <a:rPr dirty="0" baseline="4629" sz="3600" spc="104">
                <a:latin typeface="Cambria Math"/>
                <a:cs typeface="Cambria Math"/>
              </a:rPr>
              <a:t> </a:t>
            </a:r>
            <a:r>
              <a:rPr dirty="0" baseline="4629" sz="3600" spc="-37">
                <a:latin typeface="Cambria Math"/>
                <a:cs typeface="Cambria Math"/>
              </a:rPr>
              <a:t>2)</a:t>
            </a:r>
            <a:r>
              <a:rPr dirty="0" baseline="4629" sz="3600" spc="-37">
                <a:latin typeface="Franklin Gothic Medium"/>
                <a:cs typeface="Franklin Gothic Medium"/>
              </a:rPr>
              <a:t>:</a:t>
            </a:r>
            <a:r>
              <a:rPr dirty="0" baseline="4629" sz="3600">
                <a:latin typeface="Franklin Gothic Medium"/>
                <a:cs typeface="Franklin Gothic Medium"/>
              </a:rPr>
              <a:t>	</a:t>
            </a:r>
            <a:r>
              <a:rPr dirty="0" sz="2400" spc="-40">
                <a:latin typeface="Franklin Gothic Medium"/>
                <a:cs typeface="Franklin Gothic Medium"/>
              </a:rPr>
              <a:t>Assume</a:t>
            </a:r>
            <a:r>
              <a:rPr dirty="0" sz="2400" spc="-70">
                <a:latin typeface="Franklin Gothic Medium"/>
                <a:cs typeface="Franklin Gothic Medium"/>
              </a:rPr>
              <a:t> Lemma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true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for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 spc="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−</a:t>
            </a:r>
            <a:r>
              <a:rPr dirty="0" sz="2400" spc="-6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1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states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prove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for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 spc="60">
                <a:latin typeface="Cambria Math"/>
                <a:cs typeface="Cambria Math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states</a:t>
            </a:r>
            <a:endParaRPr sz="24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spcBef>
                <a:spcPts val="2135"/>
              </a:spcBef>
              <a:tabLst>
                <a:tab pos="5447665" algn="l"/>
                <a:tab pos="6358890" algn="l"/>
              </a:tabLst>
            </a:pP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IDEA</a:t>
            </a:r>
            <a:r>
              <a:rPr dirty="0" sz="2400" spc="-10">
                <a:latin typeface="Franklin Gothic Medium"/>
                <a:cs typeface="Franklin Gothic Medium"/>
              </a:rPr>
              <a:t>: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Convert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>
                <a:latin typeface="Franklin Gothic Medium"/>
                <a:cs typeface="Franklin Gothic Medium"/>
              </a:rPr>
              <a:t>-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60">
                <a:latin typeface="Franklin Gothic Medium"/>
                <a:cs typeface="Franklin Gothic Medium"/>
              </a:rPr>
              <a:t>GNFA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equivalent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 spc="6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−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>
                <a:latin typeface="Franklin Gothic Medium"/>
                <a:cs typeface="Franklin Gothic Medium"/>
              </a:rPr>
              <a:t>-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GNFA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3766184" y="5061584"/>
            <a:ext cx="1680210" cy="1083310"/>
            <a:chOff x="3766184" y="5061584"/>
            <a:chExt cx="1680210" cy="1083310"/>
          </a:xfrm>
        </p:grpSpPr>
        <p:sp>
          <p:nvSpPr>
            <p:cNvPr id="21" name="object 21" descr=""/>
            <p:cNvSpPr/>
            <p:nvPr/>
          </p:nvSpPr>
          <p:spPr>
            <a:xfrm>
              <a:off x="3775709" y="5071109"/>
              <a:ext cx="1661160" cy="1064260"/>
            </a:xfrm>
            <a:custGeom>
              <a:avLst/>
              <a:gdLst/>
              <a:ahLst/>
              <a:cxnLst/>
              <a:rect l="l" t="t" r="r" b="b"/>
              <a:pathLst>
                <a:path w="1661160" h="1064260">
                  <a:moveTo>
                    <a:pt x="1483867" y="0"/>
                  </a:moveTo>
                  <a:lnTo>
                    <a:pt x="177291" y="0"/>
                  </a:lnTo>
                  <a:lnTo>
                    <a:pt x="130160" y="6332"/>
                  </a:lnTo>
                  <a:lnTo>
                    <a:pt x="87808" y="24205"/>
                  </a:lnTo>
                  <a:lnTo>
                    <a:pt x="51927" y="51927"/>
                  </a:lnTo>
                  <a:lnTo>
                    <a:pt x="24205" y="87808"/>
                  </a:lnTo>
                  <a:lnTo>
                    <a:pt x="6332" y="130160"/>
                  </a:lnTo>
                  <a:lnTo>
                    <a:pt x="0" y="177291"/>
                  </a:lnTo>
                  <a:lnTo>
                    <a:pt x="0" y="886459"/>
                  </a:lnTo>
                  <a:lnTo>
                    <a:pt x="6332" y="933591"/>
                  </a:lnTo>
                  <a:lnTo>
                    <a:pt x="24205" y="975943"/>
                  </a:lnTo>
                  <a:lnTo>
                    <a:pt x="51927" y="1011824"/>
                  </a:lnTo>
                  <a:lnTo>
                    <a:pt x="87808" y="1039546"/>
                  </a:lnTo>
                  <a:lnTo>
                    <a:pt x="130160" y="1057419"/>
                  </a:lnTo>
                  <a:lnTo>
                    <a:pt x="177291" y="1063752"/>
                  </a:lnTo>
                  <a:lnTo>
                    <a:pt x="1483867" y="1063752"/>
                  </a:lnTo>
                  <a:lnTo>
                    <a:pt x="1530999" y="1057419"/>
                  </a:lnTo>
                  <a:lnTo>
                    <a:pt x="1573351" y="1039546"/>
                  </a:lnTo>
                  <a:lnTo>
                    <a:pt x="1609232" y="1011824"/>
                  </a:lnTo>
                  <a:lnTo>
                    <a:pt x="1636954" y="975943"/>
                  </a:lnTo>
                  <a:lnTo>
                    <a:pt x="1654827" y="933591"/>
                  </a:lnTo>
                  <a:lnTo>
                    <a:pt x="1661160" y="886459"/>
                  </a:lnTo>
                  <a:lnTo>
                    <a:pt x="1661160" y="177291"/>
                  </a:lnTo>
                  <a:lnTo>
                    <a:pt x="1654827" y="130160"/>
                  </a:lnTo>
                  <a:lnTo>
                    <a:pt x="1636954" y="87808"/>
                  </a:lnTo>
                  <a:lnTo>
                    <a:pt x="1609232" y="51927"/>
                  </a:lnTo>
                  <a:lnTo>
                    <a:pt x="1573351" y="24205"/>
                  </a:lnTo>
                  <a:lnTo>
                    <a:pt x="1530999" y="6332"/>
                  </a:lnTo>
                  <a:lnTo>
                    <a:pt x="148386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775709" y="5071109"/>
              <a:ext cx="1661160" cy="1064260"/>
            </a:xfrm>
            <a:custGeom>
              <a:avLst/>
              <a:gdLst/>
              <a:ahLst/>
              <a:cxnLst/>
              <a:rect l="l" t="t" r="r" b="b"/>
              <a:pathLst>
                <a:path w="1661160" h="1064260">
                  <a:moveTo>
                    <a:pt x="0" y="177291"/>
                  </a:moveTo>
                  <a:lnTo>
                    <a:pt x="6332" y="130160"/>
                  </a:lnTo>
                  <a:lnTo>
                    <a:pt x="24205" y="87808"/>
                  </a:lnTo>
                  <a:lnTo>
                    <a:pt x="51927" y="51927"/>
                  </a:lnTo>
                  <a:lnTo>
                    <a:pt x="87808" y="24205"/>
                  </a:lnTo>
                  <a:lnTo>
                    <a:pt x="130160" y="6332"/>
                  </a:lnTo>
                  <a:lnTo>
                    <a:pt x="177291" y="0"/>
                  </a:lnTo>
                  <a:lnTo>
                    <a:pt x="1483867" y="0"/>
                  </a:lnTo>
                  <a:lnTo>
                    <a:pt x="1530999" y="6332"/>
                  </a:lnTo>
                  <a:lnTo>
                    <a:pt x="1573351" y="24205"/>
                  </a:lnTo>
                  <a:lnTo>
                    <a:pt x="1609232" y="51927"/>
                  </a:lnTo>
                  <a:lnTo>
                    <a:pt x="1636954" y="87808"/>
                  </a:lnTo>
                  <a:lnTo>
                    <a:pt x="1654827" y="130160"/>
                  </a:lnTo>
                  <a:lnTo>
                    <a:pt x="1661160" y="177291"/>
                  </a:lnTo>
                  <a:lnTo>
                    <a:pt x="1661160" y="886459"/>
                  </a:lnTo>
                  <a:lnTo>
                    <a:pt x="1654827" y="933591"/>
                  </a:lnTo>
                  <a:lnTo>
                    <a:pt x="1636954" y="975943"/>
                  </a:lnTo>
                  <a:lnTo>
                    <a:pt x="1609232" y="1011824"/>
                  </a:lnTo>
                  <a:lnTo>
                    <a:pt x="1573351" y="1039546"/>
                  </a:lnTo>
                  <a:lnTo>
                    <a:pt x="1530999" y="1057419"/>
                  </a:lnTo>
                  <a:lnTo>
                    <a:pt x="1483867" y="1063752"/>
                  </a:lnTo>
                  <a:lnTo>
                    <a:pt x="177291" y="1063752"/>
                  </a:lnTo>
                  <a:lnTo>
                    <a:pt x="130160" y="1057419"/>
                  </a:lnTo>
                  <a:lnTo>
                    <a:pt x="87808" y="1039546"/>
                  </a:lnTo>
                  <a:lnTo>
                    <a:pt x="51927" y="1011824"/>
                  </a:lnTo>
                  <a:lnTo>
                    <a:pt x="24205" y="975943"/>
                  </a:lnTo>
                  <a:lnTo>
                    <a:pt x="6332" y="933591"/>
                  </a:lnTo>
                  <a:lnTo>
                    <a:pt x="0" y="886459"/>
                  </a:lnTo>
                  <a:lnTo>
                    <a:pt x="0" y="177291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6798944" y="5055489"/>
            <a:ext cx="1682114" cy="1084580"/>
            <a:chOff x="6798944" y="5055489"/>
            <a:chExt cx="1682114" cy="1084580"/>
          </a:xfrm>
        </p:grpSpPr>
        <p:sp>
          <p:nvSpPr>
            <p:cNvPr id="24" name="object 24" descr=""/>
            <p:cNvSpPr/>
            <p:nvPr/>
          </p:nvSpPr>
          <p:spPr>
            <a:xfrm>
              <a:off x="6808469" y="5065014"/>
              <a:ext cx="1663064" cy="1065530"/>
            </a:xfrm>
            <a:custGeom>
              <a:avLst/>
              <a:gdLst/>
              <a:ahLst/>
              <a:cxnLst/>
              <a:rect l="l" t="t" r="r" b="b"/>
              <a:pathLst>
                <a:path w="1663065" h="1065529">
                  <a:moveTo>
                    <a:pt x="1485137" y="0"/>
                  </a:moveTo>
                  <a:lnTo>
                    <a:pt x="177546" y="0"/>
                  </a:lnTo>
                  <a:lnTo>
                    <a:pt x="130351" y="6342"/>
                  </a:lnTo>
                  <a:lnTo>
                    <a:pt x="87940" y="24242"/>
                  </a:lnTo>
                  <a:lnTo>
                    <a:pt x="52006" y="52006"/>
                  </a:lnTo>
                  <a:lnTo>
                    <a:pt x="24242" y="87940"/>
                  </a:lnTo>
                  <a:lnTo>
                    <a:pt x="6342" y="130351"/>
                  </a:lnTo>
                  <a:lnTo>
                    <a:pt x="0" y="177546"/>
                  </a:lnTo>
                  <a:lnTo>
                    <a:pt x="0" y="887730"/>
                  </a:lnTo>
                  <a:lnTo>
                    <a:pt x="6342" y="934929"/>
                  </a:lnTo>
                  <a:lnTo>
                    <a:pt x="24242" y="977341"/>
                  </a:lnTo>
                  <a:lnTo>
                    <a:pt x="52006" y="1013274"/>
                  </a:lnTo>
                  <a:lnTo>
                    <a:pt x="87940" y="1041035"/>
                  </a:lnTo>
                  <a:lnTo>
                    <a:pt x="130351" y="1058933"/>
                  </a:lnTo>
                  <a:lnTo>
                    <a:pt x="177546" y="1065276"/>
                  </a:lnTo>
                  <a:lnTo>
                    <a:pt x="1485137" y="1065276"/>
                  </a:lnTo>
                  <a:lnTo>
                    <a:pt x="1532332" y="1058933"/>
                  </a:lnTo>
                  <a:lnTo>
                    <a:pt x="1574743" y="1041035"/>
                  </a:lnTo>
                  <a:lnTo>
                    <a:pt x="1610677" y="1013274"/>
                  </a:lnTo>
                  <a:lnTo>
                    <a:pt x="1638441" y="977341"/>
                  </a:lnTo>
                  <a:lnTo>
                    <a:pt x="1656341" y="934929"/>
                  </a:lnTo>
                  <a:lnTo>
                    <a:pt x="1662683" y="887730"/>
                  </a:lnTo>
                  <a:lnTo>
                    <a:pt x="1662683" y="177546"/>
                  </a:lnTo>
                  <a:lnTo>
                    <a:pt x="1656341" y="130351"/>
                  </a:lnTo>
                  <a:lnTo>
                    <a:pt x="1638441" y="87940"/>
                  </a:lnTo>
                  <a:lnTo>
                    <a:pt x="1610677" y="52006"/>
                  </a:lnTo>
                  <a:lnTo>
                    <a:pt x="1574743" y="24242"/>
                  </a:lnTo>
                  <a:lnTo>
                    <a:pt x="1532332" y="6342"/>
                  </a:lnTo>
                  <a:lnTo>
                    <a:pt x="148513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808469" y="5065014"/>
              <a:ext cx="1663064" cy="1065530"/>
            </a:xfrm>
            <a:custGeom>
              <a:avLst/>
              <a:gdLst/>
              <a:ahLst/>
              <a:cxnLst/>
              <a:rect l="l" t="t" r="r" b="b"/>
              <a:pathLst>
                <a:path w="1663065" h="1065529">
                  <a:moveTo>
                    <a:pt x="0" y="177546"/>
                  </a:moveTo>
                  <a:lnTo>
                    <a:pt x="6342" y="130351"/>
                  </a:lnTo>
                  <a:lnTo>
                    <a:pt x="24242" y="87940"/>
                  </a:lnTo>
                  <a:lnTo>
                    <a:pt x="52006" y="52006"/>
                  </a:lnTo>
                  <a:lnTo>
                    <a:pt x="87940" y="24242"/>
                  </a:lnTo>
                  <a:lnTo>
                    <a:pt x="130351" y="6342"/>
                  </a:lnTo>
                  <a:lnTo>
                    <a:pt x="177546" y="0"/>
                  </a:lnTo>
                  <a:lnTo>
                    <a:pt x="1485137" y="0"/>
                  </a:lnTo>
                  <a:lnTo>
                    <a:pt x="1532332" y="6342"/>
                  </a:lnTo>
                  <a:lnTo>
                    <a:pt x="1574743" y="24242"/>
                  </a:lnTo>
                  <a:lnTo>
                    <a:pt x="1610677" y="52006"/>
                  </a:lnTo>
                  <a:lnTo>
                    <a:pt x="1638441" y="87940"/>
                  </a:lnTo>
                  <a:lnTo>
                    <a:pt x="1656341" y="130351"/>
                  </a:lnTo>
                  <a:lnTo>
                    <a:pt x="1662683" y="177546"/>
                  </a:lnTo>
                  <a:lnTo>
                    <a:pt x="1662683" y="887730"/>
                  </a:lnTo>
                  <a:lnTo>
                    <a:pt x="1656341" y="934929"/>
                  </a:lnTo>
                  <a:lnTo>
                    <a:pt x="1638441" y="977341"/>
                  </a:lnTo>
                  <a:lnTo>
                    <a:pt x="1610677" y="1013274"/>
                  </a:lnTo>
                  <a:lnTo>
                    <a:pt x="1574743" y="1041035"/>
                  </a:lnTo>
                  <a:lnTo>
                    <a:pt x="1532332" y="1058933"/>
                  </a:lnTo>
                  <a:lnTo>
                    <a:pt x="1485137" y="1065276"/>
                  </a:lnTo>
                  <a:lnTo>
                    <a:pt x="177546" y="1065276"/>
                  </a:lnTo>
                  <a:lnTo>
                    <a:pt x="130351" y="1058933"/>
                  </a:lnTo>
                  <a:lnTo>
                    <a:pt x="87940" y="1041035"/>
                  </a:lnTo>
                  <a:lnTo>
                    <a:pt x="52006" y="1013274"/>
                  </a:lnTo>
                  <a:lnTo>
                    <a:pt x="24242" y="977341"/>
                  </a:lnTo>
                  <a:lnTo>
                    <a:pt x="6342" y="934929"/>
                  </a:lnTo>
                  <a:lnTo>
                    <a:pt x="0" y="887730"/>
                  </a:lnTo>
                  <a:lnTo>
                    <a:pt x="0" y="177546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4191761" y="5364276"/>
            <a:ext cx="4149090" cy="11283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6095" algn="l"/>
              </a:tabLst>
            </a:pPr>
            <a:r>
              <a:rPr dirty="0" sz="2800" spc="-20">
                <a:latin typeface="Franklin Gothic Medium"/>
                <a:cs typeface="Franklin Gothic Medium"/>
              </a:rPr>
              <a:t>GNFA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20">
                <a:latin typeface="Franklin Gothic Medium"/>
                <a:cs typeface="Franklin Gothic Medium"/>
              </a:rPr>
              <a:t>GNFA</a:t>
            </a:r>
            <a:endParaRPr sz="2800">
              <a:latin typeface="Franklin Gothic Medium"/>
              <a:cs typeface="Franklin Gothic Medium"/>
            </a:endParaRPr>
          </a:p>
          <a:p>
            <a:pPr marL="58419">
              <a:lnSpc>
                <a:spcPct val="100000"/>
              </a:lnSpc>
              <a:spcBef>
                <a:spcPts val="2925"/>
              </a:spcBef>
              <a:tabLst>
                <a:tab pos="2827655" algn="l"/>
              </a:tabLst>
            </a:pPr>
            <a:r>
              <a:rPr dirty="0" sz="2000">
                <a:latin typeface="Cambria Math"/>
                <a:cs typeface="Cambria Math"/>
              </a:rPr>
              <a:t>𝑘</a:t>
            </a:r>
            <a:r>
              <a:rPr dirty="0" sz="2000" spc="110">
                <a:latin typeface="Cambria Math"/>
                <a:cs typeface="Cambria Math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states</a:t>
            </a:r>
            <a:r>
              <a:rPr dirty="0" sz="2000">
                <a:latin typeface="Franklin Gothic Medium"/>
                <a:cs typeface="Franklin Gothic Medium"/>
              </a:rPr>
              <a:t>	</a:t>
            </a:r>
            <a:r>
              <a:rPr dirty="0" sz="2000">
                <a:latin typeface="Cambria Math"/>
                <a:cs typeface="Cambria Math"/>
              </a:rPr>
              <a:t>𝑘</a:t>
            </a:r>
            <a:r>
              <a:rPr dirty="0" sz="2000" spc="5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-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1</a:t>
            </a:r>
            <a:r>
              <a:rPr dirty="0" sz="2000" spc="45">
                <a:latin typeface="Cambria Math"/>
                <a:cs typeface="Cambria Math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states</a:t>
            </a:r>
            <a:endParaRPr sz="2000">
              <a:latin typeface="Franklin Gothic Medium"/>
              <a:cs typeface="Franklin Gothic Medium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5838253" y="5437441"/>
            <a:ext cx="648335" cy="314325"/>
            <a:chOff x="5838253" y="5437441"/>
            <a:chExt cx="648335" cy="314325"/>
          </a:xfrm>
        </p:grpSpPr>
        <p:sp>
          <p:nvSpPr>
            <p:cNvPr id="28" name="object 28" descr=""/>
            <p:cNvSpPr/>
            <p:nvPr/>
          </p:nvSpPr>
          <p:spPr>
            <a:xfrm>
              <a:off x="5843015" y="5442203"/>
              <a:ext cx="638810" cy="304800"/>
            </a:xfrm>
            <a:custGeom>
              <a:avLst/>
              <a:gdLst/>
              <a:ahLst/>
              <a:cxnLst/>
              <a:rect l="l" t="t" r="r" b="b"/>
              <a:pathLst>
                <a:path w="638810" h="304800">
                  <a:moveTo>
                    <a:pt x="486156" y="0"/>
                  </a:moveTo>
                  <a:lnTo>
                    <a:pt x="486156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486156" y="228600"/>
                  </a:lnTo>
                  <a:lnTo>
                    <a:pt x="486156" y="304800"/>
                  </a:lnTo>
                  <a:lnTo>
                    <a:pt x="638556" y="152400"/>
                  </a:lnTo>
                  <a:lnTo>
                    <a:pt x="48615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843015" y="5442203"/>
              <a:ext cx="638810" cy="304800"/>
            </a:xfrm>
            <a:custGeom>
              <a:avLst/>
              <a:gdLst/>
              <a:ahLst/>
              <a:cxnLst/>
              <a:rect l="l" t="t" r="r" b="b"/>
              <a:pathLst>
                <a:path w="638810" h="304800">
                  <a:moveTo>
                    <a:pt x="0" y="76200"/>
                  </a:moveTo>
                  <a:lnTo>
                    <a:pt x="486156" y="76200"/>
                  </a:lnTo>
                  <a:lnTo>
                    <a:pt x="486156" y="0"/>
                  </a:lnTo>
                  <a:lnTo>
                    <a:pt x="638556" y="152400"/>
                  </a:lnTo>
                  <a:lnTo>
                    <a:pt x="486156" y="304800"/>
                  </a:lnTo>
                  <a:lnTo>
                    <a:pt x="486156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8951976" y="5120640"/>
            <a:ext cx="2996565" cy="147701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005" rIns="0" bIns="0" rtlCol="0" vert="horz">
            <a:spAutoFit/>
          </a:bodyPr>
          <a:lstStyle/>
          <a:p>
            <a:pPr marL="92710" marR="238760">
              <a:lnSpc>
                <a:spcPct val="100000"/>
              </a:lnSpc>
              <a:spcBef>
                <a:spcPts val="315"/>
              </a:spcBef>
            </a:pPr>
            <a:r>
              <a:rPr dirty="0" sz="1800" spc="-45">
                <a:latin typeface="Franklin Gothic Medium"/>
                <a:cs typeface="Franklin Gothic Medium"/>
              </a:rPr>
              <a:t>Remove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one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state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at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the </a:t>
            </a:r>
            <a:r>
              <a:rPr dirty="0" sz="1800" spc="-35">
                <a:latin typeface="Franklin Gothic Medium"/>
                <a:cs typeface="Franklin Gothic Medium"/>
              </a:rPr>
              <a:t>time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and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using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our </a:t>
            </a:r>
            <a:r>
              <a:rPr dirty="0" sz="1800" spc="-20">
                <a:latin typeface="Franklin Gothic Medium"/>
                <a:cs typeface="Franklin Gothic Medium"/>
              </a:rPr>
              <a:t>assumption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that</a:t>
            </a:r>
            <a:r>
              <a:rPr dirty="0" sz="1800" spc="-8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we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already </a:t>
            </a:r>
            <a:r>
              <a:rPr dirty="0" sz="1800" spc="-35">
                <a:latin typeface="Franklin Gothic Medium"/>
                <a:cs typeface="Franklin Gothic Medium"/>
              </a:rPr>
              <a:t>know</a:t>
            </a:r>
            <a:r>
              <a:rPr dirty="0" sz="1800" spc="-8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how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to</a:t>
            </a:r>
            <a:r>
              <a:rPr dirty="0" sz="1800" spc="-85">
                <a:latin typeface="Franklin Gothic Medium"/>
                <a:cs typeface="Franklin Gothic Medium"/>
              </a:rPr>
              <a:t> </a:t>
            </a:r>
            <a:r>
              <a:rPr dirty="0" sz="1800" spc="-30">
                <a:latin typeface="Franklin Gothic Medium"/>
                <a:cs typeface="Franklin Gothic Medium"/>
              </a:rPr>
              <a:t>work</a:t>
            </a:r>
            <a:r>
              <a:rPr dirty="0" sz="1800" spc="-8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with</a:t>
            </a:r>
            <a:r>
              <a:rPr dirty="0" sz="1800" spc="-80">
                <a:latin typeface="Franklin Gothic Medium"/>
                <a:cs typeface="Franklin Gothic Medium"/>
              </a:rPr>
              <a:t> </a:t>
            </a:r>
            <a:r>
              <a:rPr dirty="0" sz="1800" spc="-50">
                <a:latin typeface="Franklin Gothic Medium"/>
                <a:cs typeface="Franklin Gothic Medium"/>
              </a:rPr>
              <a:t>a </a:t>
            </a:r>
            <a:r>
              <a:rPr dirty="0" sz="1800" spc="-10">
                <a:latin typeface="Franklin Gothic Medium"/>
                <a:cs typeface="Franklin Gothic Medium"/>
              </a:rPr>
              <a:t>“smaller”</a:t>
            </a:r>
            <a:r>
              <a:rPr dirty="0" sz="1800" spc="-40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GNFA.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5"/>
              <a:t>GNFA</a:t>
            </a:r>
            <a:r>
              <a:rPr dirty="0" spc="-190"/>
              <a:t> </a:t>
            </a:r>
            <a:r>
              <a:rPr dirty="0" spc="-10"/>
              <a:t>conversion</a:t>
            </a:r>
            <a:r>
              <a:rPr dirty="0" spc="-215"/>
              <a:t> </a:t>
            </a:r>
            <a:r>
              <a:rPr dirty="0"/>
              <a:t>to</a:t>
            </a:r>
            <a:r>
              <a:rPr dirty="0" spc="-200"/>
              <a:t> </a:t>
            </a:r>
            <a:r>
              <a:rPr dirty="0" spc="-55"/>
              <a:t>Regular</a:t>
            </a:r>
            <a:r>
              <a:rPr dirty="0" spc="-220"/>
              <a:t> </a:t>
            </a:r>
            <a:r>
              <a:rPr dirty="0" spc="-10"/>
              <a:t>Expressions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208110"/>
            <a:ext cx="10780395" cy="1689735"/>
          </a:xfrm>
          <a:prstGeom prst="rect">
            <a:avLst/>
          </a:prstGeom>
        </p:spPr>
        <p:txBody>
          <a:bodyPr wrap="square" lIns="0" tIns="152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800" spc="-60">
                <a:latin typeface="Franklin Gothic Medium"/>
                <a:cs typeface="Franklin Gothic Medium"/>
              </a:rPr>
              <a:t>Lemma: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Every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GNFA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𝐺</a:t>
            </a:r>
            <a:r>
              <a:rPr dirty="0" sz="2800" spc="11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has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equivalent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2800" spc="-25" i="1">
                <a:latin typeface="Franklin Gothic Medium"/>
                <a:cs typeface="Franklin Gothic Medium"/>
              </a:rPr>
              <a:t>Proof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Induction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on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number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states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𝑘</a:t>
            </a:r>
            <a:r>
              <a:rPr dirty="0" sz="2800" spc="6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solidFill>
                  <a:srgbClr val="6F2F9F"/>
                </a:solidFill>
                <a:latin typeface="Cambria Math"/>
                <a:cs typeface="Cambria Math"/>
              </a:rPr>
              <a:t>𝐺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  <a:tabLst>
                <a:tab pos="3164205" algn="l"/>
              </a:tabLst>
            </a:pPr>
            <a:r>
              <a:rPr dirty="0" u="sng" baseline="4629" sz="3600" spc="-15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Induction</a:t>
            </a:r>
            <a:r>
              <a:rPr dirty="0" u="sng" baseline="4629" sz="3600" spc="-112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u="sng" baseline="4629" sz="360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step</a:t>
            </a:r>
            <a:r>
              <a:rPr dirty="0" u="sng" baseline="4629" sz="3600" spc="-82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baseline="4629" sz="3600">
                <a:latin typeface="Cambria Math"/>
                <a:cs typeface="Cambria Math"/>
              </a:rPr>
              <a:t>(𝑘</a:t>
            </a:r>
            <a:r>
              <a:rPr dirty="0" baseline="4629" sz="3600" spc="217">
                <a:latin typeface="Cambria Math"/>
                <a:cs typeface="Cambria Math"/>
              </a:rPr>
              <a:t> </a:t>
            </a:r>
            <a:r>
              <a:rPr dirty="0" baseline="4629" sz="3600">
                <a:latin typeface="Cambria Math"/>
                <a:cs typeface="Cambria Math"/>
              </a:rPr>
              <a:t>&gt;</a:t>
            </a:r>
            <a:r>
              <a:rPr dirty="0" baseline="4629" sz="3600" spc="104">
                <a:latin typeface="Cambria Math"/>
                <a:cs typeface="Cambria Math"/>
              </a:rPr>
              <a:t> </a:t>
            </a:r>
            <a:r>
              <a:rPr dirty="0" baseline="4629" sz="3600" spc="-37">
                <a:latin typeface="Cambria Math"/>
                <a:cs typeface="Cambria Math"/>
              </a:rPr>
              <a:t>2)</a:t>
            </a:r>
            <a:r>
              <a:rPr dirty="0" baseline="4629" sz="3600" spc="-37">
                <a:latin typeface="Franklin Gothic Medium"/>
                <a:cs typeface="Franklin Gothic Medium"/>
              </a:rPr>
              <a:t>:</a:t>
            </a:r>
            <a:r>
              <a:rPr dirty="0" baseline="4629" sz="3600">
                <a:latin typeface="Franklin Gothic Medium"/>
                <a:cs typeface="Franklin Gothic Medium"/>
              </a:rPr>
              <a:t>	</a:t>
            </a:r>
            <a:r>
              <a:rPr dirty="0" sz="2400" spc="-45">
                <a:latin typeface="Franklin Gothic Medium"/>
                <a:cs typeface="Franklin Gothic Medium"/>
              </a:rPr>
              <a:t>Assume</a:t>
            </a:r>
            <a:r>
              <a:rPr dirty="0" sz="2400" spc="-65">
                <a:latin typeface="Franklin Gothic Medium"/>
                <a:cs typeface="Franklin Gothic Medium"/>
              </a:rPr>
              <a:t> Lemma </a:t>
            </a:r>
            <a:r>
              <a:rPr dirty="0" sz="2400">
                <a:latin typeface="Franklin Gothic Medium"/>
                <a:cs typeface="Franklin Gothic Medium"/>
              </a:rPr>
              <a:t>true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for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 spc="1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−</a:t>
            </a:r>
            <a:r>
              <a:rPr dirty="0" sz="2400" spc="-6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1</a:t>
            </a:r>
            <a:r>
              <a:rPr dirty="0" sz="2400" spc="10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states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prove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for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 spc="70">
                <a:latin typeface="Cambria Math"/>
                <a:cs typeface="Cambria Math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states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6016878" y="3033776"/>
            <a:ext cx="909955" cy="282575"/>
          </a:xfrm>
          <a:custGeom>
            <a:avLst/>
            <a:gdLst/>
            <a:ahLst/>
            <a:cxnLst/>
            <a:rect l="l" t="t" r="r" b="b"/>
            <a:pathLst>
              <a:path w="909954" h="282575">
                <a:moveTo>
                  <a:pt x="819530" y="0"/>
                </a:moveTo>
                <a:lnTo>
                  <a:pt x="815594" y="11429"/>
                </a:lnTo>
                <a:lnTo>
                  <a:pt x="831901" y="18522"/>
                </a:lnTo>
                <a:lnTo>
                  <a:pt x="845947" y="28352"/>
                </a:lnTo>
                <a:lnTo>
                  <a:pt x="874470" y="73852"/>
                </a:lnTo>
                <a:lnTo>
                  <a:pt x="882725" y="115341"/>
                </a:lnTo>
                <a:lnTo>
                  <a:pt x="882765" y="115623"/>
                </a:lnTo>
                <a:lnTo>
                  <a:pt x="882747" y="164635"/>
                </a:lnTo>
                <a:lnTo>
                  <a:pt x="874416" y="207601"/>
                </a:lnTo>
                <a:lnTo>
                  <a:pt x="845994" y="253857"/>
                </a:lnTo>
                <a:lnTo>
                  <a:pt x="815975" y="270890"/>
                </a:lnTo>
                <a:lnTo>
                  <a:pt x="819530" y="282321"/>
                </a:lnTo>
                <a:lnTo>
                  <a:pt x="858027" y="264255"/>
                </a:lnTo>
                <a:lnTo>
                  <a:pt x="886332" y="233045"/>
                </a:lnTo>
                <a:lnTo>
                  <a:pt x="903763" y="191135"/>
                </a:lnTo>
                <a:lnTo>
                  <a:pt x="909574" y="141224"/>
                </a:lnTo>
                <a:lnTo>
                  <a:pt x="908137" y="115623"/>
                </a:lnTo>
                <a:lnTo>
                  <a:pt x="896500" y="69482"/>
                </a:lnTo>
                <a:lnTo>
                  <a:pt x="873377" y="32146"/>
                </a:lnTo>
                <a:lnTo>
                  <a:pt x="839987" y="7381"/>
                </a:lnTo>
                <a:lnTo>
                  <a:pt x="819530" y="0"/>
                </a:lnTo>
                <a:close/>
              </a:path>
              <a:path w="909954" h="282575">
                <a:moveTo>
                  <a:pt x="90043" y="0"/>
                </a:moveTo>
                <a:lnTo>
                  <a:pt x="51641" y="18097"/>
                </a:lnTo>
                <a:lnTo>
                  <a:pt x="23241" y="49529"/>
                </a:lnTo>
                <a:lnTo>
                  <a:pt x="5810" y="91424"/>
                </a:lnTo>
                <a:lnTo>
                  <a:pt x="85" y="139700"/>
                </a:lnTo>
                <a:lnTo>
                  <a:pt x="0" y="141224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281"/>
                </a:lnTo>
                <a:lnTo>
                  <a:pt x="69514" y="274943"/>
                </a:lnTo>
                <a:lnTo>
                  <a:pt x="90043" y="282321"/>
                </a:lnTo>
                <a:lnTo>
                  <a:pt x="93599" y="270890"/>
                </a:lnTo>
                <a:lnTo>
                  <a:pt x="77529" y="263773"/>
                </a:lnTo>
                <a:lnTo>
                  <a:pt x="63627" y="253857"/>
                </a:lnTo>
                <a:lnTo>
                  <a:pt x="35157" y="207601"/>
                </a:lnTo>
                <a:lnTo>
                  <a:pt x="26826" y="164635"/>
                </a:lnTo>
                <a:lnTo>
                  <a:pt x="25781" y="139700"/>
                </a:lnTo>
                <a:lnTo>
                  <a:pt x="26826" y="115623"/>
                </a:lnTo>
                <a:lnTo>
                  <a:pt x="35157" y="73852"/>
                </a:lnTo>
                <a:lnTo>
                  <a:pt x="63738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162813" y="3846321"/>
            <a:ext cx="4163060" cy="2263775"/>
            <a:chOff x="162813" y="3846321"/>
            <a:chExt cx="4163060" cy="2263775"/>
          </a:xfrm>
        </p:grpSpPr>
        <p:sp>
          <p:nvSpPr>
            <p:cNvPr id="11" name="object 11" descr=""/>
            <p:cNvSpPr/>
            <p:nvPr/>
          </p:nvSpPr>
          <p:spPr>
            <a:xfrm>
              <a:off x="1028700" y="3852671"/>
              <a:ext cx="2466340" cy="2251075"/>
            </a:xfrm>
            <a:custGeom>
              <a:avLst/>
              <a:gdLst/>
              <a:ahLst/>
              <a:cxnLst/>
              <a:rect l="l" t="t" r="r" b="b"/>
              <a:pathLst>
                <a:path w="2466340" h="2251075">
                  <a:moveTo>
                    <a:pt x="2090674" y="0"/>
                  </a:moveTo>
                  <a:lnTo>
                    <a:pt x="375158" y="0"/>
                  </a:lnTo>
                  <a:lnTo>
                    <a:pt x="328100" y="2923"/>
                  </a:lnTo>
                  <a:lnTo>
                    <a:pt x="282786" y="11461"/>
                  </a:lnTo>
                  <a:lnTo>
                    <a:pt x="239568" y="25259"/>
                  </a:lnTo>
                  <a:lnTo>
                    <a:pt x="198797" y="43966"/>
                  </a:lnTo>
                  <a:lnTo>
                    <a:pt x="160824" y="67231"/>
                  </a:lnTo>
                  <a:lnTo>
                    <a:pt x="126003" y="94700"/>
                  </a:lnTo>
                  <a:lnTo>
                    <a:pt x="94683" y="126023"/>
                  </a:lnTo>
                  <a:lnTo>
                    <a:pt x="67217" y="160847"/>
                  </a:lnTo>
                  <a:lnTo>
                    <a:pt x="43956" y="198819"/>
                  </a:lnTo>
                  <a:lnTo>
                    <a:pt x="25253" y="239588"/>
                  </a:lnTo>
                  <a:lnTo>
                    <a:pt x="11458" y="282803"/>
                  </a:lnTo>
                  <a:lnTo>
                    <a:pt x="2923" y="328110"/>
                  </a:lnTo>
                  <a:lnTo>
                    <a:pt x="0" y="375157"/>
                  </a:lnTo>
                  <a:lnTo>
                    <a:pt x="0" y="1875777"/>
                  </a:lnTo>
                  <a:lnTo>
                    <a:pt x="2923" y="1922837"/>
                  </a:lnTo>
                  <a:lnTo>
                    <a:pt x="11458" y="1968153"/>
                  </a:lnTo>
                  <a:lnTo>
                    <a:pt x="25253" y="2011374"/>
                  </a:lnTo>
                  <a:lnTo>
                    <a:pt x="43956" y="2052146"/>
                  </a:lnTo>
                  <a:lnTo>
                    <a:pt x="67217" y="2090120"/>
                  </a:lnTo>
                  <a:lnTo>
                    <a:pt x="94683" y="2124942"/>
                  </a:lnTo>
                  <a:lnTo>
                    <a:pt x="126003" y="2156263"/>
                  </a:lnTo>
                  <a:lnTo>
                    <a:pt x="160824" y="2183729"/>
                  </a:lnTo>
                  <a:lnTo>
                    <a:pt x="198797" y="2206990"/>
                  </a:lnTo>
                  <a:lnTo>
                    <a:pt x="239568" y="2225694"/>
                  </a:lnTo>
                  <a:lnTo>
                    <a:pt x="282786" y="2239489"/>
                  </a:lnTo>
                  <a:lnTo>
                    <a:pt x="328100" y="2248024"/>
                  </a:lnTo>
                  <a:lnTo>
                    <a:pt x="375158" y="2250947"/>
                  </a:lnTo>
                  <a:lnTo>
                    <a:pt x="2090674" y="2250947"/>
                  </a:lnTo>
                  <a:lnTo>
                    <a:pt x="2137721" y="2248024"/>
                  </a:lnTo>
                  <a:lnTo>
                    <a:pt x="2183028" y="2239489"/>
                  </a:lnTo>
                  <a:lnTo>
                    <a:pt x="2226243" y="2225694"/>
                  </a:lnTo>
                  <a:lnTo>
                    <a:pt x="2267012" y="2206990"/>
                  </a:lnTo>
                  <a:lnTo>
                    <a:pt x="2304984" y="2183729"/>
                  </a:lnTo>
                  <a:lnTo>
                    <a:pt x="2339808" y="2156263"/>
                  </a:lnTo>
                  <a:lnTo>
                    <a:pt x="2371131" y="2124942"/>
                  </a:lnTo>
                  <a:lnTo>
                    <a:pt x="2398600" y="2090120"/>
                  </a:lnTo>
                  <a:lnTo>
                    <a:pt x="2421865" y="2052146"/>
                  </a:lnTo>
                  <a:lnTo>
                    <a:pt x="2440572" y="2011374"/>
                  </a:lnTo>
                  <a:lnTo>
                    <a:pt x="2454370" y="1968153"/>
                  </a:lnTo>
                  <a:lnTo>
                    <a:pt x="2462908" y="1922837"/>
                  </a:lnTo>
                  <a:lnTo>
                    <a:pt x="2465832" y="1875777"/>
                  </a:lnTo>
                  <a:lnTo>
                    <a:pt x="2465832" y="375157"/>
                  </a:lnTo>
                  <a:lnTo>
                    <a:pt x="2462908" y="328110"/>
                  </a:lnTo>
                  <a:lnTo>
                    <a:pt x="2454370" y="282803"/>
                  </a:lnTo>
                  <a:lnTo>
                    <a:pt x="2440572" y="239588"/>
                  </a:lnTo>
                  <a:lnTo>
                    <a:pt x="2421865" y="198819"/>
                  </a:lnTo>
                  <a:lnTo>
                    <a:pt x="2398600" y="160847"/>
                  </a:lnTo>
                  <a:lnTo>
                    <a:pt x="2371131" y="126023"/>
                  </a:lnTo>
                  <a:lnTo>
                    <a:pt x="2339808" y="94700"/>
                  </a:lnTo>
                  <a:lnTo>
                    <a:pt x="2304984" y="67231"/>
                  </a:lnTo>
                  <a:lnTo>
                    <a:pt x="2267012" y="43966"/>
                  </a:lnTo>
                  <a:lnTo>
                    <a:pt x="2226243" y="25259"/>
                  </a:lnTo>
                  <a:lnTo>
                    <a:pt x="2183028" y="11461"/>
                  </a:lnTo>
                  <a:lnTo>
                    <a:pt x="2137721" y="2923"/>
                  </a:lnTo>
                  <a:lnTo>
                    <a:pt x="209067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28700" y="3852671"/>
              <a:ext cx="2466340" cy="2251075"/>
            </a:xfrm>
            <a:custGeom>
              <a:avLst/>
              <a:gdLst/>
              <a:ahLst/>
              <a:cxnLst/>
              <a:rect l="l" t="t" r="r" b="b"/>
              <a:pathLst>
                <a:path w="2466340" h="2251075">
                  <a:moveTo>
                    <a:pt x="0" y="375157"/>
                  </a:moveTo>
                  <a:lnTo>
                    <a:pt x="2923" y="328110"/>
                  </a:lnTo>
                  <a:lnTo>
                    <a:pt x="11458" y="282803"/>
                  </a:lnTo>
                  <a:lnTo>
                    <a:pt x="25253" y="239588"/>
                  </a:lnTo>
                  <a:lnTo>
                    <a:pt x="43956" y="198819"/>
                  </a:lnTo>
                  <a:lnTo>
                    <a:pt x="67217" y="160847"/>
                  </a:lnTo>
                  <a:lnTo>
                    <a:pt x="94683" y="126023"/>
                  </a:lnTo>
                  <a:lnTo>
                    <a:pt x="126003" y="94700"/>
                  </a:lnTo>
                  <a:lnTo>
                    <a:pt x="160824" y="67231"/>
                  </a:lnTo>
                  <a:lnTo>
                    <a:pt x="198797" y="43966"/>
                  </a:lnTo>
                  <a:lnTo>
                    <a:pt x="239568" y="25259"/>
                  </a:lnTo>
                  <a:lnTo>
                    <a:pt x="282786" y="11461"/>
                  </a:lnTo>
                  <a:lnTo>
                    <a:pt x="328100" y="2923"/>
                  </a:lnTo>
                  <a:lnTo>
                    <a:pt x="375158" y="0"/>
                  </a:lnTo>
                  <a:lnTo>
                    <a:pt x="2090674" y="0"/>
                  </a:lnTo>
                  <a:lnTo>
                    <a:pt x="2137721" y="2923"/>
                  </a:lnTo>
                  <a:lnTo>
                    <a:pt x="2183028" y="11461"/>
                  </a:lnTo>
                  <a:lnTo>
                    <a:pt x="2226243" y="25259"/>
                  </a:lnTo>
                  <a:lnTo>
                    <a:pt x="2267012" y="43966"/>
                  </a:lnTo>
                  <a:lnTo>
                    <a:pt x="2304984" y="67231"/>
                  </a:lnTo>
                  <a:lnTo>
                    <a:pt x="2339808" y="94700"/>
                  </a:lnTo>
                  <a:lnTo>
                    <a:pt x="2371131" y="126023"/>
                  </a:lnTo>
                  <a:lnTo>
                    <a:pt x="2398600" y="160847"/>
                  </a:lnTo>
                  <a:lnTo>
                    <a:pt x="2421865" y="198819"/>
                  </a:lnTo>
                  <a:lnTo>
                    <a:pt x="2440572" y="239588"/>
                  </a:lnTo>
                  <a:lnTo>
                    <a:pt x="2454370" y="282803"/>
                  </a:lnTo>
                  <a:lnTo>
                    <a:pt x="2462908" y="328110"/>
                  </a:lnTo>
                  <a:lnTo>
                    <a:pt x="2465832" y="375157"/>
                  </a:lnTo>
                  <a:lnTo>
                    <a:pt x="2465832" y="1875777"/>
                  </a:lnTo>
                  <a:lnTo>
                    <a:pt x="2462908" y="1922837"/>
                  </a:lnTo>
                  <a:lnTo>
                    <a:pt x="2454370" y="1968153"/>
                  </a:lnTo>
                  <a:lnTo>
                    <a:pt x="2440572" y="2011374"/>
                  </a:lnTo>
                  <a:lnTo>
                    <a:pt x="2421865" y="2052146"/>
                  </a:lnTo>
                  <a:lnTo>
                    <a:pt x="2398600" y="2090120"/>
                  </a:lnTo>
                  <a:lnTo>
                    <a:pt x="2371131" y="2124942"/>
                  </a:lnTo>
                  <a:lnTo>
                    <a:pt x="2339808" y="2156263"/>
                  </a:lnTo>
                  <a:lnTo>
                    <a:pt x="2304984" y="2183729"/>
                  </a:lnTo>
                  <a:lnTo>
                    <a:pt x="2267012" y="2206990"/>
                  </a:lnTo>
                  <a:lnTo>
                    <a:pt x="2226243" y="2225694"/>
                  </a:lnTo>
                  <a:lnTo>
                    <a:pt x="2183028" y="2239489"/>
                  </a:lnTo>
                  <a:lnTo>
                    <a:pt x="2137721" y="2248024"/>
                  </a:lnTo>
                  <a:lnTo>
                    <a:pt x="2090674" y="2250947"/>
                  </a:lnTo>
                  <a:lnTo>
                    <a:pt x="375158" y="2250947"/>
                  </a:lnTo>
                  <a:lnTo>
                    <a:pt x="328100" y="2248024"/>
                  </a:lnTo>
                  <a:lnTo>
                    <a:pt x="282786" y="2239489"/>
                  </a:lnTo>
                  <a:lnTo>
                    <a:pt x="239568" y="2225694"/>
                  </a:lnTo>
                  <a:lnTo>
                    <a:pt x="198797" y="2206990"/>
                  </a:lnTo>
                  <a:lnTo>
                    <a:pt x="160824" y="2183729"/>
                  </a:lnTo>
                  <a:lnTo>
                    <a:pt x="126003" y="2156263"/>
                  </a:lnTo>
                  <a:lnTo>
                    <a:pt x="94683" y="2124942"/>
                  </a:lnTo>
                  <a:lnTo>
                    <a:pt x="67217" y="2090120"/>
                  </a:lnTo>
                  <a:lnTo>
                    <a:pt x="43956" y="2052146"/>
                  </a:lnTo>
                  <a:lnTo>
                    <a:pt x="25253" y="2011374"/>
                  </a:lnTo>
                  <a:lnTo>
                    <a:pt x="11458" y="1968153"/>
                  </a:lnTo>
                  <a:lnTo>
                    <a:pt x="2923" y="1922837"/>
                  </a:lnTo>
                  <a:lnTo>
                    <a:pt x="0" y="1875777"/>
                  </a:lnTo>
                  <a:lnTo>
                    <a:pt x="0" y="37515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89609" y="4941569"/>
              <a:ext cx="339090" cy="76200"/>
            </a:xfrm>
            <a:custGeom>
              <a:avLst/>
              <a:gdLst/>
              <a:ahLst/>
              <a:cxnLst/>
              <a:rect l="l" t="t" r="r" b="b"/>
              <a:pathLst>
                <a:path w="339090" h="76200">
                  <a:moveTo>
                    <a:pt x="262737" y="0"/>
                  </a:moveTo>
                  <a:lnTo>
                    <a:pt x="262737" y="76199"/>
                  </a:lnTo>
                  <a:lnTo>
                    <a:pt x="319887" y="47624"/>
                  </a:lnTo>
                  <a:lnTo>
                    <a:pt x="275437" y="47624"/>
                  </a:lnTo>
                  <a:lnTo>
                    <a:pt x="275437" y="28574"/>
                  </a:lnTo>
                  <a:lnTo>
                    <a:pt x="319887" y="28574"/>
                  </a:lnTo>
                  <a:lnTo>
                    <a:pt x="262737" y="0"/>
                  </a:lnTo>
                  <a:close/>
                </a:path>
                <a:path w="339090" h="76200">
                  <a:moveTo>
                    <a:pt x="262737" y="28574"/>
                  </a:moveTo>
                  <a:lnTo>
                    <a:pt x="0" y="28574"/>
                  </a:lnTo>
                  <a:lnTo>
                    <a:pt x="0" y="47624"/>
                  </a:lnTo>
                  <a:lnTo>
                    <a:pt x="262737" y="47624"/>
                  </a:lnTo>
                  <a:lnTo>
                    <a:pt x="262737" y="28574"/>
                  </a:lnTo>
                  <a:close/>
                </a:path>
                <a:path w="339090" h="76200">
                  <a:moveTo>
                    <a:pt x="319887" y="28574"/>
                  </a:moveTo>
                  <a:lnTo>
                    <a:pt x="275437" y="28574"/>
                  </a:lnTo>
                  <a:lnTo>
                    <a:pt x="275437" y="47624"/>
                  </a:lnTo>
                  <a:lnTo>
                    <a:pt x="319887" y="47624"/>
                  </a:lnTo>
                  <a:lnTo>
                    <a:pt x="338937" y="38099"/>
                  </a:lnTo>
                  <a:lnTo>
                    <a:pt x="319887" y="285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69163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5" h="524510">
                  <a:moveTo>
                    <a:pt x="259842" y="0"/>
                  </a:moveTo>
                  <a:lnTo>
                    <a:pt x="213134" y="4222"/>
                  </a:lnTo>
                  <a:lnTo>
                    <a:pt x="169173" y="16398"/>
                  </a:lnTo>
                  <a:lnTo>
                    <a:pt x="128693" y="35785"/>
                  </a:lnTo>
                  <a:lnTo>
                    <a:pt x="92427" y="61645"/>
                  </a:lnTo>
                  <a:lnTo>
                    <a:pt x="61110" y="93237"/>
                  </a:lnTo>
                  <a:lnTo>
                    <a:pt x="35475" y="129822"/>
                  </a:lnTo>
                  <a:lnTo>
                    <a:pt x="16255" y="170658"/>
                  </a:lnTo>
                  <a:lnTo>
                    <a:pt x="4186" y="215007"/>
                  </a:lnTo>
                  <a:lnTo>
                    <a:pt x="0" y="262128"/>
                  </a:lnTo>
                  <a:lnTo>
                    <a:pt x="4186" y="309248"/>
                  </a:lnTo>
                  <a:lnTo>
                    <a:pt x="16256" y="353597"/>
                  </a:lnTo>
                  <a:lnTo>
                    <a:pt x="35475" y="394433"/>
                  </a:lnTo>
                  <a:lnTo>
                    <a:pt x="61110" y="431018"/>
                  </a:lnTo>
                  <a:lnTo>
                    <a:pt x="92427" y="462610"/>
                  </a:lnTo>
                  <a:lnTo>
                    <a:pt x="128693" y="488470"/>
                  </a:lnTo>
                  <a:lnTo>
                    <a:pt x="169173" y="507857"/>
                  </a:lnTo>
                  <a:lnTo>
                    <a:pt x="213134" y="520033"/>
                  </a:lnTo>
                  <a:lnTo>
                    <a:pt x="259842" y="524256"/>
                  </a:lnTo>
                  <a:lnTo>
                    <a:pt x="306549" y="520033"/>
                  </a:lnTo>
                  <a:lnTo>
                    <a:pt x="350510" y="507857"/>
                  </a:lnTo>
                  <a:lnTo>
                    <a:pt x="390990" y="488470"/>
                  </a:lnTo>
                  <a:lnTo>
                    <a:pt x="427256" y="462610"/>
                  </a:lnTo>
                  <a:lnTo>
                    <a:pt x="458573" y="431018"/>
                  </a:lnTo>
                  <a:lnTo>
                    <a:pt x="484208" y="394433"/>
                  </a:lnTo>
                  <a:lnTo>
                    <a:pt x="503428" y="353597"/>
                  </a:lnTo>
                  <a:lnTo>
                    <a:pt x="515497" y="309248"/>
                  </a:lnTo>
                  <a:lnTo>
                    <a:pt x="519684" y="262128"/>
                  </a:lnTo>
                  <a:lnTo>
                    <a:pt x="515497" y="215007"/>
                  </a:lnTo>
                  <a:lnTo>
                    <a:pt x="503428" y="170658"/>
                  </a:lnTo>
                  <a:lnTo>
                    <a:pt x="484208" y="129822"/>
                  </a:lnTo>
                  <a:lnTo>
                    <a:pt x="458573" y="93237"/>
                  </a:lnTo>
                  <a:lnTo>
                    <a:pt x="427256" y="61645"/>
                  </a:lnTo>
                  <a:lnTo>
                    <a:pt x="390990" y="35785"/>
                  </a:lnTo>
                  <a:lnTo>
                    <a:pt x="350510" y="16398"/>
                  </a:lnTo>
                  <a:lnTo>
                    <a:pt x="306549" y="4222"/>
                  </a:lnTo>
                  <a:lnTo>
                    <a:pt x="259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69163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5" h="524510">
                  <a:moveTo>
                    <a:pt x="0" y="262128"/>
                  </a:moveTo>
                  <a:lnTo>
                    <a:pt x="4186" y="215007"/>
                  </a:lnTo>
                  <a:lnTo>
                    <a:pt x="16255" y="170658"/>
                  </a:lnTo>
                  <a:lnTo>
                    <a:pt x="35475" y="129822"/>
                  </a:lnTo>
                  <a:lnTo>
                    <a:pt x="61110" y="93237"/>
                  </a:lnTo>
                  <a:lnTo>
                    <a:pt x="92427" y="61645"/>
                  </a:lnTo>
                  <a:lnTo>
                    <a:pt x="128693" y="35785"/>
                  </a:lnTo>
                  <a:lnTo>
                    <a:pt x="169173" y="16398"/>
                  </a:lnTo>
                  <a:lnTo>
                    <a:pt x="213134" y="4222"/>
                  </a:lnTo>
                  <a:lnTo>
                    <a:pt x="259842" y="0"/>
                  </a:lnTo>
                  <a:lnTo>
                    <a:pt x="306549" y="4222"/>
                  </a:lnTo>
                  <a:lnTo>
                    <a:pt x="350510" y="16398"/>
                  </a:lnTo>
                  <a:lnTo>
                    <a:pt x="390990" y="35785"/>
                  </a:lnTo>
                  <a:lnTo>
                    <a:pt x="427256" y="61645"/>
                  </a:lnTo>
                  <a:lnTo>
                    <a:pt x="458573" y="93237"/>
                  </a:lnTo>
                  <a:lnTo>
                    <a:pt x="484208" y="129822"/>
                  </a:lnTo>
                  <a:lnTo>
                    <a:pt x="503428" y="170658"/>
                  </a:lnTo>
                  <a:lnTo>
                    <a:pt x="515497" y="215007"/>
                  </a:lnTo>
                  <a:lnTo>
                    <a:pt x="519684" y="262128"/>
                  </a:lnTo>
                  <a:lnTo>
                    <a:pt x="515497" y="309248"/>
                  </a:lnTo>
                  <a:lnTo>
                    <a:pt x="503428" y="353597"/>
                  </a:lnTo>
                  <a:lnTo>
                    <a:pt x="484208" y="394433"/>
                  </a:lnTo>
                  <a:lnTo>
                    <a:pt x="458573" y="431018"/>
                  </a:lnTo>
                  <a:lnTo>
                    <a:pt x="427256" y="462610"/>
                  </a:lnTo>
                  <a:lnTo>
                    <a:pt x="390990" y="488470"/>
                  </a:lnTo>
                  <a:lnTo>
                    <a:pt x="350510" y="507857"/>
                  </a:lnTo>
                  <a:lnTo>
                    <a:pt x="306549" y="520033"/>
                  </a:lnTo>
                  <a:lnTo>
                    <a:pt x="259842" y="524256"/>
                  </a:lnTo>
                  <a:lnTo>
                    <a:pt x="213134" y="520033"/>
                  </a:lnTo>
                  <a:lnTo>
                    <a:pt x="169173" y="507857"/>
                  </a:lnTo>
                  <a:lnTo>
                    <a:pt x="128693" y="488470"/>
                  </a:lnTo>
                  <a:lnTo>
                    <a:pt x="92427" y="462610"/>
                  </a:lnTo>
                  <a:lnTo>
                    <a:pt x="61110" y="431018"/>
                  </a:lnTo>
                  <a:lnTo>
                    <a:pt x="35475" y="394433"/>
                  </a:lnTo>
                  <a:lnTo>
                    <a:pt x="16256" y="353597"/>
                  </a:lnTo>
                  <a:lnTo>
                    <a:pt x="4186" y="309248"/>
                  </a:lnTo>
                  <a:lnTo>
                    <a:pt x="0" y="26212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799331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4" h="524510">
                  <a:moveTo>
                    <a:pt x="259841" y="0"/>
                  </a:moveTo>
                  <a:lnTo>
                    <a:pt x="213134" y="4222"/>
                  </a:lnTo>
                  <a:lnTo>
                    <a:pt x="169173" y="16398"/>
                  </a:lnTo>
                  <a:lnTo>
                    <a:pt x="128693" y="35785"/>
                  </a:lnTo>
                  <a:lnTo>
                    <a:pt x="92427" y="61645"/>
                  </a:lnTo>
                  <a:lnTo>
                    <a:pt x="61110" y="93237"/>
                  </a:lnTo>
                  <a:lnTo>
                    <a:pt x="35475" y="129822"/>
                  </a:lnTo>
                  <a:lnTo>
                    <a:pt x="16255" y="170658"/>
                  </a:lnTo>
                  <a:lnTo>
                    <a:pt x="4186" y="215007"/>
                  </a:lnTo>
                  <a:lnTo>
                    <a:pt x="0" y="262128"/>
                  </a:lnTo>
                  <a:lnTo>
                    <a:pt x="4186" y="309248"/>
                  </a:lnTo>
                  <a:lnTo>
                    <a:pt x="16255" y="353597"/>
                  </a:lnTo>
                  <a:lnTo>
                    <a:pt x="35475" y="394433"/>
                  </a:lnTo>
                  <a:lnTo>
                    <a:pt x="61110" y="431018"/>
                  </a:lnTo>
                  <a:lnTo>
                    <a:pt x="92427" y="462610"/>
                  </a:lnTo>
                  <a:lnTo>
                    <a:pt x="128693" y="488470"/>
                  </a:lnTo>
                  <a:lnTo>
                    <a:pt x="169173" y="507857"/>
                  </a:lnTo>
                  <a:lnTo>
                    <a:pt x="213134" y="520033"/>
                  </a:lnTo>
                  <a:lnTo>
                    <a:pt x="259841" y="524256"/>
                  </a:lnTo>
                  <a:lnTo>
                    <a:pt x="306549" y="520033"/>
                  </a:lnTo>
                  <a:lnTo>
                    <a:pt x="350510" y="507857"/>
                  </a:lnTo>
                  <a:lnTo>
                    <a:pt x="390990" y="488470"/>
                  </a:lnTo>
                  <a:lnTo>
                    <a:pt x="427256" y="462610"/>
                  </a:lnTo>
                  <a:lnTo>
                    <a:pt x="458573" y="431018"/>
                  </a:lnTo>
                  <a:lnTo>
                    <a:pt x="484208" y="394433"/>
                  </a:lnTo>
                  <a:lnTo>
                    <a:pt x="503427" y="353597"/>
                  </a:lnTo>
                  <a:lnTo>
                    <a:pt x="515497" y="309248"/>
                  </a:lnTo>
                  <a:lnTo>
                    <a:pt x="519683" y="262128"/>
                  </a:lnTo>
                  <a:lnTo>
                    <a:pt x="515497" y="215007"/>
                  </a:lnTo>
                  <a:lnTo>
                    <a:pt x="503428" y="170658"/>
                  </a:lnTo>
                  <a:lnTo>
                    <a:pt x="484208" y="129822"/>
                  </a:lnTo>
                  <a:lnTo>
                    <a:pt x="458573" y="93237"/>
                  </a:lnTo>
                  <a:lnTo>
                    <a:pt x="427256" y="61645"/>
                  </a:lnTo>
                  <a:lnTo>
                    <a:pt x="390990" y="35785"/>
                  </a:lnTo>
                  <a:lnTo>
                    <a:pt x="350510" y="16398"/>
                  </a:lnTo>
                  <a:lnTo>
                    <a:pt x="306549" y="4222"/>
                  </a:lnTo>
                  <a:lnTo>
                    <a:pt x="259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799331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4" h="524510">
                  <a:moveTo>
                    <a:pt x="0" y="262128"/>
                  </a:moveTo>
                  <a:lnTo>
                    <a:pt x="4186" y="215007"/>
                  </a:lnTo>
                  <a:lnTo>
                    <a:pt x="16255" y="170658"/>
                  </a:lnTo>
                  <a:lnTo>
                    <a:pt x="35475" y="129822"/>
                  </a:lnTo>
                  <a:lnTo>
                    <a:pt x="61110" y="93237"/>
                  </a:lnTo>
                  <a:lnTo>
                    <a:pt x="92427" y="61645"/>
                  </a:lnTo>
                  <a:lnTo>
                    <a:pt x="128693" y="35785"/>
                  </a:lnTo>
                  <a:lnTo>
                    <a:pt x="169173" y="16398"/>
                  </a:lnTo>
                  <a:lnTo>
                    <a:pt x="213134" y="4222"/>
                  </a:lnTo>
                  <a:lnTo>
                    <a:pt x="259841" y="0"/>
                  </a:lnTo>
                  <a:lnTo>
                    <a:pt x="306549" y="4222"/>
                  </a:lnTo>
                  <a:lnTo>
                    <a:pt x="350510" y="16398"/>
                  </a:lnTo>
                  <a:lnTo>
                    <a:pt x="390990" y="35785"/>
                  </a:lnTo>
                  <a:lnTo>
                    <a:pt x="427256" y="61645"/>
                  </a:lnTo>
                  <a:lnTo>
                    <a:pt x="458573" y="93237"/>
                  </a:lnTo>
                  <a:lnTo>
                    <a:pt x="484208" y="129822"/>
                  </a:lnTo>
                  <a:lnTo>
                    <a:pt x="503428" y="170658"/>
                  </a:lnTo>
                  <a:lnTo>
                    <a:pt x="515497" y="215007"/>
                  </a:lnTo>
                  <a:lnTo>
                    <a:pt x="519683" y="262128"/>
                  </a:lnTo>
                  <a:lnTo>
                    <a:pt x="515497" y="309248"/>
                  </a:lnTo>
                  <a:lnTo>
                    <a:pt x="503427" y="353597"/>
                  </a:lnTo>
                  <a:lnTo>
                    <a:pt x="484208" y="394433"/>
                  </a:lnTo>
                  <a:lnTo>
                    <a:pt x="458573" y="431018"/>
                  </a:lnTo>
                  <a:lnTo>
                    <a:pt x="427256" y="462610"/>
                  </a:lnTo>
                  <a:lnTo>
                    <a:pt x="390990" y="488470"/>
                  </a:lnTo>
                  <a:lnTo>
                    <a:pt x="350510" y="507857"/>
                  </a:lnTo>
                  <a:lnTo>
                    <a:pt x="306549" y="520033"/>
                  </a:lnTo>
                  <a:lnTo>
                    <a:pt x="259841" y="524256"/>
                  </a:lnTo>
                  <a:lnTo>
                    <a:pt x="213134" y="520033"/>
                  </a:lnTo>
                  <a:lnTo>
                    <a:pt x="169173" y="507857"/>
                  </a:lnTo>
                  <a:lnTo>
                    <a:pt x="128693" y="488470"/>
                  </a:lnTo>
                  <a:lnTo>
                    <a:pt x="92427" y="462610"/>
                  </a:lnTo>
                  <a:lnTo>
                    <a:pt x="61110" y="431018"/>
                  </a:lnTo>
                  <a:lnTo>
                    <a:pt x="35475" y="394433"/>
                  </a:lnTo>
                  <a:lnTo>
                    <a:pt x="16255" y="353597"/>
                  </a:lnTo>
                  <a:lnTo>
                    <a:pt x="4186" y="309248"/>
                  </a:lnTo>
                  <a:lnTo>
                    <a:pt x="0" y="262128"/>
                  </a:lnTo>
                  <a:close/>
                </a:path>
                <a:path w="520064" h="524510">
                  <a:moveTo>
                    <a:pt x="36575" y="261366"/>
                  </a:moveTo>
                  <a:lnTo>
                    <a:pt x="41111" y="216046"/>
                  </a:lnTo>
                  <a:lnTo>
                    <a:pt x="54119" y="173843"/>
                  </a:lnTo>
                  <a:lnTo>
                    <a:pt x="74703" y="135658"/>
                  </a:lnTo>
                  <a:lnTo>
                    <a:pt x="101965" y="102393"/>
                  </a:lnTo>
                  <a:lnTo>
                    <a:pt x="135007" y="74951"/>
                  </a:lnTo>
                  <a:lnTo>
                    <a:pt x="172932" y="54232"/>
                  </a:lnTo>
                  <a:lnTo>
                    <a:pt x="214843" y="41140"/>
                  </a:lnTo>
                  <a:lnTo>
                    <a:pt x="259841" y="36576"/>
                  </a:lnTo>
                  <a:lnTo>
                    <a:pt x="304840" y="41140"/>
                  </a:lnTo>
                  <a:lnTo>
                    <a:pt x="346751" y="54232"/>
                  </a:lnTo>
                  <a:lnTo>
                    <a:pt x="384676" y="74951"/>
                  </a:lnTo>
                  <a:lnTo>
                    <a:pt x="417718" y="102393"/>
                  </a:lnTo>
                  <a:lnTo>
                    <a:pt x="444980" y="135658"/>
                  </a:lnTo>
                  <a:lnTo>
                    <a:pt x="465564" y="173843"/>
                  </a:lnTo>
                  <a:lnTo>
                    <a:pt x="478572" y="216046"/>
                  </a:lnTo>
                  <a:lnTo>
                    <a:pt x="483107" y="261366"/>
                  </a:lnTo>
                  <a:lnTo>
                    <a:pt x="478572" y="306685"/>
                  </a:lnTo>
                  <a:lnTo>
                    <a:pt x="465564" y="348888"/>
                  </a:lnTo>
                  <a:lnTo>
                    <a:pt x="444980" y="387073"/>
                  </a:lnTo>
                  <a:lnTo>
                    <a:pt x="417718" y="420338"/>
                  </a:lnTo>
                  <a:lnTo>
                    <a:pt x="384676" y="447780"/>
                  </a:lnTo>
                  <a:lnTo>
                    <a:pt x="346751" y="468499"/>
                  </a:lnTo>
                  <a:lnTo>
                    <a:pt x="304840" y="481591"/>
                  </a:lnTo>
                  <a:lnTo>
                    <a:pt x="259841" y="486156"/>
                  </a:lnTo>
                  <a:lnTo>
                    <a:pt x="214843" y="481591"/>
                  </a:lnTo>
                  <a:lnTo>
                    <a:pt x="172932" y="468499"/>
                  </a:lnTo>
                  <a:lnTo>
                    <a:pt x="135007" y="447780"/>
                  </a:lnTo>
                  <a:lnTo>
                    <a:pt x="101965" y="420338"/>
                  </a:lnTo>
                  <a:lnTo>
                    <a:pt x="74703" y="387073"/>
                  </a:lnTo>
                  <a:lnTo>
                    <a:pt x="54119" y="348888"/>
                  </a:lnTo>
                  <a:lnTo>
                    <a:pt x="41111" y="306685"/>
                  </a:lnTo>
                  <a:lnTo>
                    <a:pt x="36575" y="26136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495294" y="4561712"/>
              <a:ext cx="380365" cy="835660"/>
            </a:xfrm>
            <a:custGeom>
              <a:avLst/>
              <a:gdLst/>
              <a:ahLst/>
              <a:cxnLst/>
              <a:rect l="l" t="t" r="r" b="b"/>
              <a:pathLst>
                <a:path w="380364" h="835660">
                  <a:moveTo>
                    <a:pt x="304800" y="417957"/>
                  </a:moveTo>
                  <a:lnTo>
                    <a:pt x="285750" y="408432"/>
                  </a:lnTo>
                  <a:lnTo>
                    <a:pt x="228600" y="379857"/>
                  </a:lnTo>
                  <a:lnTo>
                    <a:pt x="228600" y="408432"/>
                  </a:lnTo>
                  <a:lnTo>
                    <a:pt x="0" y="408432"/>
                  </a:lnTo>
                  <a:lnTo>
                    <a:pt x="0" y="427482"/>
                  </a:lnTo>
                  <a:lnTo>
                    <a:pt x="228600" y="427482"/>
                  </a:lnTo>
                  <a:lnTo>
                    <a:pt x="228600" y="456057"/>
                  </a:lnTo>
                  <a:lnTo>
                    <a:pt x="285750" y="427482"/>
                  </a:lnTo>
                  <a:lnTo>
                    <a:pt x="304800" y="417957"/>
                  </a:lnTo>
                  <a:close/>
                </a:path>
                <a:path w="380364" h="835660">
                  <a:moveTo>
                    <a:pt x="380238" y="602361"/>
                  </a:moveTo>
                  <a:lnTo>
                    <a:pt x="295783" y="612775"/>
                  </a:lnTo>
                  <a:lnTo>
                    <a:pt x="311505" y="636549"/>
                  </a:lnTo>
                  <a:lnTo>
                    <a:pt x="35941" y="819404"/>
                  </a:lnTo>
                  <a:lnTo>
                    <a:pt x="46355" y="835279"/>
                  </a:lnTo>
                  <a:lnTo>
                    <a:pt x="322033" y="652437"/>
                  </a:lnTo>
                  <a:lnTo>
                    <a:pt x="337820" y="676275"/>
                  </a:lnTo>
                  <a:lnTo>
                    <a:pt x="364629" y="629539"/>
                  </a:lnTo>
                  <a:lnTo>
                    <a:pt x="380238" y="602361"/>
                  </a:lnTo>
                  <a:close/>
                </a:path>
                <a:path w="380364" h="835660">
                  <a:moveTo>
                    <a:pt x="380238" y="232918"/>
                  </a:moveTo>
                  <a:lnTo>
                    <a:pt x="364604" y="205740"/>
                  </a:lnTo>
                  <a:lnTo>
                    <a:pt x="337820" y="159131"/>
                  </a:lnTo>
                  <a:lnTo>
                    <a:pt x="322059" y="182867"/>
                  </a:lnTo>
                  <a:lnTo>
                    <a:pt x="46355" y="0"/>
                  </a:lnTo>
                  <a:lnTo>
                    <a:pt x="35941" y="15875"/>
                  </a:lnTo>
                  <a:lnTo>
                    <a:pt x="311518" y="198742"/>
                  </a:lnTo>
                  <a:lnTo>
                    <a:pt x="295656" y="222631"/>
                  </a:lnTo>
                  <a:lnTo>
                    <a:pt x="380238" y="2329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058924" y="4183379"/>
              <a:ext cx="426720" cy="447040"/>
            </a:xfrm>
            <a:custGeom>
              <a:avLst/>
              <a:gdLst/>
              <a:ahLst/>
              <a:cxnLst/>
              <a:rect l="l" t="t" r="r" b="b"/>
              <a:pathLst>
                <a:path w="426719" h="447039">
                  <a:moveTo>
                    <a:pt x="213359" y="0"/>
                  </a:moveTo>
                  <a:lnTo>
                    <a:pt x="164432" y="5896"/>
                  </a:lnTo>
                  <a:lnTo>
                    <a:pt x="119520" y="22691"/>
                  </a:lnTo>
                  <a:lnTo>
                    <a:pt x="79905" y="49045"/>
                  </a:lnTo>
                  <a:lnTo>
                    <a:pt x="46866" y="83620"/>
                  </a:lnTo>
                  <a:lnTo>
                    <a:pt x="21682" y="125074"/>
                  </a:lnTo>
                  <a:lnTo>
                    <a:pt x="5633" y="172069"/>
                  </a:lnTo>
                  <a:lnTo>
                    <a:pt x="0" y="223266"/>
                  </a:lnTo>
                  <a:lnTo>
                    <a:pt x="5633" y="274462"/>
                  </a:lnTo>
                  <a:lnTo>
                    <a:pt x="21682" y="321457"/>
                  </a:lnTo>
                  <a:lnTo>
                    <a:pt x="46866" y="362911"/>
                  </a:lnTo>
                  <a:lnTo>
                    <a:pt x="79905" y="397486"/>
                  </a:lnTo>
                  <a:lnTo>
                    <a:pt x="119520" y="423840"/>
                  </a:lnTo>
                  <a:lnTo>
                    <a:pt x="164432" y="440635"/>
                  </a:lnTo>
                  <a:lnTo>
                    <a:pt x="213359" y="446532"/>
                  </a:lnTo>
                  <a:lnTo>
                    <a:pt x="262287" y="440635"/>
                  </a:lnTo>
                  <a:lnTo>
                    <a:pt x="307199" y="423840"/>
                  </a:lnTo>
                  <a:lnTo>
                    <a:pt x="346814" y="397486"/>
                  </a:lnTo>
                  <a:lnTo>
                    <a:pt x="379853" y="362911"/>
                  </a:lnTo>
                  <a:lnTo>
                    <a:pt x="405037" y="321457"/>
                  </a:lnTo>
                  <a:lnTo>
                    <a:pt x="421086" y="274462"/>
                  </a:lnTo>
                  <a:lnTo>
                    <a:pt x="426719" y="223266"/>
                  </a:lnTo>
                  <a:lnTo>
                    <a:pt x="421086" y="172069"/>
                  </a:lnTo>
                  <a:lnTo>
                    <a:pt x="405037" y="125074"/>
                  </a:lnTo>
                  <a:lnTo>
                    <a:pt x="379853" y="83620"/>
                  </a:lnTo>
                  <a:lnTo>
                    <a:pt x="346814" y="49045"/>
                  </a:lnTo>
                  <a:lnTo>
                    <a:pt x="307199" y="22691"/>
                  </a:lnTo>
                  <a:lnTo>
                    <a:pt x="262287" y="5896"/>
                  </a:lnTo>
                  <a:lnTo>
                    <a:pt x="213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058924" y="4183379"/>
              <a:ext cx="426720" cy="447040"/>
            </a:xfrm>
            <a:custGeom>
              <a:avLst/>
              <a:gdLst/>
              <a:ahLst/>
              <a:cxnLst/>
              <a:rect l="l" t="t" r="r" b="b"/>
              <a:pathLst>
                <a:path w="426719" h="447039">
                  <a:moveTo>
                    <a:pt x="0" y="223266"/>
                  </a:moveTo>
                  <a:lnTo>
                    <a:pt x="5633" y="172069"/>
                  </a:lnTo>
                  <a:lnTo>
                    <a:pt x="21682" y="125074"/>
                  </a:lnTo>
                  <a:lnTo>
                    <a:pt x="46866" y="83620"/>
                  </a:lnTo>
                  <a:lnTo>
                    <a:pt x="79905" y="49045"/>
                  </a:lnTo>
                  <a:lnTo>
                    <a:pt x="119520" y="22691"/>
                  </a:lnTo>
                  <a:lnTo>
                    <a:pt x="164432" y="5896"/>
                  </a:lnTo>
                  <a:lnTo>
                    <a:pt x="213359" y="0"/>
                  </a:lnTo>
                  <a:lnTo>
                    <a:pt x="262287" y="5896"/>
                  </a:lnTo>
                  <a:lnTo>
                    <a:pt x="307199" y="22691"/>
                  </a:lnTo>
                  <a:lnTo>
                    <a:pt x="346814" y="49045"/>
                  </a:lnTo>
                  <a:lnTo>
                    <a:pt x="379853" y="83620"/>
                  </a:lnTo>
                  <a:lnTo>
                    <a:pt x="405037" y="125074"/>
                  </a:lnTo>
                  <a:lnTo>
                    <a:pt x="421086" y="172069"/>
                  </a:lnTo>
                  <a:lnTo>
                    <a:pt x="426719" y="223266"/>
                  </a:lnTo>
                  <a:lnTo>
                    <a:pt x="421086" y="274462"/>
                  </a:lnTo>
                  <a:lnTo>
                    <a:pt x="405037" y="321457"/>
                  </a:lnTo>
                  <a:lnTo>
                    <a:pt x="379853" y="362911"/>
                  </a:lnTo>
                  <a:lnTo>
                    <a:pt x="346814" y="397486"/>
                  </a:lnTo>
                  <a:lnTo>
                    <a:pt x="307199" y="423840"/>
                  </a:lnTo>
                  <a:lnTo>
                    <a:pt x="262287" y="440635"/>
                  </a:lnTo>
                  <a:lnTo>
                    <a:pt x="213359" y="446532"/>
                  </a:lnTo>
                  <a:lnTo>
                    <a:pt x="164432" y="440635"/>
                  </a:lnTo>
                  <a:lnTo>
                    <a:pt x="119520" y="423840"/>
                  </a:lnTo>
                  <a:lnTo>
                    <a:pt x="79905" y="397486"/>
                  </a:lnTo>
                  <a:lnTo>
                    <a:pt x="46866" y="362911"/>
                  </a:lnTo>
                  <a:lnTo>
                    <a:pt x="21682" y="321457"/>
                  </a:lnTo>
                  <a:lnTo>
                    <a:pt x="5633" y="274462"/>
                  </a:lnTo>
                  <a:lnTo>
                    <a:pt x="0" y="22326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69442" y="2825556"/>
            <a:ext cx="7870190" cy="915035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35"/>
              </a:spcBef>
              <a:tabLst>
                <a:tab pos="5434965" algn="l"/>
                <a:tab pos="6346190" algn="l"/>
              </a:tabLst>
            </a:pP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IDEA</a:t>
            </a:r>
            <a:r>
              <a:rPr dirty="0" sz="2400" spc="-10">
                <a:latin typeface="Franklin Gothic Medium"/>
                <a:cs typeface="Franklin Gothic Medium"/>
              </a:rPr>
              <a:t>: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Convert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>
                <a:latin typeface="Franklin Gothic Medium"/>
                <a:cs typeface="Franklin Gothic Medium"/>
              </a:rPr>
              <a:t>-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60">
                <a:latin typeface="Franklin Gothic Medium"/>
                <a:cs typeface="Franklin Gothic Medium"/>
              </a:rPr>
              <a:t>GNFA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equivalent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 spc="6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−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>
                <a:latin typeface="Franklin Gothic Medium"/>
                <a:cs typeface="Franklin Gothic Medium"/>
              </a:rPr>
              <a:t>-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GNFA</a:t>
            </a:r>
            <a:endParaRPr sz="2400">
              <a:latin typeface="Franklin Gothic Medium"/>
              <a:cs typeface="Franklin Gothic Medium"/>
            </a:endParaRPr>
          </a:p>
          <a:p>
            <a:pPr algn="ctr" marL="273685">
              <a:lnSpc>
                <a:spcPct val="100000"/>
              </a:lnSpc>
              <a:spcBef>
                <a:spcPts val="785"/>
              </a:spcBef>
              <a:tabLst>
                <a:tab pos="4949190" algn="l"/>
              </a:tabLst>
            </a:pPr>
            <a:r>
              <a:rPr dirty="0" sz="2000">
                <a:latin typeface="Cambria Math"/>
                <a:cs typeface="Cambria Math"/>
              </a:rPr>
              <a:t>𝑘</a:t>
            </a:r>
            <a:r>
              <a:rPr dirty="0" sz="2000" spc="110">
                <a:latin typeface="Cambria Math"/>
                <a:cs typeface="Cambria Math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states</a:t>
            </a:r>
            <a:r>
              <a:rPr dirty="0" sz="2000">
                <a:latin typeface="Franklin Gothic Medium"/>
                <a:cs typeface="Franklin Gothic Medium"/>
              </a:rPr>
              <a:t>	</a:t>
            </a:r>
            <a:r>
              <a:rPr dirty="0" sz="2000">
                <a:latin typeface="Cambria Math"/>
                <a:cs typeface="Cambria Math"/>
              </a:rPr>
              <a:t>𝑘</a:t>
            </a:r>
            <a:r>
              <a:rPr dirty="0" sz="2000" spc="5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-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1</a:t>
            </a:r>
            <a:r>
              <a:rPr dirty="0" sz="2000" spc="45">
                <a:latin typeface="Cambria Math"/>
                <a:cs typeface="Cambria Math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states</a:t>
            </a:r>
            <a:endParaRPr sz="2000">
              <a:latin typeface="Franklin Gothic Medium"/>
              <a:cs typeface="Franklin Gothic Medium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4434649" y="4821745"/>
            <a:ext cx="412115" cy="314325"/>
            <a:chOff x="4434649" y="4821745"/>
            <a:chExt cx="412115" cy="314325"/>
          </a:xfrm>
        </p:grpSpPr>
        <p:sp>
          <p:nvSpPr>
            <p:cNvPr id="23" name="object 23" descr=""/>
            <p:cNvSpPr/>
            <p:nvPr/>
          </p:nvSpPr>
          <p:spPr>
            <a:xfrm>
              <a:off x="4439411" y="4826508"/>
              <a:ext cx="402590" cy="304800"/>
            </a:xfrm>
            <a:custGeom>
              <a:avLst/>
              <a:gdLst/>
              <a:ahLst/>
              <a:cxnLst/>
              <a:rect l="l" t="t" r="r" b="b"/>
              <a:pathLst>
                <a:path w="402589" h="304800">
                  <a:moveTo>
                    <a:pt x="249936" y="0"/>
                  </a:moveTo>
                  <a:lnTo>
                    <a:pt x="249936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249936" y="228600"/>
                  </a:lnTo>
                  <a:lnTo>
                    <a:pt x="249936" y="304800"/>
                  </a:lnTo>
                  <a:lnTo>
                    <a:pt x="402336" y="152400"/>
                  </a:lnTo>
                  <a:lnTo>
                    <a:pt x="2499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439411" y="4826508"/>
              <a:ext cx="402590" cy="304800"/>
            </a:xfrm>
            <a:custGeom>
              <a:avLst/>
              <a:gdLst/>
              <a:ahLst/>
              <a:cxnLst/>
              <a:rect l="l" t="t" r="r" b="b"/>
              <a:pathLst>
                <a:path w="402589" h="304800">
                  <a:moveTo>
                    <a:pt x="0" y="76200"/>
                  </a:moveTo>
                  <a:lnTo>
                    <a:pt x="249936" y="76200"/>
                  </a:lnTo>
                  <a:lnTo>
                    <a:pt x="249936" y="0"/>
                  </a:lnTo>
                  <a:lnTo>
                    <a:pt x="402336" y="152400"/>
                  </a:lnTo>
                  <a:lnTo>
                    <a:pt x="249936" y="304800"/>
                  </a:lnTo>
                  <a:lnTo>
                    <a:pt x="249936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4998465" y="3846321"/>
            <a:ext cx="4161154" cy="2263775"/>
            <a:chOff x="4998465" y="3846321"/>
            <a:chExt cx="4161154" cy="2263775"/>
          </a:xfrm>
        </p:grpSpPr>
        <p:sp>
          <p:nvSpPr>
            <p:cNvPr id="26" name="object 26" descr=""/>
            <p:cNvSpPr/>
            <p:nvPr/>
          </p:nvSpPr>
          <p:spPr>
            <a:xfrm>
              <a:off x="5862827" y="3852671"/>
              <a:ext cx="2466340" cy="2251075"/>
            </a:xfrm>
            <a:custGeom>
              <a:avLst/>
              <a:gdLst/>
              <a:ahLst/>
              <a:cxnLst/>
              <a:rect l="l" t="t" r="r" b="b"/>
              <a:pathLst>
                <a:path w="2466340" h="2251075">
                  <a:moveTo>
                    <a:pt x="2090674" y="0"/>
                  </a:moveTo>
                  <a:lnTo>
                    <a:pt x="375158" y="0"/>
                  </a:lnTo>
                  <a:lnTo>
                    <a:pt x="328110" y="2923"/>
                  </a:lnTo>
                  <a:lnTo>
                    <a:pt x="282803" y="11461"/>
                  </a:lnTo>
                  <a:lnTo>
                    <a:pt x="239588" y="25259"/>
                  </a:lnTo>
                  <a:lnTo>
                    <a:pt x="198819" y="43966"/>
                  </a:lnTo>
                  <a:lnTo>
                    <a:pt x="160847" y="67231"/>
                  </a:lnTo>
                  <a:lnTo>
                    <a:pt x="126023" y="94700"/>
                  </a:lnTo>
                  <a:lnTo>
                    <a:pt x="94700" y="126023"/>
                  </a:lnTo>
                  <a:lnTo>
                    <a:pt x="67231" y="160847"/>
                  </a:lnTo>
                  <a:lnTo>
                    <a:pt x="43966" y="198819"/>
                  </a:lnTo>
                  <a:lnTo>
                    <a:pt x="25259" y="239588"/>
                  </a:lnTo>
                  <a:lnTo>
                    <a:pt x="11461" y="282803"/>
                  </a:lnTo>
                  <a:lnTo>
                    <a:pt x="2923" y="328110"/>
                  </a:lnTo>
                  <a:lnTo>
                    <a:pt x="0" y="375157"/>
                  </a:lnTo>
                  <a:lnTo>
                    <a:pt x="0" y="1875777"/>
                  </a:lnTo>
                  <a:lnTo>
                    <a:pt x="2923" y="1922837"/>
                  </a:lnTo>
                  <a:lnTo>
                    <a:pt x="11461" y="1968153"/>
                  </a:lnTo>
                  <a:lnTo>
                    <a:pt x="25259" y="2011374"/>
                  </a:lnTo>
                  <a:lnTo>
                    <a:pt x="43966" y="2052146"/>
                  </a:lnTo>
                  <a:lnTo>
                    <a:pt x="67231" y="2090120"/>
                  </a:lnTo>
                  <a:lnTo>
                    <a:pt x="94700" y="2124942"/>
                  </a:lnTo>
                  <a:lnTo>
                    <a:pt x="126023" y="2156263"/>
                  </a:lnTo>
                  <a:lnTo>
                    <a:pt x="160847" y="2183729"/>
                  </a:lnTo>
                  <a:lnTo>
                    <a:pt x="198819" y="2206990"/>
                  </a:lnTo>
                  <a:lnTo>
                    <a:pt x="239588" y="2225694"/>
                  </a:lnTo>
                  <a:lnTo>
                    <a:pt x="282803" y="2239489"/>
                  </a:lnTo>
                  <a:lnTo>
                    <a:pt x="328110" y="2248024"/>
                  </a:lnTo>
                  <a:lnTo>
                    <a:pt x="375158" y="2250947"/>
                  </a:lnTo>
                  <a:lnTo>
                    <a:pt x="2090674" y="2250947"/>
                  </a:lnTo>
                  <a:lnTo>
                    <a:pt x="2137721" y="2248024"/>
                  </a:lnTo>
                  <a:lnTo>
                    <a:pt x="2183028" y="2239489"/>
                  </a:lnTo>
                  <a:lnTo>
                    <a:pt x="2226243" y="2225694"/>
                  </a:lnTo>
                  <a:lnTo>
                    <a:pt x="2267012" y="2206990"/>
                  </a:lnTo>
                  <a:lnTo>
                    <a:pt x="2304984" y="2183729"/>
                  </a:lnTo>
                  <a:lnTo>
                    <a:pt x="2339808" y="2156263"/>
                  </a:lnTo>
                  <a:lnTo>
                    <a:pt x="2371131" y="2124942"/>
                  </a:lnTo>
                  <a:lnTo>
                    <a:pt x="2398600" y="2090120"/>
                  </a:lnTo>
                  <a:lnTo>
                    <a:pt x="2421865" y="2052146"/>
                  </a:lnTo>
                  <a:lnTo>
                    <a:pt x="2440572" y="2011374"/>
                  </a:lnTo>
                  <a:lnTo>
                    <a:pt x="2454370" y="1968153"/>
                  </a:lnTo>
                  <a:lnTo>
                    <a:pt x="2462908" y="1922837"/>
                  </a:lnTo>
                  <a:lnTo>
                    <a:pt x="2465831" y="1875777"/>
                  </a:lnTo>
                  <a:lnTo>
                    <a:pt x="2465831" y="375157"/>
                  </a:lnTo>
                  <a:lnTo>
                    <a:pt x="2462908" y="328110"/>
                  </a:lnTo>
                  <a:lnTo>
                    <a:pt x="2454370" y="282803"/>
                  </a:lnTo>
                  <a:lnTo>
                    <a:pt x="2440572" y="239588"/>
                  </a:lnTo>
                  <a:lnTo>
                    <a:pt x="2421865" y="198819"/>
                  </a:lnTo>
                  <a:lnTo>
                    <a:pt x="2398600" y="160847"/>
                  </a:lnTo>
                  <a:lnTo>
                    <a:pt x="2371131" y="126023"/>
                  </a:lnTo>
                  <a:lnTo>
                    <a:pt x="2339808" y="94700"/>
                  </a:lnTo>
                  <a:lnTo>
                    <a:pt x="2304984" y="67231"/>
                  </a:lnTo>
                  <a:lnTo>
                    <a:pt x="2267012" y="43966"/>
                  </a:lnTo>
                  <a:lnTo>
                    <a:pt x="2226243" y="25259"/>
                  </a:lnTo>
                  <a:lnTo>
                    <a:pt x="2183028" y="11461"/>
                  </a:lnTo>
                  <a:lnTo>
                    <a:pt x="2137721" y="2923"/>
                  </a:lnTo>
                  <a:lnTo>
                    <a:pt x="209067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862827" y="3852671"/>
              <a:ext cx="2466340" cy="2251075"/>
            </a:xfrm>
            <a:custGeom>
              <a:avLst/>
              <a:gdLst/>
              <a:ahLst/>
              <a:cxnLst/>
              <a:rect l="l" t="t" r="r" b="b"/>
              <a:pathLst>
                <a:path w="2466340" h="2251075">
                  <a:moveTo>
                    <a:pt x="0" y="375157"/>
                  </a:moveTo>
                  <a:lnTo>
                    <a:pt x="2923" y="328110"/>
                  </a:lnTo>
                  <a:lnTo>
                    <a:pt x="11461" y="282803"/>
                  </a:lnTo>
                  <a:lnTo>
                    <a:pt x="25259" y="239588"/>
                  </a:lnTo>
                  <a:lnTo>
                    <a:pt x="43966" y="198819"/>
                  </a:lnTo>
                  <a:lnTo>
                    <a:pt x="67231" y="160847"/>
                  </a:lnTo>
                  <a:lnTo>
                    <a:pt x="94700" y="126023"/>
                  </a:lnTo>
                  <a:lnTo>
                    <a:pt x="126023" y="94700"/>
                  </a:lnTo>
                  <a:lnTo>
                    <a:pt x="160847" y="67231"/>
                  </a:lnTo>
                  <a:lnTo>
                    <a:pt x="198819" y="43966"/>
                  </a:lnTo>
                  <a:lnTo>
                    <a:pt x="239588" y="25259"/>
                  </a:lnTo>
                  <a:lnTo>
                    <a:pt x="282803" y="11461"/>
                  </a:lnTo>
                  <a:lnTo>
                    <a:pt x="328110" y="2923"/>
                  </a:lnTo>
                  <a:lnTo>
                    <a:pt x="375158" y="0"/>
                  </a:lnTo>
                  <a:lnTo>
                    <a:pt x="2090674" y="0"/>
                  </a:lnTo>
                  <a:lnTo>
                    <a:pt x="2137721" y="2923"/>
                  </a:lnTo>
                  <a:lnTo>
                    <a:pt x="2183028" y="11461"/>
                  </a:lnTo>
                  <a:lnTo>
                    <a:pt x="2226243" y="25259"/>
                  </a:lnTo>
                  <a:lnTo>
                    <a:pt x="2267012" y="43966"/>
                  </a:lnTo>
                  <a:lnTo>
                    <a:pt x="2304984" y="67231"/>
                  </a:lnTo>
                  <a:lnTo>
                    <a:pt x="2339808" y="94700"/>
                  </a:lnTo>
                  <a:lnTo>
                    <a:pt x="2371131" y="126023"/>
                  </a:lnTo>
                  <a:lnTo>
                    <a:pt x="2398600" y="160847"/>
                  </a:lnTo>
                  <a:lnTo>
                    <a:pt x="2421865" y="198819"/>
                  </a:lnTo>
                  <a:lnTo>
                    <a:pt x="2440572" y="239588"/>
                  </a:lnTo>
                  <a:lnTo>
                    <a:pt x="2454370" y="282803"/>
                  </a:lnTo>
                  <a:lnTo>
                    <a:pt x="2462908" y="328110"/>
                  </a:lnTo>
                  <a:lnTo>
                    <a:pt x="2465831" y="375157"/>
                  </a:lnTo>
                  <a:lnTo>
                    <a:pt x="2465831" y="1875777"/>
                  </a:lnTo>
                  <a:lnTo>
                    <a:pt x="2462908" y="1922837"/>
                  </a:lnTo>
                  <a:lnTo>
                    <a:pt x="2454370" y="1968153"/>
                  </a:lnTo>
                  <a:lnTo>
                    <a:pt x="2440572" y="2011374"/>
                  </a:lnTo>
                  <a:lnTo>
                    <a:pt x="2421865" y="2052146"/>
                  </a:lnTo>
                  <a:lnTo>
                    <a:pt x="2398600" y="2090120"/>
                  </a:lnTo>
                  <a:lnTo>
                    <a:pt x="2371131" y="2124942"/>
                  </a:lnTo>
                  <a:lnTo>
                    <a:pt x="2339808" y="2156263"/>
                  </a:lnTo>
                  <a:lnTo>
                    <a:pt x="2304984" y="2183729"/>
                  </a:lnTo>
                  <a:lnTo>
                    <a:pt x="2267012" y="2206990"/>
                  </a:lnTo>
                  <a:lnTo>
                    <a:pt x="2226243" y="2225694"/>
                  </a:lnTo>
                  <a:lnTo>
                    <a:pt x="2183028" y="2239489"/>
                  </a:lnTo>
                  <a:lnTo>
                    <a:pt x="2137721" y="2248024"/>
                  </a:lnTo>
                  <a:lnTo>
                    <a:pt x="2090674" y="2250947"/>
                  </a:lnTo>
                  <a:lnTo>
                    <a:pt x="375158" y="2250947"/>
                  </a:lnTo>
                  <a:lnTo>
                    <a:pt x="328110" y="2248024"/>
                  </a:lnTo>
                  <a:lnTo>
                    <a:pt x="282803" y="2239489"/>
                  </a:lnTo>
                  <a:lnTo>
                    <a:pt x="239588" y="2225694"/>
                  </a:lnTo>
                  <a:lnTo>
                    <a:pt x="198819" y="2206990"/>
                  </a:lnTo>
                  <a:lnTo>
                    <a:pt x="160847" y="2183729"/>
                  </a:lnTo>
                  <a:lnTo>
                    <a:pt x="126023" y="2156263"/>
                  </a:lnTo>
                  <a:lnTo>
                    <a:pt x="94700" y="2124942"/>
                  </a:lnTo>
                  <a:lnTo>
                    <a:pt x="67231" y="2090120"/>
                  </a:lnTo>
                  <a:lnTo>
                    <a:pt x="43966" y="2052146"/>
                  </a:lnTo>
                  <a:lnTo>
                    <a:pt x="25259" y="2011374"/>
                  </a:lnTo>
                  <a:lnTo>
                    <a:pt x="11461" y="1968153"/>
                  </a:lnTo>
                  <a:lnTo>
                    <a:pt x="2923" y="1922837"/>
                  </a:lnTo>
                  <a:lnTo>
                    <a:pt x="0" y="1875777"/>
                  </a:lnTo>
                  <a:lnTo>
                    <a:pt x="0" y="37515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525261" y="4941569"/>
              <a:ext cx="339090" cy="76200"/>
            </a:xfrm>
            <a:custGeom>
              <a:avLst/>
              <a:gdLst/>
              <a:ahLst/>
              <a:cxnLst/>
              <a:rect l="l" t="t" r="r" b="b"/>
              <a:pathLst>
                <a:path w="339089" h="76200">
                  <a:moveTo>
                    <a:pt x="262763" y="0"/>
                  </a:moveTo>
                  <a:lnTo>
                    <a:pt x="262763" y="76199"/>
                  </a:lnTo>
                  <a:lnTo>
                    <a:pt x="319913" y="47624"/>
                  </a:lnTo>
                  <a:lnTo>
                    <a:pt x="275463" y="47624"/>
                  </a:lnTo>
                  <a:lnTo>
                    <a:pt x="275463" y="28574"/>
                  </a:lnTo>
                  <a:lnTo>
                    <a:pt x="319913" y="28574"/>
                  </a:lnTo>
                  <a:lnTo>
                    <a:pt x="262763" y="0"/>
                  </a:lnTo>
                  <a:close/>
                </a:path>
                <a:path w="339089" h="76200">
                  <a:moveTo>
                    <a:pt x="262763" y="28574"/>
                  </a:moveTo>
                  <a:lnTo>
                    <a:pt x="0" y="28574"/>
                  </a:lnTo>
                  <a:lnTo>
                    <a:pt x="0" y="47624"/>
                  </a:lnTo>
                  <a:lnTo>
                    <a:pt x="262763" y="47624"/>
                  </a:lnTo>
                  <a:lnTo>
                    <a:pt x="262763" y="28574"/>
                  </a:lnTo>
                  <a:close/>
                </a:path>
                <a:path w="339089" h="76200">
                  <a:moveTo>
                    <a:pt x="319913" y="28574"/>
                  </a:moveTo>
                  <a:lnTo>
                    <a:pt x="275463" y="28574"/>
                  </a:lnTo>
                  <a:lnTo>
                    <a:pt x="275463" y="47624"/>
                  </a:lnTo>
                  <a:lnTo>
                    <a:pt x="319913" y="47624"/>
                  </a:lnTo>
                  <a:lnTo>
                    <a:pt x="338963" y="38099"/>
                  </a:lnTo>
                  <a:lnTo>
                    <a:pt x="319913" y="285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004815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4" h="524510">
                  <a:moveTo>
                    <a:pt x="259842" y="0"/>
                  </a:moveTo>
                  <a:lnTo>
                    <a:pt x="213134" y="4222"/>
                  </a:lnTo>
                  <a:lnTo>
                    <a:pt x="169173" y="16398"/>
                  </a:lnTo>
                  <a:lnTo>
                    <a:pt x="128693" y="35785"/>
                  </a:lnTo>
                  <a:lnTo>
                    <a:pt x="92427" y="61645"/>
                  </a:lnTo>
                  <a:lnTo>
                    <a:pt x="61110" y="93237"/>
                  </a:lnTo>
                  <a:lnTo>
                    <a:pt x="35475" y="129822"/>
                  </a:lnTo>
                  <a:lnTo>
                    <a:pt x="16255" y="170658"/>
                  </a:lnTo>
                  <a:lnTo>
                    <a:pt x="4186" y="215007"/>
                  </a:lnTo>
                  <a:lnTo>
                    <a:pt x="0" y="262128"/>
                  </a:lnTo>
                  <a:lnTo>
                    <a:pt x="4186" y="309248"/>
                  </a:lnTo>
                  <a:lnTo>
                    <a:pt x="16255" y="353597"/>
                  </a:lnTo>
                  <a:lnTo>
                    <a:pt x="35475" y="394433"/>
                  </a:lnTo>
                  <a:lnTo>
                    <a:pt x="61110" y="431018"/>
                  </a:lnTo>
                  <a:lnTo>
                    <a:pt x="92427" y="462610"/>
                  </a:lnTo>
                  <a:lnTo>
                    <a:pt x="128693" y="488470"/>
                  </a:lnTo>
                  <a:lnTo>
                    <a:pt x="169173" y="507857"/>
                  </a:lnTo>
                  <a:lnTo>
                    <a:pt x="213134" y="520033"/>
                  </a:lnTo>
                  <a:lnTo>
                    <a:pt x="259842" y="524256"/>
                  </a:lnTo>
                  <a:lnTo>
                    <a:pt x="306549" y="520033"/>
                  </a:lnTo>
                  <a:lnTo>
                    <a:pt x="350510" y="507857"/>
                  </a:lnTo>
                  <a:lnTo>
                    <a:pt x="390990" y="488470"/>
                  </a:lnTo>
                  <a:lnTo>
                    <a:pt x="427256" y="462610"/>
                  </a:lnTo>
                  <a:lnTo>
                    <a:pt x="458573" y="431018"/>
                  </a:lnTo>
                  <a:lnTo>
                    <a:pt x="484208" y="394433"/>
                  </a:lnTo>
                  <a:lnTo>
                    <a:pt x="503428" y="353597"/>
                  </a:lnTo>
                  <a:lnTo>
                    <a:pt x="515497" y="309248"/>
                  </a:lnTo>
                  <a:lnTo>
                    <a:pt x="519684" y="262128"/>
                  </a:lnTo>
                  <a:lnTo>
                    <a:pt x="515497" y="215007"/>
                  </a:lnTo>
                  <a:lnTo>
                    <a:pt x="503428" y="170658"/>
                  </a:lnTo>
                  <a:lnTo>
                    <a:pt x="484208" y="129822"/>
                  </a:lnTo>
                  <a:lnTo>
                    <a:pt x="458573" y="93237"/>
                  </a:lnTo>
                  <a:lnTo>
                    <a:pt x="427256" y="61645"/>
                  </a:lnTo>
                  <a:lnTo>
                    <a:pt x="390990" y="35785"/>
                  </a:lnTo>
                  <a:lnTo>
                    <a:pt x="350510" y="16398"/>
                  </a:lnTo>
                  <a:lnTo>
                    <a:pt x="306549" y="4222"/>
                  </a:lnTo>
                  <a:lnTo>
                    <a:pt x="259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004815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4" h="524510">
                  <a:moveTo>
                    <a:pt x="0" y="262128"/>
                  </a:moveTo>
                  <a:lnTo>
                    <a:pt x="4186" y="215007"/>
                  </a:lnTo>
                  <a:lnTo>
                    <a:pt x="16255" y="170658"/>
                  </a:lnTo>
                  <a:lnTo>
                    <a:pt x="35475" y="129822"/>
                  </a:lnTo>
                  <a:lnTo>
                    <a:pt x="61110" y="93237"/>
                  </a:lnTo>
                  <a:lnTo>
                    <a:pt x="92427" y="61645"/>
                  </a:lnTo>
                  <a:lnTo>
                    <a:pt x="128693" y="35785"/>
                  </a:lnTo>
                  <a:lnTo>
                    <a:pt x="169173" y="16398"/>
                  </a:lnTo>
                  <a:lnTo>
                    <a:pt x="213134" y="4222"/>
                  </a:lnTo>
                  <a:lnTo>
                    <a:pt x="259842" y="0"/>
                  </a:lnTo>
                  <a:lnTo>
                    <a:pt x="306549" y="4222"/>
                  </a:lnTo>
                  <a:lnTo>
                    <a:pt x="350510" y="16398"/>
                  </a:lnTo>
                  <a:lnTo>
                    <a:pt x="390990" y="35785"/>
                  </a:lnTo>
                  <a:lnTo>
                    <a:pt x="427256" y="61645"/>
                  </a:lnTo>
                  <a:lnTo>
                    <a:pt x="458573" y="93237"/>
                  </a:lnTo>
                  <a:lnTo>
                    <a:pt x="484208" y="129822"/>
                  </a:lnTo>
                  <a:lnTo>
                    <a:pt x="503428" y="170658"/>
                  </a:lnTo>
                  <a:lnTo>
                    <a:pt x="515497" y="215007"/>
                  </a:lnTo>
                  <a:lnTo>
                    <a:pt x="519684" y="262128"/>
                  </a:lnTo>
                  <a:lnTo>
                    <a:pt x="515497" y="309248"/>
                  </a:lnTo>
                  <a:lnTo>
                    <a:pt x="503428" y="353597"/>
                  </a:lnTo>
                  <a:lnTo>
                    <a:pt x="484208" y="394433"/>
                  </a:lnTo>
                  <a:lnTo>
                    <a:pt x="458573" y="431018"/>
                  </a:lnTo>
                  <a:lnTo>
                    <a:pt x="427256" y="462610"/>
                  </a:lnTo>
                  <a:lnTo>
                    <a:pt x="390990" y="488470"/>
                  </a:lnTo>
                  <a:lnTo>
                    <a:pt x="350510" y="507857"/>
                  </a:lnTo>
                  <a:lnTo>
                    <a:pt x="306549" y="520033"/>
                  </a:lnTo>
                  <a:lnTo>
                    <a:pt x="259842" y="524256"/>
                  </a:lnTo>
                  <a:lnTo>
                    <a:pt x="213134" y="520033"/>
                  </a:lnTo>
                  <a:lnTo>
                    <a:pt x="169173" y="507857"/>
                  </a:lnTo>
                  <a:lnTo>
                    <a:pt x="128693" y="488470"/>
                  </a:lnTo>
                  <a:lnTo>
                    <a:pt x="92427" y="462610"/>
                  </a:lnTo>
                  <a:lnTo>
                    <a:pt x="61110" y="431018"/>
                  </a:lnTo>
                  <a:lnTo>
                    <a:pt x="35475" y="394433"/>
                  </a:lnTo>
                  <a:lnTo>
                    <a:pt x="16255" y="353597"/>
                  </a:lnTo>
                  <a:lnTo>
                    <a:pt x="4186" y="309248"/>
                  </a:lnTo>
                  <a:lnTo>
                    <a:pt x="0" y="26212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633459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5" h="524510">
                  <a:moveTo>
                    <a:pt x="259842" y="0"/>
                  </a:moveTo>
                  <a:lnTo>
                    <a:pt x="213134" y="4222"/>
                  </a:lnTo>
                  <a:lnTo>
                    <a:pt x="169173" y="16398"/>
                  </a:lnTo>
                  <a:lnTo>
                    <a:pt x="128693" y="35785"/>
                  </a:lnTo>
                  <a:lnTo>
                    <a:pt x="92427" y="61645"/>
                  </a:lnTo>
                  <a:lnTo>
                    <a:pt x="61110" y="93237"/>
                  </a:lnTo>
                  <a:lnTo>
                    <a:pt x="35475" y="129822"/>
                  </a:lnTo>
                  <a:lnTo>
                    <a:pt x="16255" y="170658"/>
                  </a:lnTo>
                  <a:lnTo>
                    <a:pt x="4186" y="215007"/>
                  </a:lnTo>
                  <a:lnTo>
                    <a:pt x="0" y="262128"/>
                  </a:lnTo>
                  <a:lnTo>
                    <a:pt x="4186" y="309248"/>
                  </a:lnTo>
                  <a:lnTo>
                    <a:pt x="16256" y="353597"/>
                  </a:lnTo>
                  <a:lnTo>
                    <a:pt x="35475" y="394433"/>
                  </a:lnTo>
                  <a:lnTo>
                    <a:pt x="61110" y="431018"/>
                  </a:lnTo>
                  <a:lnTo>
                    <a:pt x="92427" y="462610"/>
                  </a:lnTo>
                  <a:lnTo>
                    <a:pt x="128693" y="488470"/>
                  </a:lnTo>
                  <a:lnTo>
                    <a:pt x="169173" y="507857"/>
                  </a:lnTo>
                  <a:lnTo>
                    <a:pt x="213134" y="520033"/>
                  </a:lnTo>
                  <a:lnTo>
                    <a:pt x="259842" y="524256"/>
                  </a:lnTo>
                  <a:lnTo>
                    <a:pt x="306549" y="520033"/>
                  </a:lnTo>
                  <a:lnTo>
                    <a:pt x="350510" y="507857"/>
                  </a:lnTo>
                  <a:lnTo>
                    <a:pt x="390990" y="488470"/>
                  </a:lnTo>
                  <a:lnTo>
                    <a:pt x="427256" y="462610"/>
                  </a:lnTo>
                  <a:lnTo>
                    <a:pt x="458573" y="431018"/>
                  </a:lnTo>
                  <a:lnTo>
                    <a:pt x="484208" y="394433"/>
                  </a:lnTo>
                  <a:lnTo>
                    <a:pt x="503428" y="353597"/>
                  </a:lnTo>
                  <a:lnTo>
                    <a:pt x="515497" y="309248"/>
                  </a:lnTo>
                  <a:lnTo>
                    <a:pt x="519684" y="262128"/>
                  </a:lnTo>
                  <a:lnTo>
                    <a:pt x="515497" y="215007"/>
                  </a:lnTo>
                  <a:lnTo>
                    <a:pt x="503427" y="170658"/>
                  </a:lnTo>
                  <a:lnTo>
                    <a:pt x="484208" y="129822"/>
                  </a:lnTo>
                  <a:lnTo>
                    <a:pt x="458573" y="93237"/>
                  </a:lnTo>
                  <a:lnTo>
                    <a:pt x="427256" y="61645"/>
                  </a:lnTo>
                  <a:lnTo>
                    <a:pt x="390990" y="35785"/>
                  </a:lnTo>
                  <a:lnTo>
                    <a:pt x="350510" y="16398"/>
                  </a:lnTo>
                  <a:lnTo>
                    <a:pt x="306549" y="4222"/>
                  </a:lnTo>
                  <a:lnTo>
                    <a:pt x="259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633459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5" h="524510">
                  <a:moveTo>
                    <a:pt x="0" y="262128"/>
                  </a:moveTo>
                  <a:lnTo>
                    <a:pt x="4186" y="215007"/>
                  </a:lnTo>
                  <a:lnTo>
                    <a:pt x="16255" y="170658"/>
                  </a:lnTo>
                  <a:lnTo>
                    <a:pt x="35475" y="129822"/>
                  </a:lnTo>
                  <a:lnTo>
                    <a:pt x="61110" y="93237"/>
                  </a:lnTo>
                  <a:lnTo>
                    <a:pt x="92427" y="61645"/>
                  </a:lnTo>
                  <a:lnTo>
                    <a:pt x="128693" y="35785"/>
                  </a:lnTo>
                  <a:lnTo>
                    <a:pt x="169173" y="16398"/>
                  </a:lnTo>
                  <a:lnTo>
                    <a:pt x="213134" y="4222"/>
                  </a:lnTo>
                  <a:lnTo>
                    <a:pt x="259842" y="0"/>
                  </a:lnTo>
                  <a:lnTo>
                    <a:pt x="306549" y="4222"/>
                  </a:lnTo>
                  <a:lnTo>
                    <a:pt x="350510" y="16398"/>
                  </a:lnTo>
                  <a:lnTo>
                    <a:pt x="390990" y="35785"/>
                  </a:lnTo>
                  <a:lnTo>
                    <a:pt x="427256" y="61645"/>
                  </a:lnTo>
                  <a:lnTo>
                    <a:pt x="458573" y="93237"/>
                  </a:lnTo>
                  <a:lnTo>
                    <a:pt x="484208" y="129822"/>
                  </a:lnTo>
                  <a:lnTo>
                    <a:pt x="503427" y="170658"/>
                  </a:lnTo>
                  <a:lnTo>
                    <a:pt x="515497" y="215007"/>
                  </a:lnTo>
                  <a:lnTo>
                    <a:pt x="519684" y="262128"/>
                  </a:lnTo>
                  <a:lnTo>
                    <a:pt x="515497" y="309248"/>
                  </a:lnTo>
                  <a:lnTo>
                    <a:pt x="503428" y="353597"/>
                  </a:lnTo>
                  <a:lnTo>
                    <a:pt x="484208" y="394433"/>
                  </a:lnTo>
                  <a:lnTo>
                    <a:pt x="458573" y="431018"/>
                  </a:lnTo>
                  <a:lnTo>
                    <a:pt x="427256" y="462610"/>
                  </a:lnTo>
                  <a:lnTo>
                    <a:pt x="390990" y="488470"/>
                  </a:lnTo>
                  <a:lnTo>
                    <a:pt x="350510" y="507857"/>
                  </a:lnTo>
                  <a:lnTo>
                    <a:pt x="306549" y="520033"/>
                  </a:lnTo>
                  <a:lnTo>
                    <a:pt x="259842" y="524256"/>
                  </a:lnTo>
                  <a:lnTo>
                    <a:pt x="213134" y="520033"/>
                  </a:lnTo>
                  <a:lnTo>
                    <a:pt x="169173" y="507857"/>
                  </a:lnTo>
                  <a:lnTo>
                    <a:pt x="128693" y="488470"/>
                  </a:lnTo>
                  <a:lnTo>
                    <a:pt x="92427" y="462610"/>
                  </a:lnTo>
                  <a:lnTo>
                    <a:pt x="61110" y="431018"/>
                  </a:lnTo>
                  <a:lnTo>
                    <a:pt x="35475" y="394433"/>
                  </a:lnTo>
                  <a:lnTo>
                    <a:pt x="16256" y="353597"/>
                  </a:lnTo>
                  <a:lnTo>
                    <a:pt x="4186" y="309248"/>
                  </a:lnTo>
                  <a:lnTo>
                    <a:pt x="0" y="262128"/>
                  </a:lnTo>
                  <a:close/>
                </a:path>
                <a:path w="520065" h="524510">
                  <a:moveTo>
                    <a:pt x="36575" y="261366"/>
                  </a:moveTo>
                  <a:lnTo>
                    <a:pt x="41111" y="216046"/>
                  </a:lnTo>
                  <a:lnTo>
                    <a:pt x="54119" y="173843"/>
                  </a:lnTo>
                  <a:lnTo>
                    <a:pt x="74703" y="135658"/>
                  </a:lnTo>
                  <a:lnTo>
                    <a:pt x="101965" y="102393"/>
                  </a:lnTo>
                  <a:lnTo>
                    <a:pt x="135007" y="74951"/>
                  </a:lnTo>
                  <a:lnTo>
                    <a:pt x="172932" y="54232"/>
                  </a:lnTo>
                  <a:lnTo>
                    <a:pt x="214843" y="41140"/>
                  </a:lnTo>
                  <a:lnTo>
                    <a:pt x="259842" y="36576"/>
                  </a:lnTo>
                  <a:lnTo>
                    <a:pt x="304840" y="41140"/>
                  </a:lnTo>
                  <a:lnTo>
                    <a:pt x="346751" y="54232"/>
                  </a:lnTo>
                  <a:lnTo>
                    <a:pt x="384676" y="74951"/>
                  </a:lnTo>
                  <a:lnTo>
                    <a:pt x="417718" y="102393"/>
                  </a:lnTo>
                  <a:lnTo>
                    <a:pt x="444980" y="135658"/>
                  </a:lnTo>
                  <a:lnTo>
                    <a:pt x="465564" y="173843"/>
                  </a:lnTo>
                  <a:lnTo>
                    <a:pt x="478572" y="216046"/>
                  </a:lnTo>
                  <a:lnTo>
                    <a:pt x="483108" y="261366"/>
                  </a:lnTo>
                  <a:lnTo>
                    <a:pt x="478572" y="306685"/>
                  </a:lnTo>
                  <a:lnTo>
                    <a:pt x="465564" y="348888"/>
                  </a:lnTo>
                  <a:lnTo>
                    <a:pt x="444980" y="387073"/>
                  </a:lnTo>
                  <a:lnTo>
                    <a:pt x="417718" y="420338"/>
                  </a:lnTo>
                  <a:lnTo>
                    <a:pt x="384676" y="447780"/>
                  </a:lnTo>
                  <a:lnTo>
                    <a:pt x="346751" y="468499"/>
                  </a:lnTo>
                  <a:lnTo>
                    <a:pt x="304840" y="481591"/>
                  </a:lnTo>
                  <a:lnTo>
                    <a:pt x="259842" y="486156"/>
                  </a:lnTo>
                  <a:lnTo>
                    <a:pt x="214843" y="481591"/>
                  </a:lnTo>
                  <a:lnTo>
                    <a:pt x="172932" y="468499"/>
                  </a:lnTo>
                  <a:lnTo>
                    <a:pt x="135007" y="447780"/>
                  </a:lnTo>
                  <a:lnTo>
                    <a:pt x="101965" y="420338"/>
                  </a:lnTo>
                  <a:lnTo>
                    <a:pt x="74703" y="387073"/>
                  </a:lnTo>
                  <a:lnTo>
                    <a:pt x="54119" y="348888"/>
                  </a:lnTo>
                  <a:lnTo>
                    <a:pt x="41111" y="306685"/>
                  </a:lnTo>
                  <a:lnTo>
                    <a:pt x="36575" y="26136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329422" y="4561712"/>
              <a:ext cx="382270" cy="835660"/>
            </a:xfrm>
            <a:custGeom>
              <a:avLst/>
              <a:gdLst/>
              <a:ahLst/>
              <a:cxnLst/>
              <a:rect l="l" t="t" r="r" b="b"/>
              <a:pathLst>
                <a:path w="382270" h="835660">
                  <a:moveTo>
                    <a:pt x="304800" y="417957"/>
                  </a:moveTo>
                  <a:lnTo>
                    <a:pt x="285750" y="408432"/>
                  </a:lnTo>
                  <a:lnTo>
                    <a:pt x="228600" y="379857"/>
                  </a:lnTo>
                  <a:lnTo>
                    <a:pt x="228600" y="408432"/>
                  </a:lnTo>
                  <a:lnTo>
                    <a:pt x="0" y="408432"/>
                  </a:lnTo>
                  <a:lnTo>
                    <a:pt x="0" y="427482"/>
                  </a:lnTo>
                  <a:lnTo>
                    <a:pt x="228600" y="427482"/>
                  </a:lnTo>
                  <a:lnTo>
                    <a:pt x="228600" y="456057"/>
                  </a:lnTo>
                  <a:lnTo>
                    <a:pt x="285750" y="427482"/>
                  </a:lnTo>
                  <a:lnTo>
                    <a:pt x="304800" y="417957"/>
                  </a:lnTo>
                  <a:close/>
                </a:path>
                <a:path w="382270" h="835660">
                  <a:moveTo>
                    <a:pt x="381762" y="602361"/>
                  </a:moveTo>
                  <a:lnTo>
                    <a:pt x="297307" y="612775"/>
                  </a:lnTo>
                  <a:lnTo>
                    <a:pt x="313029" y="636549"/>
                  </a:lnTo>
                  <a:lnTo>
                    <a:pt x="37465" y="819404"/>
                  </a:lnTo>
                  <a:lnTo>
                    <a:pt x="47879" y="835279"/>
                  </a:lnTo>
                  <a:lnTo>
                    <a:pt x="323557" y="652437"/>
                  </a:lnTo>
                  <a:lnTo>
                    <a:pt x="339344" y="676275"/>
                  </a:lnTo>
                  <a:lnTo>
                    <a:pt x="366153" y="629539"/>
                  </a:lnTo>
                  <a:lnTo>
                    <a:pt x="381762" y="602361"/>
                  </a:lnTo>
                  <a:close/>
                </a:path>
                <a:path w="382270" h="835660">
                  <a:moveTo>
                    <a:pt x="381762" y="232918"/>
                  </a:moveTo>
                  <a:lnTo>
                    <a:pt x="366128" y="205740"/>
                  </a:lnTo>
                  <a:lnTo>
                    <a:pt x="339344" y="159131"/>
                  </a:lnTo>
                  <a:lnTo>
                    <a:pt x="323583" y="182867"/>
                  </a:lnTo>
                  <a:lnTo>
                    <a:pt x="47879" y="0"/>
                  </a:lnTo>
                  <a:lnTo>
                    <a:pt x="37465" y="15875"/>
                  </a:lnTo>
                  <a:lnTo>
                    <a:pt x="313042" y="198742"/>
                  </a:lnTo>
                  <a:lnTo>
                    <a:pt x="297180" y="222631"/>
                  </a:lnTo>
                  <a:lnTo>
                    <a:pt x="381762" y="2329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929883" y="4972811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212598" y="0"/>
                  </a:moveTo>
                  <a:lnTo>
                    <a:pt x="163832" y="5896"/>
                  </a:lnTo>
                  <a:lnTo>
                    <a:pt x="119076" y="22691"/>
                  </a:lnTo>
                  <a:lnTo>
                    <a:pt x="79603" y="49045"/>
                  </a:lnTo>
                  <a:lnTo>
                    <a:pt x="46686" y="83620"/>
                  </a:lnTo>
                  <a:lnTo>
                    <a:pt x="21598" y="125074"/>
                  </a:lnTo>
                  <a:lnTo>
                    <a:pt x="5611" y="172069"/>
                  </a:lnTo>
                  <a:lnTo>
                    <a:pt x="0" y="223265"/>
                  </a:lnTo>
                  <a:lnTo>
                    <a:pt x="5611" y="274462"/>
                  </a:lnTo>
                  <a:lnTo>
                    <a:pt x="21598" y="321457"/>
                  </a:lnTo>
                  <a:lnTo>
                    <a:pt x="46686" y="362911"/>
                  </a:lnTo>
                  <a:lnTo>
                    <a:pt x="79603" y="397486"/>
                  </a:lnTo>
                  <a:lnTo>
                    <a:pt x="119076" y="423840"/>
                  </a:lnTo>
                  <a:lnTo>
                    <a:pt x="163832" y="440635"/>
                  </a:lnTo>
                  <a:lnTo>
                    <a:pt x="212598" y="446531"/>
                  </a:lnTo>
                  <a:lnTo>
                    <a:pt x="261363" y="440635"/>
                  </a:lnTo>
                  <a:lnTo>
                    <a:pt x="306119" y="423840"/>
                  </a:lnTo>
                  <a:lnTo>
                    <a:pt x="345592" y="397486"/>
                  </a:lnTo>
                  <a:lnTo>
                    <a:pt x="378509" y="362911"/>
                  </a:lnTo>
                  <a:lnTo>
                    <a:pt x="403597" y="321457"/>
                  </a:lnTo>
                  <a:lnTo>
                    <a:pt x="419584" y="274462"/>
                  </a:lnTo>
                  <a:lnTo>
                    <a:pt x="425195" y="223265"/>
                  </a:lnTo>
                  <a:lnTo>
                    <a:pt x="419584" y="172069"/>
                  </a:lnTo>
                  <a:lnTo>
                    <a:pt x="403597" y="125074"/>
                  </a:lnTo>
                  <a:lnTo>
                    <a:pt x="378509" y="83620"/>
                  </a:lnTo>
                  <a:lnTo>
                    <a:pt x="345592" y="49045"/>
                  </a:lnTo>
                  <a:lnTo>
                    <a:pt x="306119" y="22691"/>
                  </a:lnTo>
                  <a:lnTo>
                    <a:pt x="261363" y="5896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929883" y="4972811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0" y="223265"/>
                  </a:moveTo>
                  <a:lnTo>
                    <a:pt x="5611" y="172069"/>
                  </a:lnTo>
                  <a:lnTo>
                    <a:pt x="21598" y="125074"/>
                  </a:lnTo>
                  <a:lnTo>
                    <a:pt x="46686" y="83620"/>
                  </a:lnTo>
                  <a:lnTo>
                    <a:pt x="79603" y="49045"/>
                  </a:lnTo>
                  <a:lnTo>
                    <a:pt x="119076" y="22691"/>
                  </a:lnTo>
                  <a:lnTo>
                    <a:pt x="163832" y="5896"/>
                  </a:lnTo>
                  <a:lnTo>
                    <a:pt x="212598" y="0"/>
                  </a:lnTo>
                  <a:lnTo>
                    <a:pt x="261363" y="5896"/>
                  </a:lnTo>
                  <a:lnTo>
                    <a:pt x="306119" y="22691"/>
                  </a:lnTo>
                  <a:lnTo>
                    <a:pt x="345592" y="49045"/>
                  </a:lnTo>
                  <a:lnTo>
                    <a:pt x="378509" y="83620"/>
                  </a:lnTo>
                  <a:lnTo>
                    <a:pt x="403597" y="125074"/>
                  </a:lnTo>
                  <a:lnTo>
                    <a:pt x="419584" y="172069"/>
                  </a:lnTo>
                  <a:lnTo>
                    <a:pt x="425195" y="223265"/>
                  </a:lnTo>
                  <a:lnTo>
                    <a:pt x="419584" y="274462"/>
                  </a:lnTo>
                  <a:lnTo>
                    <a:pt x="403597" y="321457"/>
                  </a:lnTo>
                  <a:lnTo>
                    <a:pt x="378509" y="362911"/>
                  </a:lnTo>
                  <a:lnTo>
                    <a:pt x="345592" y="397486"/>
                  </a:lnTo>
                  <a:lnTo>
                    <a:pt x="306119" y="423840"/>
                  </a:lnTo>
                  <a:lnTo>
                    <a:pt x="261363" y="440635"/>
                  </a:lnTo>
                  <a:lnTo>
                    <a:pt x="212598" y="446531"/>
                  </a:lnTo>
                  <a:lnTo>
                    <a:pt x="163832" y="440635"/>
                  </a:lnTo>
                  <a:lnTo>
                    <a:pt x="119076" y="423840"/>
                  </a:lnTo>
                  <a:lnTo>
                    <a:pt x="79603" y="397486"/>
                  </a:lnTo>
                  <a:lnTo>
                    <a:pt x="46686" y="362911"/>
                  </a:lnTo>
                  <a:lnTo>
                    <a:pt x="21598" y="321457"/>
                  </a:lnTo>
                  <a:lnTo>
                    <a:pt x="5611" y="274462"/>
                  </a:lnTo>
                  <a:lnTo>
                    <a:pt x="0" y="22326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2180589" y="4268470"/>
            <a:ext cx="1333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1092453" y="5028946"/>
            <a:ext cx="439420" cy="459740"/>
            <a:chOff x="1092453" y="5028946"/>
            <a:chExt cx="439420" cy="459740"/>
          </a:xfrm>
        </p:grpSpPr>
        <p:sp>
          <p:nvSpPr>
            <p:cNvPr id="38" name="object 38" descr=""/>
            <p:cNvSpPr/>
            <p:nvPr/>
          </p:nvSpPr>
          <p:spPr>
            <a:xfrm>
              <a:off x="1098803" y="5035296"/>
              <a:ext cx="426720" cy="447040"/>
            </a:xfrm>
            <a:custGeom>
              <a:avLst/>
              <a:gdLst/>
              <a:ahLst/>
              <a:cxnLst/>
              <a:rect l="l" t="t" r="r" b="b"/>
              <a:pathLst>
                <a:path w="426719" h="447039">
                  <a:moveTo>
                    <a:pt x="213359" y="0"/>
                  </a:moveTo>
                  <a:lnTo>
                    <a:pt x="164440" y="5896"/>
                  </a:lnTo>
                  <a:lnTo>
                    <a:pt x="119531" y="22691"/>
                  </a:lnTo>
                  <a:lnTo>
                    <a:pt x="79916" y="49045"/>
                  </a:lnTo>
                  <a:lnTo>
                    <a:pt x="46874" y="83620"/>
                  </a:lnTo>
                  <a:lnTo>
                    <a:pt x="21687" y="125074"/>
                  </a:lnTo>
                  <a:lnTo>
                    <a:pt x="5635" y="172069"/>
                  </a:lnTo>
                  <a:lnTo>
                    <a:pt x="0" y="223265"/>
                  </a:lnTo>
                  <a:lnTo>
                    <a:pt x="5635" y="274462"/>
                  </a:lnTo>
                  <a:lnTo>
                    <a:pt x="21687" y="321457"/>
                  </a:lnTo>
                  <a:lnTo>
                    <a:pt x="46874" y="362911"/>
                  </a:lnTo>
                  <a:lnTo>
                    <a:pt x="79916" y="397486"/>
                  </a:lnTo>
                  <a:lnTo>
                    <a:pt x="119531" y="423840"/>
                  </a:lnTo>
                  <a:lnTo>
                    <a:pt x="164440" y="440635"/>
                  </a:lnTo>
                  <a:lnTo>
                    <a:pt x="213359" y="446531"/>
                  </a:lnTo>
                  <a:lnTo>
                    <a:pt x="262287" y="440635"/>
                  </a:lnTo>
                  <a:lnTo>
                    <a:pt x="307199" y="423840"/>
                  </a:lnTo>
                  <a:lnTo>
                    <a:pt x="346814" y="397486"/>
                  </a:lnTo>
                  <a:lnTo>
                    <a:pt x="379853" y="362911"/>
                  </a:lnTo>
                  <a:lnTo>
                    <a:pt x="405037" y="321457"/>
                  </a:lnTo>
                  <a:lnTo>
                    <a:pt x="421086" y="274462"/>
                  </a:lnTo>
                  <a:lnTo>
                    <a:pt x="426720" y="223265"/>
                  </a:lnTo>
                  <a:lnTo>
                    <a:pt x="421086" y="172069"/>
                  </a:lnTo>
                  <a:lnTo>
                    <a:pt x="405037" y="125074"/>
                  </a:lnTo>
                  <a:lnTo>
                    <a:pt x="379853" y="83620"/>
                  </a:lnTo>
                  <a:lnTo>
                    <a:pt x="346814" y="49045"/>
                  </a:lnTo>
                  <a:lnTo>
                    <a:pt x="307199" y="22691"/>
                  </a:lnTo>
                  <a:lnTo>
                    <a:pt x="262287" y="5896"/>
                  </a:lnTo>
                  <a:lnTo>
                    <a:pt x="213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098803" y="5035296"/>
              <a:ext cx="426720" cy="447040"/>
            </a:xfrm>
            <a:custGeom>
              <a:avLst/>
              <a:gdLst/>
              <a:ahLst/>
              <a:cxnLst/>
              <a:rect l="l" t="t" r="r" b="b"/>
              <a:pathLst>
                <a:path w="426719" h="447039">
                  <a:moveTo>
                    <a:pt x="0" y="223265"/>
                  </a:moveTo>
                  <a:lnTo>
                    <a:pt x="5635" y="172069"/>
                  </a:lnTo>
                  <a:lnTo>
                    <a:pt x="21687" y="125074"/>
                  </a:lnTo>
                  <a:lnTo>
                    <a:pt x="46874" y="83620"/>
                  </a:lnTo>
                  <a:lnTo>
                    <a:pt x="79916" y="49045"/>
                  </a:lnTo>
                  <a:lnTo>
                    <a:pt x="119531" y="22691"/>
                  </a:lnTo>
                  <a:lnTo>
                    <a:pt x="164440" y="5896"/>
                  </a:lnTo>
                  <a:lnTo>
                    <a:pt x="213359" y="0"/>
                  </a:lnTo>
                  <a:lnTo>
                    <a:pt x="262287" y="5896"/>
                  </a:lnTo>
                  <a:lnTo>
                    <a:pt x="307199" y="22691"/>
                  </a:lnTo>
                  <a:lnTo>
                    <a:pt x="346814" y="49045"/>
                  </a:lnTo>
                  <a:lnTo>
                    <a:pt x="379853" y="83620"/>
                  </a:lnTo>
                  <a:lnTo>
                    <a:pt x="405037" y="125074"/>
                  </a:lnTo>
                  <a:lnTo>
                    <a:pt x="421086" y="172069"/>
                  </a:lnTo>
                  <a:lnTo>
                    <a:pt x="426720" y="223265"/>
                  </a:lnTo>
                  <a:lnTo>
                    <a:pt x="421086" y="274462"/>
                  </a:lnTo>
                  <a:lnTo>
                    <a:pt x="405037" y="321457"/>
                  </a:lnTo>
                  <a:lnTo>
                    <a:pt x="379853" y="362911"/>
                  </a:lnTo>
                  <a:lnTo>
                    <a:pt x="346814" y="397486"/>
                  </a:lnTo>
                  <a:lnTo>
                    <a:pt x="307199" y="423840"/>
                  </a:lnTo>
                  <a:lnTo>
                    <a:pt x="262287" y="440635"/>
                  </a:lnTo>
                  <a:lnTo>
                    <a:pt x="213359" y="446531"/>
                  </a:lnTo>
                  <a:lnTo>
                    <a:pt x="164440" y="440635"/>
                  </a:lnTo>
                  <a:lnTo>
                    <a:pt x="119531" y="423840"/>
                  </a:lnTo>
                  <a:lnTo>
                    <a:pt x="79916" y="397486"/>
                  </a:lnTo>
                  <a:lnTo>
                    <a:pt x="46874" y="362911"/>
                  </a:lnTo>
                  <a:lnTo>
                    <a:pt x="21687" y="321457"/>
                  </a:lnTo>
                  <a:lnTo>
                    <a:pt x="5635" y="274462"/>
                  </a:lnTo>
                  <a:lnTo>
                    <a:pt x="0" y="22326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1166164" y="5120766"/>
            <a:ext cx="23367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𝑖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2997454" y="5028946"/>
            <a:ext cx="438150" cy="459740"/>
            <a:chOff x="2997454" y="5028946"/>
            <a:chExt cx="438150" cy="459740"/>
          </a:xfrm>
        </p:grpSpPr>
        <p:sp>
          <p:nvSpPr>
            <p:cNvPr id="42" name="object 42" descr=""/>
            <p:cNvSpPr/>
            <p:nvPr/>
          </p:nvSpPr>
          <p:spPr>
            <a:xfrm>
              <a:off x="3003804" y="5035296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212597" y="0"/>
                  </a:moveTo>
                  <a:lnTo>
                    <a:pt x="163832" y="5896"/>
                  </a:lnTo>
                  <a:lnTo>
                    <a:pt x="119076" y="22691"/>
                  </a:lnTo>
                  <a:lnTo>
                    <a:pt x="79603" y="49045"/>
                  </a:lnTo>
                  <a:lnTo>
                    <a:pt x="46686" y="83620"/>
                  </a:lnTo>
                  <a:lnTo>
                    <a:pt x="21598" y="125074"/>
                  </a:lnTo>
                  <a:lnTo>
                    <a:pt x="5611" y="172069"/>
                  </a:lnTo>
                  <a:lnTo>
                    <a:pt x="0" y="223265"/>
                  </a:lnTo>
                  <a:lnTo>
                    <a:pt x="5611" y="274462"/>
                  </a:lnTo>
                  <a:lnTo>
                    <a:pt x="21598" y="321457"/>
                  </a:lnTo>
                  <a:lnTo>
                    <a:pt x="46686" y="362911"/>
                  </a:lnTo>
                  <a:lnTo>
                    <a:pt x="79603" y="397486"/>
                  </a:lnTo>
                  <a:lnTo>
                    <a:pt x="119076" y="423840"/>
                  </a:lnTo>
                  <a:lnTo>
                    <a:pt x="163832" y="440635"/>
                  </a:lnTo>
                  <a:lnTo>
                    <a:pt x="212597" y="446531"/>
                  </a:lnTo>
                  <a:lnTo>
                    <a:pt x="261363" y="440635"/>
                  </a:lnTo>
                  <a:lnTo>
                    <a:pt x="306119" y="423840"/>
                  </a:lnTo>
                  <a:lnTo>
                    <a:pt x="345592" y="397486"/>
                  </a:lnTo>
                  <a:lnTo>
                    <a:pt x="378509" y="362911"/>
                  </a:lnTo>
                  <a:lnTo>
                    <a:pt x="403597" y="321457"/>
                  </a:lnTo>
                  <a:lnTo>
                    <a:pt x="419584" y="274462"/>
                  </a:lnTo>
                  <a:lnTo>
                    <a:pt x="425195" y="223265"/>
                  </a:lnTo>
                  <a:lnTo>
                    <a:pt x="419584" y="172069"/>
                  </a:lnTo>
                  <a:lnTo>
                    <a:pt x="403597" y="125074"/>
                  </a:lnTo>
                  <a:lnTo>
                    <a:pt x="378509" y="83620"/>
                  </a:lnTo>
                  <a:lnTo>
                    <a:pt x="345592" y="49045"/>
                  </a:lnTo>
                  <a:lnTo>
                    <a:pt x="306119" y="22691"/>
                  </a:lnTo>
                  <a:lnTo>
                    <a:pt x="261363" y="5896"/>
                  </a:lnTo>
                  <a:lnTo>
                    <a:pt x="212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003804" y="5035296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0" y="223265"/>
                  </a:moveTo>
                  <a:lnTo>
                    <a:pt x="5611" y="172069"/>
                  </a:lnTo>
                  <a:lnTo>
                    <a:pt x="21598" y="125074"/>
                  </a:lnTo>
                  <a:lnTo>
                    <a:pt x="46686" y="83620"/>
                  </a:lnTo>
                  <a:lnTo>
                    <a:pt x="79603" y="49045"/>
                  </a:lnTo>
                  <a:lnTo>
                    <a:pt x="119076" y="22691"/>
                  </a:lnTo>
                  <a:lnTo>
                    <a:pt x="163832" y="5896"/>
                  </a:lnTo>
                  <a:lnTo>
                    <a:pt x="212597" y="0"/>
                  </a:lnTo>
                  <a:lnTo>
                    <a:pt x="261363" y="5896"/>
                  </a:lnTo>
                  <a:lnTo>
                    <a:pt x="306119" y="22691"/>
                  </a:lnTo>
                  <a:lnTo>
                    <a:pt x="345592" y="49045"/>
                  </a:lnTo>
                  <a:lnTo>
                    <a:pt x="378509" y="83620"/>
                  </a:lnTo>
                  <a:lnTo>
                    <a:pt x="403597" y="125074"/>
                  </a:lnTo>
                  <a:lnTo>
                    <a:pt x="419584" y="172069"/>
                  </a:lnTo>
                  <a:lnTo>
                    <a:pt x="425195" y="223265"/>
                  </a:lnTo>
                  <a:lnTo>
                    <a:pt x="419584" y="274462"/>
                  </a:lnTo>
                  <a:lnTo>
                    <a:pt x="403597" y="321457"/>
                  </a:lnTo>
                  <a:lnTo>
                    <a:pt x="378509" y="362911"/>
                  </a:lnTo>
                  <a:lnTo>
                    <a:pt x="345592" y="397486"/>
                  </a:lnTo>
                  <a:lnTo>
                    <a:pt x="306119" y="423840"/>
                  </a:lnTo>
                  <a:lnTo>
                    <a:pt x="261363" y="440635"/>
                  </a:lnTo>
                  <a:lnTo>
                    <a:pt x="212597" y="446531"/>
                  </a:lnTo>
                  <a:lnTo>
                    <a:pt x="163832" y="440635"/>
                  </a:lnTo>
                  <a:lnTo>
                    <a:pt x="119076" y="423840"/>
                  </a:lnTo>
                  <a:lnTo>
                    <a:pt x="79603" y="397486"/>
                  </a:lnTo>
                  <a:lnTo>
                    <a:pt x="46686" y="362911"/>
                  </a:lnTo>
                  <a:lnTo>
                    <a:pt x="21598" y="321457"/>
                  </a:lnTo>
                  <a:lnTo>
                    <a:pt x="5611" y="274462"/>
                  </a:lnTo>
                  <a:lnTo>
                    <a:pt x="0" y="22326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3061970" y="5107940"/>
            <a:ext cx="2508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𝑗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6046342" y="5056073"/>
            <a:ext cx="23367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𝑖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6933945" y="4100829"/>
            <a:ext cx="438150" cy="459740"/>
            <a:chOff x="6933945" y="4100829"/>
            <a:chExt cx="438150" cy="459740"/>
          </a:xfrm>
        </p:grpSpPr>
        <p:sp>
          <p:nvSpPr>
            <p:cNvPr id="47" name="object 47" descr=""/>
            <p:cNvSpPr/>
            <p:nvPr/>
          </p:nvSpPr>
          <p:spPr>
            <a:xfrm>
              <a:off x="6940295" y="4107179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212598" y="0"/>
                  </a:moveTo>
                  <a:lnTo>
                    <a:pt x="163832" y="5896"/>
                  </a:lnTo>
                  <a:lnTo>
                    <a:pt x="119076" y="22691"/>
                  </a:lnTo>
                  <a:lnTo>
                    <a:pt x="79603" y="49045"/>
                  </a:lnTo>
                  <a:lnTo>
                    <a:pt x="46686" y="83620"/>
                  </a:lnTo>
                  <a:lnTo>
                    <a:pt x="21598" y="125074"/>
                  </a:lnTo>
                  <a:lnTo>
                    <a:pt x="5611" y="172069"/>
                  </a:lnTo>
                  <a:lnTo>
                    <a:pt x="0" y="223266"/>
                  </a:lnTo>
                  <a:lnTo>
                    <a:pt x="5611" y="274462"/>
                  </a:lnTo>
                  <a:lnTo>
                    <a:pt x="21598" y="321457"/>
                  </a:lnTo>
                  <a:lnTo>
                    <a:pt x="46686" y="362911"/>
                  </a:lnTo>
                  <a:lnTo>
                    <a:pt x="79603" y="397486"/>
                  </a:lnTo>
                  <a:lnTo>
                    <a:pt x="119076" y="423840"/>
                  </a:lnTo>
                  <a:lnTo>
                    <a:pt x="163832" y="440635"/>
                  </a:lnTo>
                  <a:lnTo>
                    <a:pt x="212598" y="446532"/>
                  </a:lnTo>
                  <a:lnTo>
                    <a:pt x="261363" y="440635"/>
                  </a:lnTo>
                  <a:lnTo>
                    <a:pt x="306119" y="423840"/>
                  </a:lnTo>
                  <a:lnTo>
                    <a:pt x="345592" y="397486"/>
                  </a:lnTo>
                  <a:lnTo>
                    <a:pt x="378509" y="362911"/>
                  </a:lnTo>
                  <a:lnTo>
                    <a:pt x="403597" y="321457"/>
                  </a:lnTo>
                  <a:lnTo>
                    <a:pt x="419584" y="274462"/>
                  </a:lnTo>
                  <a:lnTo>
                    <a:pt x="425196" y="223266"/>
                  </a:lnTo>
                  <a:lnTo>
                    <a:pt x="419584" y="172069"/>
                  </a:lnTo>
                  <a:lnTo>
                    <a:pt x="403597" y="125074"/>
                  </a:lnTo>
                  <a:lnTo>
                    <a:pt x="378509" y="83620"/>
                  </a:lnTo>
                  <a:lnTo>
                    <a:pt x="345592" y="49045"/>
                  </a:lnTo>
                  <a:lnTo>
                    <a:pt x="306119" y="22691"/>
                  </a:lnTo>
                  <a:lnTo>
                    <a:pt x="261363" y="5896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940295" y="4107179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0" y="223266"/>
                  </a:moveTo>
                  <a:lnTo>
                    <a:pt x="5611" y="172069"/>
                  </a:lnTo>
                  <a:lnTo>
                    <a:pt x="21598" y="125074"/>
                  </a:lnTo>
                  <a:lnTo>
                    <a:pt x="46686" y="83620"/>
                  </a:lnTo>
                  <a:lnTo>
                    <a:pt x="79603" y="49045"/>
                  </a:lnTo>
                  <a:lnTo>
                    <a:pt x="119076" y="22691"/>
                  </a:lnTo>
                  <a:lnTo>
                    <a:pt x="163832" y="5896"/>
                  </a:lnTo>
                  <a:lnTo>
                    <a:pt x="212598" y="0"/>
                  </a:lnTo>
                  <a:lnTo>
                    <a:pt x="261363" y="5896"/>
                  </a:lnTo>
                  <a:lnTo>
                    <a:pt x="306119" y="22691"/>
                  </a:lnTo>
                  <a:lnTo>
                    <a:pt x="345592" y="49045"/>
                  </a:lnTo>
                  <a:lnTo>
                    <a:pt x="378509" y="83620"/>
                  </a:lnTo>
                  <a:lnTo>
                    <a:pt x="403597" y="125074"/>
                  </a:lnTo>
                  <a:lnTo>
                    <a:pt x="419584" y="172069"/>
                  </a:lnTo>
                  <a:lnTo>
                    <a:pt x="425196" y="223266"/>
                  </a:lnTo>
                  <a:lnTo>
                    <a:pt x="419584" y="274462"/>
                  </a:lnTo>
                  <a:lnTo>
                    <a:pt x="403597" y="321457"/>
                  </a:lnTo>
                  <a:lnTo>
                    <a:pt x="378509" y="362911"/>
                  </a:lnTo>
                  <a:lnTo>
                    <a:pt x="345592" y="397486"/>
                  </a:lnTo>
                  <a:lnTo>
                    <a:pt x="306119" y="423840"/>
                  </a:lnTo>
                  <a:lnTo>
                    <a:pt x="261363" y="440635"/>
                  </a:lnTo>
                  <a:lnTo>
                    <a:pt x="212598" y="446532"/>
                  </a:lnTo>
                  <a:lnTo>
                    <a:pt x="163832" y="440635"/>
                  </a:lnTo>
                  <a:lnTo>
                    <a:pt x="119076" y="423840"/>
                  </a:lnTo>
                  <a:lnTo>
                    <a:pt x="79603" y="397486"/>
                  </a:lnTo>
                  <a:lnTo>
                    <a:pt x="46686" y="362911"/>
                  </a:lnTo>
                  <a:lnTo>
                    <a:pt x="21598" y="321457"/>
                  </a:lnTo>
                  <a:lnTo>
                    <a:pt x="5611" y="274462"/>
                  </a:lnTo>
                  <a:lnTo>
                    <a:pt x="0" y="22326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7061072" y="4192270"/>
            <a:ext cx="1333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9311640" y="3130295"/>
            <a:ext cx="2802890" cy="92392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005" rIns="0" bIns="0" rtlCol="0" vert="horz">
            <a:spAutoFit/>
          </a:bodyPr>
          <a:lstStyle/>
          <a:p>
            <a:pPr marL="91440" marR="572135">
              <a:lnSpc>
                <a:spcPct val="100000"/>
              </a:lnSpc>
              <a:spcBef>
                <a:spcPts val="315"/>
              </a:spcBef>
            </a:pPr>
            <a:r>
              <a:rPr dirty="0" sz="1800">
                <a:latin typeface="Franklin Gothic Medium"/>
                <a:cs typeface="Franklin Gothic Medium"/>
              </a:rPr>
              <a:t>-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Pick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any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state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except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4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start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and</a:t>
            </a:r>
            <a:r>
              <a:rPr dirty="0" sz="1800" spc="-3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accept states.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7828533" y="4974082"/>
            <a:ext cx="438150" cy="457834"/>
            <a:chOff x="7828533" y="4974082"/>
            <a:chExt cx="438150" cy="457834"/>
          </a:xfrm>
        </p:grpSpPr>
        <p:sp>
          <p:nvSpPr>
            <p:cNvPr id="52" name="object 52" descr=""/>
            <p:cNvSpPr/>
            <p:nvPr/>
          </p:nvSpPr>
          <p:spPr>
            <a:xfrm>
              <a:off x="7834883" y="4980432"/>
              <a:ext cx="425450" cy="445134"/>
            </a:xfrm>
            <a:custGeom>
              <a:avLst/>
              <a:gdLst/>
              <a:ahLst/>
              <a:cxnLst/>
              <a:rect l="l" t="t" r="r" b="b"/>
              <a:pathLst>
                <a:path w="425450" h="445135">
                  <a:moveTo>
                    <a:pt x="212598" y="0"/>
                  </a:moveTo>
                  <a:lnTo>
                    <a:pt x="163832" y="5873"/>
                  </a:lnTo>
                  <a:lnTo>
                    <a:pt x="119076" y="22606"/>
                  </a:lnTo>
                  <a:lnTo>
                    <a:pt x="79603" y="48865"/>
                  </a:lnTo>
                  <a:lnTo>
                    <a:pt x="46686" y="83317"/>
                  </a:lnTo>
                  <a:lnTo>
                    <a:pt x="21598" y="124630"/>
                  </a:lnTo>
                  <a:lnTo>
                    <a:pt x="5611" y="171469"/>
                  </a:lnTo>
                  <a:lnTo>
                    <a:pt x="0" y="222504"/>
                  </a:lnTo>
                  <a:lnTo>
                    <a:pt x="5611" y="273538"/>
                  </a:lnTo>
                  <a:lnTo>
                    <a:pt x="21598" y="320377"/>
                  </a:lnTo>
                  <a:lnTo>
                    <a:pt x="46686" y="361690"/>
                  </a:lnTo>
                  <a:lnTo>
                    <a:pt x="79603" y="396142"/>
                  </a:lnTo>
                  <a:lnTo>
                    <a:pt x="119076" y="422401"/>
                  </a:lnTo>
                  <a:lnTo>
                    <a:pt x="163832" y="439134"/>
                  </a:lnTo>
                  <a:lnTo>
                    <a:pt x="212598" y="445008"/>
                  </a:lnTo>
                  <a:lnTo>
                    <a:pt x="261363" y="439134"/>
                  </a:lnTo>
                  <a:lnTo>
                    <a:pt x="306119" y="422401"/>
                  </a:lnTo>
                  <a:lnTo>
                    <a:pt x="345592" y="396142"/>
                  </a:lnTo>
                  <a:lnTo>
                    <a:pt x="378509" y="361690"/>
                  </a:lnTo>
                  <a:lnTo>
                    <a:pt x="403597" y="320377"/>
                  </a:lnTo>
                  <a:lnTo>
                    <a:pt x="419584" y="273538"/>
                  </a:lnTo>
                  <a:lnTo>
                    <a:pt x="425196" y="222504"/>
                  </a:lnTo>
                  <a:lnTo>
                    <a:pt x="419584" y="171469"/>
                  </a:lnTo>
                  <a:lnTo>
                    <a:pt x="403597" y="124630"/>
                  </a:lnTo>
                  <a:lnTo>
                    <a:pt x="378509" y="83317"/>
                  </a:lnTo>
                  <a:lnTo>
                    <a:pt x="345592" y="48865"/>
                  </a:lnTo>
                  <a:lnTo>
                    <a:pt x="306119" y="22606"/>
                  </a:lnTo>
                  <a:lnTo>
                    <a:pt x="261363" y="5873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7834883" y="4980432"/>
              <a:ext cx="425450" cy="445134"/>
            </a:xfrm>
            <a:custGeom>
              <a:avLst/>
              <a:gdLst/>
              <a:ahLst/>
              <a:cxnLst/>
              <a:rect l="l" t="t" r="r" b="b"/>
              <a:pathLst>
                <a:path w="425450" h="445135">
                  <a:moveTo>
                    <a:pt x="0" y="222504"/>
                  </a:moveTo>
                  <a:lnTo>
                    <a:pt x="5611" y="171469"/>
                  </a:lnTo>
                  <a:lnTo>
                    <a:pt x="21598" y="124630"/>
                  </a:lnTo>
                  <a:lnTo>
                    <a:pt x="46686" y="83317"/>
                  </a:lnTo>
                  <a:lnTo>
                    <a:pt x="79603" y="48865"/>
                  </a:lnTo>
                  <a:lnTo>
                    <a:pt x="119076" y="22606"/>
                  </a:lnTo>
                  <a:lnTo>
                    <a:pt x="163832" y="5873"/>
                  </a:lnTo>
                  <a:lnTo>
                    <a:pt x="212598" y="0"/>
                  </a:lnTo>
                  <a:lnTo>
                    <a:pt x="261363" y="5873"/>
                  </a:lnTo>
                  <a:lnTo>
                    <a:pt x="306119" y="22606"/>
                  </a:lnTo>
                  <a:lnTo>
                    <a:pt x="345592" y="48865"/>
                  </a:lnTo>
                  <a:lnTo>
                    <a:pt x="378509" y="83317"/>
                  </a:lnTo>
                  <a:lnTo>
                    <a:pt x="403597" y="124630"/>
                  </a:lnTo>
                  <a:lnTo>
                    <a:pt x="419584" y="171469"/>
                  </a:lnTo>
                  <a:lnTo>
                    <a:pt x="425196" y="222504"/>
                  </a:lnTo>
                  <a:lnTo>
                    <a:pt x="419584" y="273538"/>
                  </a:lnTo>
                  <a:lnTo>
                    <a:pt x="403597" y="320377"/>
                  </a:lnTo>
                  <a:lnTo>
                    <a:pt x="378509" y="361690"/>
                  </a:lnTo>
                  <a:lnTo>
                    <a:pt x="345592" y="396142"/>
                  </a:lnTo>
                  <a:lnTo>
                    <a:pt x="306119" y="422401"/>
                  </a:lnTo>
                  <a:lnTo>
                    <a:pt x="261363" y="439134"/>
                  </a:lnTo>
                  <a:lnTo>
                    <a:pt x="212598" y="445008"/>
                  </a:lnTo>
                  <a:lnTo>
                    <a:pt x="163832" y="439134"/>
                  </a:lnTo>
                  <a:lnTo>
                    <a:pt x="119076" y="422401"/>
                  </a:lnTo>
                  <a:lnTo>
                    <a:pt x="79603" y="396142"/>
                  </a:lnTo>
                  <a:lnTo>
                    <a:pt x="46686" y="361690"/>
                  </a:lnTo>
                  <a:lnTo>
                    <a:pt x="21598" y="320377"/>
                  </a:lnTo>
                  <a:lnTo>
                    <a:pt x="5611" y="273538"/>
                  </a:lnTo>
                  <a:lnTo>
                    <a:pt x="0" y="22250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7893050" y="5052136"/>
            <a:ext cx="2508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6908" sz="1725" spc="-37">
                <a:latin typeface="Cambria Math"/>
                <a:cs typeface="Cambria Math"/>
              </a:rPr>
              <a:t>𝑗</a:t>
            </a:r>
            <a:endParaRPr baseline="-16908" sz="1725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5"/>
              <a:t>GNFA</a:t>
            </a:r>
            <a:r>
              <a:rPr dirty="0" spc="-190"/>
              <a:t> </a:t>
            </a:r>
            <a:r>
              <a:rPr dirty="0" spc="-10"/>
              <a:t>conversion</a:t>
            </a:r>
            <a:r>
              <a:rPr dirty="0" spc="-215"/>
              <a:t> </a:t>
            </a:r>
            <a:r>
              <a:rPr dirty="0"/>
              <a:t>to</a:t>
            </a:r>
            <a:r>
              <a:rPr dirty="0" spc="-200"/>
              <a:t> </a:t>
            </a:r>
            <a:r>
              <a:rPr dirty="0" spc="-55"/>
              <a:t>Regular</a:t>
            </a:r>
            <a:r>
              <a:rPr dirty="0" spc="-220"/>
              <a:t> </a:t>
            </a:r>
            <a:r>
              <a:rPr dirty="0" spc="-10"/>
              <a:t>Expressions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208110"/>
            <a:ext cx="10780395" cy="1689735"/>
          </a:xfrm>
          <a:prstGeom prst="rect">
            <a:avLst/>
          </a:prstGeom>
        </p:spPr>
        <p:txBody>
          <a:bodyPr wrap="square" lIns="0" tIns="152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800" spc="-60">
                <a:latin typeface="Franklin Gothic Medium"/>
                <a:cs typeface="Franklin Gothic Medium"/>
              </a:rPr>
              <a:t>Lemma: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Every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GNFA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𝐺</a:t>
            </a:r>
            <a:r>
              <a:rPr dirty="0" sz="2800" spc="11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has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equivalent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2800" spc="-25" i="1">
                <a:latin typeface="Franklin Gothic Medium"/>
                <a:cs typeface="Franklin Gothic Medium"/>
              </a:rPr>
              <a:t>Proof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Induction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on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number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states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𝑘</a:t>
            </a:r>
            <a:r>
              <a:rPr dirty="0" sz="2800" spc="6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solidFill>
                  <a:srgbClr val="6F2F9F"/>
                </a:solidFill>
                <a:latin typeface="Cambria Math"/>
                <a:cs typeface="Cambria Math"/>
              </a:rPr>
              <a:t>𝐺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  <a:tabLst>
                <a:tab pos="3164205" algn="l"/>
              </a:tabLst>
            </a:pPr>
            <a:r>
              <a:rPr dirty="0" u="sng" baseline="4629" sz="3600" spc="-15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Induction</a:t>
            </a:r>
            <a:r>
              <a:rPr dirty="0" u="sng" baseline="4629" sz="3600" spc="-112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u="sng" baseline="4629" sz="360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step</a:t>
            </a:r>
            <a:r>
              <a:rPr dirty="0" u="sng" baseline="4629" sz="3600" spc="-82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baseline="4629" sz="3600">
                <a:latin typeface="Cambria Math"/>
                <a:cs typeface="Cambria Math"/>
              </a:rPr>
              <a:t>(𝑘</a:t>
            </a:r>
            <a:r>
              <a:rPr dirty="0" baseline="4629" sz="3600" spc="217">
                <a:latin typeface="Cambria Math"/>
                <a:cs typeface="Cambria Math"/>
              </a:rPr>
              <a:t> </a:t>
            </a:r>
            <a:r>
              <a:rPr dirty="0" baseline="4629" sz="3600">
                <a:latin typeface="Cambria Math"/>
                <a:cs typeface="Cambria Math"/>
              </a:rPr>
              <a:t>&gt;</a:t>
            </a:r>
            <a:r>
              <a:rPr dirty="0" baseline="4629" sz="3600" spc="104">
                <a:latin typeface="Cambria Math"/>
                <a:cs typeface="Cambria Math"/>
              </a:rPr>
              <a:t> </a:t>
            </a:r>
            <a:r>
              <a:rPr dirty="0" baseline="4629" sz="3600" spc="-37">
                <a:latin typeface="Cambria Math"/>
                <a:cs typeface="Cambria Math"/>
              </a:rPr>
              <a:t>2)</a:t>
            </a:r>
            <a:r>
              <a:rPr dirty="0" baseline="4629" sz="3600" spc="-37">
                <a:latin typeface="Franklin Gothic Medium"/>
                <a:cs typeface="Franklin Gothic Medium"/>
              </a:rPr>
              <a:t>:</a:t>
            </a:r>
            <a:r>
              <a:rPr dirty="0" baseline="4629" sz="3600">
                <a:latin typeface="Franklin Gothic Medium"/>
                <a:cs typeface="Franklin Gothic Medium"/>
              </a:rPr>
              <a:t>	</a:t>
            </a:r>
            <a:r>
              <a:rPr dirty="0" sz="2400" spc="-45">
                <a:latin typeface="Franklin Gothic Medium"/>
                <a:cs typeface="Franklin Gothic Medium"/>
              </a:rPr>
              <a:t>Assume</a:t>
            </a:r>
            <a:r>
              <a:rPr dirty="0" sz="2400" spc="-65">
                <a:latin typeface="Franklin Gothic Medium"/>
                <a:cs typeface="Franklin Gothic Medium"/>
              </a:rPr>
              <a:t> Lemma </a:t>
            </a:r>
            <a:r>
              <a:rPr dirty="0" sz="2400">
                <a:latin typeface="Franklin Gothic Medium"/>
                <a:cs typeface="Franklin Gothic Medium"/>
              </a:rPr>
              <a:t>true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for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 spc="1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−</a:t>
            </a:r>
            <a:r>
              <a:rPr dirty="0" sz="2400" spc="-6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1</a:t>
            </a:r>
            <a:r>
              <a:rPr dirty="0" sz="2400" spc="10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states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prove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for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 spc="70">
                <a:latin typeface="Cambria Math"/>
                <a:cs typeface="Cambria Math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states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6016878" y="3033776"/>
            <a:ext cx="909955" cy="282575"/>
          </a:xfrm>
          <a:custGeom>
            <a:avLst/>
            <a:gdLst/>
            <a:ahLst/>
            <a:cxnLst/>
            <a:rect l="l" t="t" r="r" b="b"/>
            <a:pathLst>
              <a:path w="909954" h="282575">
                <a:moveTo>
                  <a:pt x="819530" y="0"/>
                </a:moveTo>
                <a:lnTo>
                  <a:pt x="815594" y="11429"/>
                </a:lnTo>
                <a:lnTo>
                  <a:pt x="831901" y="18522"/>
                </a:lnTo>
                <a:lnTo>
                  <a:pt x="845947" y="28352"/>
                </a:lnTo>
                <a:lnTo>
                  <a:pt x="874470" y="73852"/>
                </a:lnTo>
                <a:lnTo>
                  <a:pt x="882725" y="115341"/>
                </a:lnTo>
                <a:lnTo>
                  <a:pt x="882765" y="115623"/>
                </a:lnTo>
                <a:lnTo>
                  <a:pt x="882747" y="164635"/>
                </a:lnTo>
                <a:lnTo>
                  <a:pt x="874416" y="207601"/>
                </a:lnTo>
                <a:lnTo>
                  <a:pt x="845994" y="253857"/>
                </a:lnTo>
                <a:lnTo>
                  <a:pt x="815975" y="270890"/>
                </a:lnTo>
                <a:lnTo>
                  <a:pt x="819530" y="282321"/>
                </a:lnTo>
                <a:lnTo>
                  <a:pt x="858027" y="264255"/>
                </a:lnTo>
                <a:lnTo>
                  <a:pt x="886332" y="233045"/>
                </a:lnTo>
                <a:lnTo>
                  <a:pt x="903763" y="191135"/>
                </a:lnTo>
                <a:lnTo>
                  <a:pt x="909574" y="141224"/>
                </a:lnTo>
                <a:lnTo>
                  <a:pt x="908137" y="115623"/>
                </a:lnTo>
                <a:lnTo>
                  <a:pt x="896500" y="69482"/>
                </a:lnTo>
                <a:lnTo>
                  <a:pt x="873377" y="32146"/>
                </a:lnTo>
                <a:lnTo>
                  <a:pt x="839987" y="7381"/>
                </a:lnTo>
                <a:lnTo>
                  <a:pt x="819530" y="0"/>
                </a:lnTo>
                <a:close/>
              </a:path>
              <a:path w="909954" h="282575">
                <a:moveTo>
                  <a:pt x="90043" y="0"/>
                </a:moveTo>
                <a:lnTo>
                  <a:pt x="51641" y="18097"/>
                </a:lnTo>
                <a:lnTo>
                  <a:pt x="23241" y="49529"/>
                </a:lnTo>
                <a:lnTo>
                  <a:pt x="5810" y="91424"/>
                </a:lnTo>
                <a:lnTo>
                  <a:pt x="85" y="139700"/>
                </a:lnTo>
                <a:lnTo>
                  <a:pt x="0" y="141224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281"/>
                </a:lnTo>
                <a:lnTo>
                  <a:pt x="69514" y="274943"/>
                </a:lnTo>
                <a:lnTo>
                  <a:pt x="90043" y="282321"/>
                </a:lnTo>
                <a:lnTo>
                  <a:pt x="93599" y="270890"/>
                </a:lnTo>
                <a:lnTo>
                  <a:pt x="77529" y="263773"/>
                </a:lnTo>
                <a:lnTo>
                  <a:pt x="63627" y="253857"/>
                </a:lnTo>
                <a:lnTo>
                  <a:pt x="35157" y="207601"/>
                </a:lnTo>
                <a:lnTo>
                  <a:pt x="26826" y="164635"/>
                </a:lnTo>
                <a:lnTo>
                  <a:pt x="25781" y="139700"/>
                </a:lnTo>
                <a:lnTo>
                  <a:pt x="26826" y="115623"/>
                </a:lnTo>
                <a:lnTo>
                  <a:pt x="35157" y="73852"/>
                </a:lnTo>
                <a:lnTo>
                  <a:pt x="63738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162813" y="3846321"/>
            <a:ext cx="4163060" cy="2263775"/>
            <a:chOff x="162813" y="3846321"/>
            <a:chExt cx="4163060" cy="2263775"/>
          </a:xfrm>
        </p:grpSpPr>
        <p:sp>
          <p:nvSpPr>
            <p:cNvPr id="11" name="object 11" descr=""/>
            <p:cNvSpPr/>
            <p:nvPr/>
          </p:nvSpPr>
          <p:spPr>
            <a:xfrm>
              <a:off x="1028700" y="3852671"/>
              <a:ext cx="2466340" cy="2251075"/>
            </a:xfrm>
            <a:custGeom>
              <a:avLst/>
              <a:gdLst/>
              <a:ahLst/>
              <a:cxnLst/>
              <a:rect l="l" t="t" r="r" b="b"/>
              <a:pathLst>
                <a:path w="2466340" h="2251075">
                  <a:moveTo>
                    <a:pt x="2090674" y="0"/>
                  </a:moveTo>
                  <a:lnTo>
                    <a:pt x="375158" y="0"/>
                  </a:lnTo>
                  <a:lnTo>
                    <a:pt x="328100" y="2923"/>
                  </a:lnTo>
                  <a:lnTo>
                    <a:pt x="282786" y="11461"/>
                  </a:lnTo>
                  <a:lnTo>
                    <a:pt x="239568" y="25259"/>
                  </a:lnTo>
                  <a:lnTo>
                    <a:pt x="198797" y="43966"/>
                  </a:lnTo>
                  <a:lnTo>
                    <a:pt x="160824" y="67231"/>
                  </a:lnTo>
                  <a:lnTo>
                    <a:pt x="126003" y="94700"/>
                  </a:lnTo>
                  <a:lnTo>
                    <a:pt x="94683" y="126023"/>
                  </a:lnTo>
                  <a:lnTo>
                    <a:pt x="67217" y="160847"/>
                  </a:lnTo>
                  <a:lnTo>
                    <a:pt x="43956" y="198819"/>
                  </a:lnTo>
                  <a:lnTo>
                    <a:pt x="25253" y="239588"/>
                  </a:lnTo>
                  <a:lnTo>
                    <a:pt x="11458" y="282803"/>
                  </a:lnTo>
                  <a:lnTo>
                    <a:pt x="2923" y="328110"/>
                  </a:lnTo>
                  <a:lnTo>
                    <a:pt x="0" y="375157"/>
                  </a:lnTo>
                  <a:lnTo>
                    <a:pt x="0" y="1875777"/>
                  </a:lnTo>
                  <a:lnTo>
                    <a:pt x="2923" y="1922837"/>
                  </a:lnTo>
                  <a:lnTo>
                    <a:pt x="11458" y="1968153"/>
                  </a:lnTo>
                  <a:lnTo>
                    <a:pt x="25253" y="2011374"/>
                  </a:lnTo>
                  <a:lnTo>
                    <a:pt x="43956" y="2052146"/>
                  </a:lnTo>
                  <a:lnTo>
                    <a:pt x="67217" y="2090120"/>
                  </a:lnTo>
                  <a:lnTo>
                    <a:pt x="94683" y="2124942"/>
                  </a:lnTo>
                  <a:lnTo>
                    <a:pt x="126003" y="2156263"/>
                  </a:lnTo>
                  <a:lnTo>
                    <a:pt x="160824" y="2183729"/>
                  </a:lnTo>
                  <a:lnTo>
                    <a:pt x="198797" y="2206990"/>
                  </a:lnTo>
                  <a:lnTo>
                    <a:pt x="239568" y="2225694"/>
                  </a:lnTo>
                  <a:lnTo>
                    <a:pt x="282786" y="2239489"/>
                  </a:lnTo>
                  <a:lnTo>
                    <a:pt x="328100" y="2248024"/>
                  </a:lnTo>
                  <a:lnTo>
                    <a:pt x="375158" y="2250947"/>
                  </a:lnTo>
                  <a:lnTo>
                    <a:pt x="2090674" y="2250947"/>
                  </a:lnTo>
                  <a:lnTo>
                    <a:pt x="2137721" y="2248024"/>
                  </a:lnTo>
                  <a:lnTo>
                    <a:pt x="2183028" y="2239489"/>
                  </a:lnTo>
                  <a:lnTo>
                    <a:pt x="2226243" y="2225694"/>
                  </a:lnTo>
                  <a:lnTo>
                    <a:pt x="2267012" y="2206990"/>
                  </a:lnTo>
                  <a:lnTo>
                    <a:pt x="2304984" y="2183729"/>
                  </a:lnTo>
                  <a:lnTo>
                    <a:pt x="2339808" y="2156263"/>
                  </a:lnTo>
                  <a:lnTo>
                    <a:pt x="2371131" y="2124942"/>
                  </a:lnTo>
                  <a:lnTo>
                    <a:pt x="2398600" y="2090120"/>
                  </a:lnTo>
                  <a:lnTo>
                    <a:pt x="2421865" y="2052146"/>
                  </a:lnTo>
                  <a:lnTo>
                    <a:pt x="2440572" y="2011374"/>
                  </a:lnTo>
                  <a:lnTo>
                    <a:pt x="2454370" y="1968153"/>
                  </a:lnTo>
                  <a:lnTo>
                    <a:pt x="2462908" y="1922837"/>
                  </a:lnTo>
                  <a:lnTo>
                    <a:pt x="2465832" y="1875777"/>
                  </a:lnTo>
                  <a:lnTo>
                    <a:pt x="2465832" y="375157"/>
                  </a:lnTo>
                  <a:lnTo>
                    <a:pt x="2462908" y="328110"/>
                  </a:lnTo>
                  <a:lnTo>
                    <a:pt x="2454370" y="282803"/>
                  </a:lnTo>
                  <a:lnTo>
                    <a:pt x="2440572" y="239588"/>
                  </a:lnTo>
                  <a:lnTo>
                    <a:pt x="2421865" y="198819"/>
                  </a:lnTo>
                  <a:lnTo>
                    <a:pt x="2398600" y="160847"/>
                  </a:lnTo>
                  <a:lnTo>
                    <a:pt x="2371131" y="126023"/>
                  </a:lnTo>
                  <a:lnTo>
                    <a:pt x="2339808" y="94700"/>
                  </a:lnTo>
                  <a:lnTo>
                    <a:pt x="2304984" y="67231"/>
                  </a:lnTo>
                  <a:lnTo>
                    <a:pt x="2267012" y="43966"/>
                  </a:lnTo>
                  <a:lnTo>
                    <a:pt x="2226243" y="25259"/>
                  </a:lnTo>
                  <a:lnTo>
                    <a:pt x="2183028" y="11461"/>
                  </a:lnTo>
                  <a:lnTo>
                    <a:pt x="2137721" y="2923"/>
                  </a:lnTo>
                  <a:lnTo>
                    <a:pt x="209067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28700" y="3852671"/>
              <a:ext cx="2466340" cy="2251075"/>
            </a:xfrm>
            <a:custGeom>
              <a:avLst/>
              <a:gdLst/>
              <a:ahLst/>
              <a:cxnLst/>
              <a:rect l="l" t="t" r="r" b="b"/>
              <a:pathLst>
                <a:path w="2466340" h="2251075">
                  <a:moveTo>
                    <a:pt x="0" y="375157"/>
                  </a:moveTo>
                  <a:lnTo>
                    <a:pt x="2923" y="328110"/>
                  </a:lnTo>
                  <a:lnTo>
                    <a:pt x="11458" y="282803"/>
                  </a:lnTo>
                  <a:lnTo>
                    <a:pt x="25253" y="239588"/>
                  </a:lnTo>
                  <a:lnTo>
                    <a:pt x="43956" y="198819"/>
                  </a:lnTo>
                  <a:lnTo>
                    <a:pt x="67217" y="160847"/>
                  </a:lnTo>
                  <a:lnTo>
                    <a:pt x="94683" y="126023"/>
                  </a:lnTo>
                  <a:lnTo>
                    <a:pt x="126003" y="94700"/>
                  </a:lnTo>
                  <a:lnTo>
                    <a:pt x="160824" y="67231"/>
                  </a:lnTo>
                  <a:lnTo>
                    <a:pt x="198797" y="43966"/>
                  </a:lnTo>
                  <a:lnTo>
                    <a:pt x="239568" y="25259"/>
                  </a:lnTo>
                  <a:lnTo>
                    <a:pt x="282786" y="11461"/>
                  </a:lnTo>
                  <a:lnTo>
                    <a:pt x="328100" y="2923"/>
                  </a:lnTo>
                  <a:lnTo>
                    <a:pt x="375158" y="0"/>
                  </a:lnTo>
                  <a:lnTo>
                    <a:pt x="2090674" y="0"/>
                  </a:lnTo>
                  <a:lnTo>
                    <a:pt x="2137721" y="2923"/>
                  </a:lnTo>
                  <a:lnTo>
                    <a:pt x="2183028" y="11461"/>
                  </a:lnTo>
                  <a:lnTo>
                    <a:pt x="2226243" y="25259"/>
                  </a:lnTo>
                  <a:lnTo>
                    <a:pt x="2267012" y="43966"/>
                  </a:lnTo>
                  <a:lnTo>
                    <a:pt x="2304984" y="67231"/>
                  </a:lnTo>
                  <a:lnTo>
                    <a:pt x="2339808" y="94700"/>
                  </a:lnTo>
                  <a:lnTo>
                    <a:pt x="2371131" y="126023"/>
                  </a:lnTo>
                  <a:lnTo>
                    <a:pt x="2398600" y="160847"/>
                  </a:lnTo>
                  <a:lnTo>
                    <a:pt x="2421865" y="198819"/>
                  </a:lnTo>
                  <a:lnTo>
                    <a:pt x="2440572" y="239588"/>
                  </a:lnTo>
                  <a:lnTo>
                    <a:pt x="2454370" y="282803"/>
                  </a:lnTo>
                  <a:lnTo>
                    <a:pt x="2462908" y="328110"/>
                  </a:lnTo>
                  <a:lnTo>
                    <a:pt x="2465832" y="375157"/>
                  </a:lnTo>
                  <a:lnTo>
                    <a:pt x="2465832" y="1875777"/>
                  </a:lnTo>
                  <a:lnTo>
                    <a:pt x="2462908" y="1922837"/>
                  </a:lnTo>
                  <a:lnTo>
                    <a:pt x="2454370" y="1968153"/>
                  </a:lnTo>
                  <a:lnTo>
                    <a:pt x="2440572" y="2011374"/>
                  </a:lnTo>
                  <a:lnTo>
                    <a:pt x="2421865" y="2052146"/>
                  </a:lnTo>
                  <a:lnTo>
                    <a:pt x="2398600" y="2090120"/>
                  </a:lnTo>
                  <a:lnTo>
                    <a:pt x="2371131" y="2124942"/>
                  </a:lnTo>
                  <a:lnTo>
                    <a:pt x="2339808" y="2156263"/>
                  </a:lnTo>
                  <a:lnTo>
                    <a:pt x="2304984" y="2183729"/>
                  </a:lnTo>
                  <a:lnTo>
                    <a:pt x="2267012" y="2206990"/>
                  </a:lnTo>
                  <a:lnTo>
                    <a:pt x="2226243" y="2225694"/>
                  </a:lnTo>
                  <a:lnTo>
                    <a:pt x="2183028" y="2239489"/>
                  </a:lnTo>
                  <a:lnTo>
                    <a:pt x="2137721" y="2248024"/>
                  </a:lnTo>
                  <a:lnTo>
                    <a:pt x="2090674" y="2250947"/>
                  </a:lnTo>
                  <a:lnTo>
                    <a:pt x="375158" y="2250947"/>
                  </a:lnTo>
                  <a:lnTo>
                    <a:pt x="328100" y="2248024"/>
                  </a:lnTo>
                  <a:lnTo>
                    <a:pt x="282786" y="2239489"/>
                  </a:lnTo>
                  <a:lnTo>
                    <a:pt x="239568" y="2225694"/>
                  </a:lnTo>
                  <a:lnTo>
                    <a:pt x="198797" y="2206990"/>
                  </a:lnTo>
                  <a:lnTo>
                    <a:pt x="160824" y="2183729"/>
                  </a:lnTo>
                  <a:lnTo>
                    <a:pt x="126003" y="2156263"/>
                  </a:lnTo>
                  <a:lnTo>
                    <a:pt x="94683" y="2124942"/>
                  </a:lnTo>
                  <a:lnTo>
                    <a:pt x="67217" y="2090120"/>
                  </a:lnTo>
                  <a:lnTo>
                    <a:pt x="43956" y="2052146"/>
                  </a:lnTo>
                  <a:lnTo>
                    <a:pt x="25253" y="2011374"/>
                  </a:lnTo>
                  <a:lnTo>
                    <a:pt x="11458" y="1968153"/>
                  </a:lnTo>
                  <a:lnTo>
                    <a:pt x="2923" y="1922837"/>
                  </a:lnTo>
                  <a:lnTo>
                    <a:pt x="0" y="1875777"/>
                  </a:lnTo>
                  <a:lnTo>
                    <a:pt x="0" y="37515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89609" y="4941569"/>
              <a:ext cx="339090" cy="76200"/>
            </a:xfrm>
            <a:custGeom>
              <a:avLst/>
              <a:gdLst/>
              <a:ahLst/>
              <a:cxnLst/>
              <a:rect l="l" t="t" r="r" b="b"/>
              <a:pathLst>
                <a:path w="339090" h="76200">
                  <a:moveTo>
                    <a:pt x="262737" y="0"/>
                  </a:moveTo>
                  <a:lnTo>
                    <a:pt x="262737" y="76199"/>
                  </a:lnTo>
                  <a:lnTo>
                    <a:pt x="319887" y="47624"/>
                  </a:lnTo>
                  <a:lnTo>
                    <a:pt x="275437" y="47624"/>
                  </a:lnTo>
                  <a:lnTo>
                    <a:pt x="275437" y="28574"/>
                  </a:lnTo>
                  <a:lnTo>
                    <a:pt x="319887" y="28574"/>
                  </a:lnTo>
                  <a:lnTo>
                    <a:pt x="262737" y="0"/>
                  </a:lnTo>
                  <a:close/>
                </a:path>
                <a:path w="339090" h="76200">
                  <a:moveTo>
                    <a:pt x="262737" y="28574"/>
                  </a:moveTo>
                  <a:lnTo>
                    <a:pt x="0" y="28574"/>
                  </a:lnTo>
                  <a:lnTo>
                    <a:pt x="0" y="47624"/>
                  </a:lnTo>
                  <a:lnTo>
                    <a:pt x="262737" y="47624"/>
                  </a:lnTo>
                  <a:lnTo>
                    <a:pt x="262737" y="28574"/>
                  </a:lnTo>
                  <a:close/>
                </a:path>
                <a:path w="339090" h="76200">
                  <a:moveTo>
                    <a:pt x="319887" y="28574"/>
                  </a:moveTo>
                  <a:lnTo>
                    <a:pt x="275437" y="28574"/>
                  </a:lnTo>
                  <a:lnTo>
                    <a:pt x="275437" y="47624"/>
                  </a:lnTo>
                  <a:lnTo>
                    <a:pt x="319887" y="47624"/>
                  </a:lnTo>
                  <a:lnTo>
                    <a:pt x="338937" y="38099"/>
                  </a:lnTo>
                  <a:lnTo>
                    <a:pt x="319887" y="285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69163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5" h="524510">
                  <a:moveTo>
                    <a:pt x="259842" y="0"/>
                  </a:moveTo>
                  <a:lnTo>
                    <a:pt x="213134" y="4222"/>
                  </a:lnTo>
                  <a:lnTo>
                    <a:pt x="169173" y="16398"/>
                  </a:lnTo>
                  <a:lnTo>
                    <a:pt x="128693" y="35785"/>
                  </a:lnTo>
                  <a:lnTo>
                    <a:pt x="92427" y="61645"/>
                  </a:lnTo>
                  <a:lnTo>
                    <a:pt x="61110" y="93237"/>
                  </a:lnTo>
                  <a:lnTo>
                    <a:pt x="35475" y="129822"/>
                  </a:lnTo>
                  <a:lnTo>
                    <a:pt x="16255" y="170658"/>
                  </a:lnTo>
                  <a:lnTo>
                    <a:pt x="4186" y="215007"/>
                  </a:lnTo>
                  <a:lnTo>
                    <a:pt x="0" y="262128"/>
                  </a:lnTo>
                  <a:lnTo>
                    <a:pt x="4186" y="309248"/>
                  </a:lnTo>
                  <a:lnTo>
                    <a:pt x="16256" y="353597"/>
                  </a:lnTo>
                  <a:lnTo>
                    <a:pt x="35475" y="394433"/>
                  </a:lnTo>
                  <a:lnTo>
                    <a:pt x="61110" y="431018"/>
                  </a:lnTo>
                  <a:lnTo>
                    <a:pt x="92427" y="462610"/>
                  </a:lnTo>
                  <a:lnTo>
                    <a:pt x="128693" y="488470"/>
                  </a:lnTo>
                  <a:lnTo>
                    <a:pt x="169173" y="507857"/>
                  </a:lnTo>
                  <a:lnTo>
                    <a:pt x="213134" y="520033"/>
                  </a:lnTo>
                  <a:lnTo>
                    <a:pt x="259842" y="524256"/>
                  </a:lnTo>
                  <a:lnTo>
                    <a:pt x="306549" y="520033"/>
                  </a:lnTo>
                  <a:lnTo>
                    <a:pt x="350510" y="507857"/>
                  </a:lnTo>
                  <a:lnTo>
                    <a:pt x="390990" y="488470"/>
                  </a:lnTo>
                  <a:lnTo>
                    <a:pt x="427256" y="462610"/>
                  </a:lnTo>
                  <a:lnTo>
                    <a:pt x="458573" y="431018"/>
                  </a:lnTo>
                  <a:lnTo>
                    <a:pt x="484208" y="394433"/>
                  </a:lnTo>
                  <a:lnTo>
                    <a:pt x="503428" y="353597"/>
                  </a:lnTo>
                  <a:lnTo>
                    <a:pt x="515497" y="309248"/>
                  </a:lnTo>
                  <a:lnTo>
                    <a:pt x="519684" y="262128"/>
                  </a:lnTo>
                  <a:lnTo>
                    <a:pt x="515497" y="215007"/>
                  </a:lnTo>
                  <a:lnTo>
                    <a:pt x="503428" y="170658"/>
                  </a:lnTo>
                  <a:lnTo>
                    <a:pt x="484208" y="129822"/>
                  </a:lnTo>
                  <a:lnTo>
                    <a:pt x="458573" y="93237"/>
                  </a:lnTo>
                  <a:lnTo>
                    <a:pt x="427256" y="61645"/>
                  </a:lnTo>
                  <a:lnTo>
                    <a:pt x="390990" y="35785"/>
                  </a:lnTo>
                  <a:lnTo>
                    <a:pt x="350510" y="16398"/>
                  </a:lnTo>
                  <a:lnTo>
                    <a:pt x="306549" y="4222"/>
                  </a:lnTo>
                  <a:lnTo>
                    <a:pt x="259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69163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5" h="524510">
                  <a:moveTo>
                    <a:pt x="0" y="262128"/>
                  </a:moveTo>
                  <a:lnTo>
                    <a:pt x="4186" y="215007"/>
                  </a:lnTo>
                  <a:lnTo>
                    <a:pt x="16255" y="170658"/>
                  </a:lnTo>
                  <a:lnTo>
                    <a:pt x="35475" y="129822"/>
                  </a:lnTo>
                  <a:lnTo>
                    <a:pt x="61110" y="93237"/>
                  </a:lnTo>
                  <a:lnTo>
                    <a:pt x="92427" y="61645"/>
                  </a:lnTo>
                  <a:lnTo>
                    <a:pt x="128693" y="35785"/>
                  </a:lnTo>
                  <a:lnTo>
                    <a:pt x="169173" y="16398"/>
                  </a:lnTo>
                  <a:lnTo>
                    <a:pt x="213134" y="4222"/>
                  </a:lnTo>
                  <a:lnTo>
                    <a:pt x="259842" y="0"/>
                  </a:lnTo>
                  <a:lnTo>
                    <a:pt x="306549" y="4222"/>
                  </a:lnTo>
                  <a:lnTo>
                    <a:pt x="350510" y="16398"/>
                  </a:lnTo>
                  <a:lnTo>
                    <a:pt x="390990" y="35785"/>
                  </a:lnTo>
                  <a:lnTo>
                    <a:pt x="427256" y="61645"/>
                  </a:lnTo>
                  <a:lnTo>
                    <a:pt x="458573" y="93237"/>
                  </a:lnTo>
                  <a:lnTo>
                    <a:pt x="484208" y="129822"/>
                  </a:lnTo>
                  <a:lnTo>
                    <a:pt x="503428" y="170658"/>
                  </a:lnTo>
                  <a:lnTo>
                    <a:pt x="515497" y="215007"/>
                  </a:lnTo>
                  <a:lnTo>
                    <a:pt x="519684" y="262128"/>
                  </a:lnTo>
                  <a:lnTo>
                    <a:pt x="515497" y="309248"/>
                  </a:lnTo>
                  <a:lnTo>
                    <a:pt x="503428" y="353597"/>
                  </a:lnTo>
                  <a:lnTo>
                    <a:pt x="484208" y="394433"/>
                  </a:lnTo>
                  <a:lnTo>
                    <a:pt x="458573" y="431018"/>
                  </a:lnTo>
                  <a:lnTo>
                    <a:pt x="427256" y="462610"/>
                  </a:lnTo>
                  <a:lnTo>
                    <a:pt x="390990" y="488470"/>
                  </a:lnTo>
                  <a:lnTo>
                    <a:pt x="350510" y="507857"/>
                  </a:lnTo>
                  <a:lnTo>
                    <a:pt x="306549" y="520033"/>
                  </a:lnTo>
                  <a:lnTo>
                    <a:pt x="259842" y="524256"/>
                  </a:lnTo>
                  <a:lnTo>
                    <a:pt x="213134" y="520033"/>
                  </a:lnTo>
                  <a:lnTo>
                    <a:pt x="169173" y="507857"/>
                  </a:lnTo>
                  <a:lnTo>
                    <a:pt x="128693" y="488470"/>
                  </a:lnTo>
                  <a:lnTo>
                    <a:pt x="92427" y="462610"/>
                  </a:lnTo>
                  <a:lnTo>
                    <a:pt x="61110" y="431018"/>
                  </a:lnTo>
                  <a:lnTo>
                    <a:pt x="35475" y="394433"/>
                  </a:lnTo>
                  <a:lnTo>
                    <a:pt x="16256" y="353597"/>
                  </a:lnTo>
                  <a:lnTo>
                    <a:pt x="4186" y="309248"/>
                  </a:lnTo>
                  <a:lnTo>
                    <a:pt x="0" y="26212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799331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4" h="524510">
                  <a:moveTo>
                    <a:pt x="259841" y="0"/>
                  </a:moveTo>
                  <a:lnTo>
                    <a:pt x="213134" y="4222"/>
                  </a:lnTo>
                  <a:lnTo>
                    <a:pt x="169173" y="16398"/>
                  </a:lnTo>
                  <a:lnTo>
                    <a:pt x="128693" y="35785"/>
                  </a:lnTo>
                  <a:lnTo>
                    <a:pt x="92427" y="61645"/>
                  </a:lnTo>
                  <a:lnTo>
                    <a:pt x="61110" y="93237"/>
                  </a:lnTo>
                  <a:lnTo>
                    <a:pt x="35475" y="129822"/>
                  </a:lnTo>
                  <a:lnTo>
                    <a:pt x="16255" y="170658"/>
                  </a:lnTo>
                  <a:lnTo>
                    <a:pt x="4186" y="215007"/>
                  </a:lnTo>
                  <a:lnTo>
                    <a:pt x="0" y="262128"/>
                  </a:lnTo>
                  <a:lnTo>
                    <a:pt x="4186" y="309248"/>
                  </a:lnTo>
                  <a:lnTo>
                    <a:pt x="16255" y="353597"/>
                  </a:lnTo>
                  <a:lnTo>
                    <a:pt x="35475" y="394433"/>
                  </a:lnTo>
                  <a:lnTo>
                    <a:pt x="61110" y="431018"/>
                  </a:lnTo>
                  <a:lnTo>
                    <a:pt x="92427" y="462610"/>
                  </a:lnTo>
                  <a:lnTo>
                    <a:pt x="128693" y="488470"/>
                  </a:lnTo>
                  <a:lnTo>
                    <a:pt x="169173" y="507857"/>
                  </a:lnTo>
                  <a:lnTo>
                    <a:pt x="213134" y="520033"/>
                  </a:lnTo>
                  <a:lnTo>
                    <a:pt x="259841" y="524256"/>
                  </a:lnTo>
                  <a:lnTo>
                    <a:pt x="306549" y="520033"/>
                  </a:lnTo>
                  <a:lnTo>
                    <a:pt x="350510" y="507857"/>
                  </a:lnTo>
                  <a:lnTo>
                    <a:pt x="390990" y="488470"/>
                  </a:lnTo>
                  <a:lnTo>
                    <a:pt x="427256" y="462610"/>
                  </a:lnTo>
                  <a:lnTo>
                    <a:pt x="458573" y="431018"/>
                  </a:lnTo>
                  <a:lnTo>
                    <a:pt x="484208" y="394433"/>
                  </a:lnTo>
                  <a:lnTo>
                    <a:pt x="503427" y="353597"/>
                  </a:lnTo>
                  <a:lnTo>
                    <a:pt x="515497" y="309248"/>
                  </a:lnTo>
                  <a:lnTo>
                    <a:pt x="519683" y="262128"/>
                  </a:lnTo>
                  <a:lnTo>
                    <a:pt x="515497" y="215007"/>
                  </a:lnTo>
                  <a:lnTo>
                    <a:pt x="503428" y="170658"/>
                  </a:lnTo>
                  <a:lnTo>
                    <a:pt x="484208" y="129822"/>
                  </a:lnTo>
                  <a:lnTo>
                    <a:pt x="458573" y="93237"/>
                  </a:lnTo>
                  <a:lnTo>
                    <a:pt x="427256" y="61645"/>
                  </a:lnTo>
                  <a:lnTo>
                    <a:pt x="390990" y="35785"/>
                  </a:lnTo>
                  <a:lnTo>
                    <a:pt x="350510" y="16398"/>
                  </a:lnTo>
                  <a:lnTo>
                    <a:pt x="306549" y="4222"/>
                  </a:lnTo>
                  <a:lnTo>
                    <a:pt x="259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799331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4" h="524510">
                  <a:moveTo>
                    <a:pt x="0" y="262128"/>
                  </a:moveTo>
                  <a:lnTo>
                    <a:pt x="4186" y="215007"/>
                  </a:lnTo>
                  <a:lnTo>
                    <a:pt x="16255" y="170658"/>
                  </a:lnTo>
                  <a:lnTo>
                    <a:pt x="35475" y="129822"/>
                  </a:lnTo>
                  <a:lnTo>
                    <a:pt x="61110" y="93237"/>
                  </a:lnTo>
                  <a:lnTo>
                    <a:pt x="92427" y="61645"/>
                  </a:lnTo>
                  <a:lnTo>
                    <a:pt x="128693" y="35785"/>
                  </a:lnTo>
                  <a:lnTo>
                    <a:pt x="169173" y="16398"/>
                  </a:lnTo>
                  <a:lnTo>
                    <a:pt x="213134" y="4222"/>
                  </a:lnTo>
                  <a:lnTo>
                    <a:pt x="259841" y="0"/>
                  </a:lnTo>
                  <a:lnTo>
                    <a:pt x="306549" y="4222"/>
                  </a:lnTo>
                  <a:lnTo>
                    <a:pt x="350510" y="16398"/>
                  </a:lnTo>
                  <a:lnTo>
                    <a:pt x="390990" y="35785"/>
                  </a:lnTo>
                  <a:lnTo>
                    <a:pt x="427256" y="61645"/>
                  </a:lnTo>
                  <a:lnTo>
                    <a:pt x="458573" y="93237"/>
                  </a:lnTo>
                  <a:lnTo>
                    <a:pt x="484208" y="129822"/>
                  </a:lnTo>
                  <a:lnTo>
                    <a:pt x="503428" y="170658"/>
                  </a:lnTo>
                  <a:lnTo>
                    <a:pt x="515497" y="215007"/>
                  </a:lnTo>
                  <a:lnTo>
                    <a:pt x="519683" y="262128"/>
                  </a:lnTo>
                  <a:lnTo>
                    <a:pt x="515497" y="309248"/>
                  </a:lnTo>
                  <a:lnTo>
                    <a:pt x="503427" y="353597"/>
                  </a:lnTo>
                  <a:lnTo>
                    <a:pt x="484208" y="394433"/>
                  </a:lnTo>
                  <a:lnTo>
                    <a:pt x="458573" y="431018"/>
                  </a:lnTo>
                  <a:lnTo>
                    <a:pt x="427256" y="462610"/>
                  </a:lnTo>
                  <a:lnTo>
                    <a:pt x="390990" y="488470"/>
                  </a:lnTo>
                  <a:lnTo>
                    <a:pt x="350510" y="507857"/>
                  </a:lnTo>
                  <a:lnTo>
                    <a:pt x="306549" y="520033"/>
                  </a:lnTo>
                  <a:lnTo>
                    <a:pt x="259841" y="524256"/>
                  </a:lnTo>
                  <a:lnTo>
                    <a:pt x="213134" y="520033"/>
                  </a:lnTo>
                  <a:lnTo>
                    <a:pt x="169173" y="507857"/>
                  </a:lnTo>
                  <a:lnTo>
                    <a:pt x="128693" y="488470"/>
                  </a:lnTo>
                  <a:lnTo>
                    <a:pt x="92427" y="462610"/>
                  </a:lnTo>
                  <a:lnTo>
                    <a:pt x="61110" y="431018"/>
                  </a:lnTo>
                  <a:lnTo>
                    <a:pt x="35475" y="394433"/>
                  </a:lnTo>
                  <a:lnTo>
                    <a:pt x="16255" y="353597"/>
                  </a:lnTo>
                  <a:lnTo>
                    <a:pt x="4186" y="309248"/>
                  </a:lnTo>
                  <a:lnTo>
                    <a:pt x="0" y="262128"/>
                  </a:lnTo>
                  <a:close/>
                </a:path>
                <a:path w="520064" h="524510">
                  <a:moveTo>
                    <a:pt x="36575" y="261366"/>
                  </a:moveTo>
                  <a:lnTo>
                    <a:pt x="41111" y="216046"/>
                  </a:lnTo>
                  <a:lnTo>
                    <a:pt x="54119" y="173843"/>
                  </a:lnTo>
                  <a:lnTo>
                    <a:pt x="74703" y="135658"/>
                  </a:lnTo>
                  <a:lnTo>
                    <a:pt x="101965" y="102393"/>
                  </a:lnTo>
                  <a:lnTo>
                    <a:pt x="135007" y="74951"/>
                  </a:lnTo>
                  <a:lnTo>
                    <a:pt x="172932" y="54232"/>
                  </a:lnTo>
                  <a:lnTo>
                    <a:pt x="214843" y="41140"/>
                  </a:lnTo>
                  <a:lnTo>
                    <a:pt x="259841" y="36576"/>
                  </a:lnTo>
                  <a:lnTo>
                    <a:pt x="304840" y="41140"/>
                  </a:lnTo>
                  <a:lnTo>
                    <a:pt x="346751" y="54232"/>
                  </a:lnTo>
                  <a:lnTo>
                    <a:pt x="384676" y="74951"/>
                  </a:lnTo>
                  <a:lnTo>
                    <a:pt x="417718" y="102393"/>
                  </a:lnTo>
                  <a:lnTo>
                    <a:pt x="444980" y="135658"/>
                  </a:lnTo>
                  <a:lnTo>
                    <a:pt x="465564" y="173843"/>
                  </a:lnTo>
                  <a:lnTo>
                    <a:pt x="478572" y="216046"/>
                  </a:lnTo>
                  <a:lnTo>
                    <a:pt x="483107" y="261366"/>
                  </a:lnTo>
                  <a:lnTo>
                    <a:pt x="478572" y="306685"/>
                  </a:lnTo>
                  <a:lnTo>
                    <a:pt x="465564" y="348888"/>
                  </a:lnTo>
                  <a:lnTo>
                    <a:pt x="444980" y="387073"/>
                  </a:lnTo>
                  <a:lnTo>
                    <a:pt x="417718" y="420338"/>
                  </a:lnTo>
                  <a:lnTo>
                    <a:pt x="384676" y="447780"/>
                  </a:lnTo>
                  <a:lnTo>
                    <a:pt x="346751" y="468499"/>
                  </a:lnTo>
                  <a:lnTo>
                    <a:pt x="304840" y="481591"/>
                  </a:lnTo>
                  <a:lnTo>
                    <a:pt x="259841" y="486156"/>
                  </a:lnTo>
                  <a:lnTo>
                    <a:pt x="214843" y="481591"/>
                  </a:lnTo>
                  <a:lnTo>
                    <a:pt x="172932" y="468499"/>
                  </a:lnTo>
                  <a:lnTo>
                    <a:pt x="135007" y="447780"/>
                  </a:lnTo>
                  <a:lnTo>
                    <a:pt x="101965" y="420338"/>
                  </a:lnTo>
                  <a:lnTo>
                    <a:pt x="74703" y="387073"/>
                  </a:lnTo>
                  <a:lnTo>
                    <a:pt x="54119" y="348888"/>
                  </a:lnTo>
                  <a:lnTo>
                    <a:pt x="41111" y="306685"/>
                  </a:lnTo>
                  <a:lnTo>
                    <a:pt x="36575" y="26136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495294" y="4561712"/>
              <a:ext cx="380365" cy="835660"/>
            </a:xfrm>
            <a:custGeom>
              <a:avLst/>
              <a:gdLst/>
              <a:ahLst/>
              <a:cxnLst/>
              <a:rect l="l" t="t" r="r" b="b"/>
              <a:pathLst>
                <a:path w="380364" h="835660">
                  <a:moveTo>
                    <a:pt x="304800" y="417957"/>
                  </a:moveTo>
                  <a:lnTo>
                    <a:pt x="285750" y="408432"/>
                  </a:lnTo>
                  <a:lnTo>
                    <a:pt x="228600" y="379857"/>
                  </a:lnTo>
                  <a:lnTo>
                    <a:pt x="228600" y="408432"/>
                  </a:lnTo>
                  <a:lnTo>
                    <a:pt x="0" y="408432"/>
                  </a:lnTo>
                  <a:lnTo>
                    <a:pt x="0" y="427482"/>
                  </a:lnTo>
                  <a:lnTo>
                    <a:pt x="228600" y="427482"/>
                  </a:lnTo>
                  <a:lnTo>
                    <a:pt x="228600" y="456057"/>
                  </a:lnTo>
                  <a:lnTo>
                    <a:pt x="285750" y="427482"/>
                  </a:lnTo>
                  <a:lnTo>
                    <a:pt x="304800" y="417957"/>
                  </a:lnTo>
                  <a:close/>
                </a:path>
                <a:path w="380364" h="835660">
                  <a:moveTo>
                    <a:pt x="380238" y="602361"/>
                  </a:moveTo>
                  <a:lnTo>
                    <a:pt x="295783" y="612775"/>
                  </a:lnTo>
                  <a:lnTo>
                    <a:pt x="311505" y="636549"/>
                  </a:lnTo>
                  <a:lnTo>
                    <a:pt x="35941" y="819404"/>
                  </a:lnTo>
                  <a:lnTo>
                    <a:pt x="46355" y="835279"/>
                  </a:lnTo>
                  <a:lnTo>
                    <a:pt x="322033" y="652437"/>
                  </a:lnTo>
                  <a:lnTo>
                    <a:pt x="337820" y="676275"/>
                  </a:lnTo>
                  <a:lnTo>
                    <a:pt x="364629" y="629539"/>
                  </a:lnTo>
                  <a:lnTo>
                    <a:pt x="380238" y="602361"/>
                  </a:lnTo>
                  <a:close/>
                </a:path>
                <a:path w="380364" h="835660">
                  <a:moveTo>
                    <a:pt x="380238" y="232918"/>
                  </a:moveTo>
                  <a:lnTo>
                    <a:pt x="364604" y="205740"/>
                  </a:lnTo>
                  <a:lnTo>
                    <a:pt x="337820" y="159131"/>
                  </a:lnTo>
                  <a:lnTo>
                    <a:pt x="322059" y="182867"/>
                  </a:lnTo>
                  <a:lnTo>
                    <a:pt x="46355" y="0"/>
                  </a:lnTo>
                  <a:lnTo>
                    <a:pt x="35941" y="15875"/>
                  </a:lnTo>
                  <a:lnTo>
                    <a:pt x="311518" y="198742"/>
                  </a:lnTo>
                  <a:lnTo>
                    <a:pt x="295656" y="222631"/>
                  </a:lnTo>
                  <a:lnTo>
                    <a:pt x="380238" y="2329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058924" y="4183379"/>
              <a:ext cx="426720" cy="447040"/>
            </a:xfrm>
            <a:custGeom>
              <a:avLst/>
              <a:gdLst/>
              <a:ahLst/>
              <a:cxnLst/>
              <a:rect l="l" t="t" r="r" b="b"/>
              <a:pathLst>
                <a:path w="426719" h="447039">
                  <a:moveTo>
                    <a:pt x="213359" y="0"/>
                  </a:moveTo>
                  <a:lnTo>
                    <a:pt x="164432" y="5896"/>
                  </a:lnTo>
                  <a:lnTo>
                    <a:pt x="119520" y="22691"/>
                  </a:lnTo>
                  <a:lnTo>
                    <a:pt x="79905" y="49045"/>
                  </a:lnTo>
                  <a:lnTo>
                    <a:pt x="46866" y="83620"/>
                  </a:lnTo>
                  <a:lnTo>
                    <a:pt x="21682" y="125074"/>
                  </a:lnTo>
                  <a:lnTo>
                    <a:pt x="5633" y="172069"/>
                  </a:lnTo>
                  <a:lnTo>
                    <a:pt x="0" y="223266"/>
                  </a:lnTo>
                  <a:lnTo>
                    <a:pt x="5633" y="274462"/>
                  </a:lnTo>
                  <a:lnTo>
                    <a:pt x="21682" y="321457"/>
                  </a:lnTo>
                  <a:lnTo>
                    <a:pt x="46866" y="362911"/>
                  </a:lnTo>
                  <a:lnTo>
                    <a:pt x="79905" y="397486"/>
                  </a:lnTo>
                  <a:lnTo>
                    <a:pt x="119520" y="423840"/>
                  </a:lnTo>
                  <a:lnTo>
                    <a:pt x="164432" y="440635"/>
                  </a:lnTo>
                  <a:lnTo>
                    <a:pt x="213359" y="446532"/>
                  </a:lnTo>
                  <a:lnTo>
                    <a:pt x="262287" y="440635"/>
                  </a:lnTo>
                  <a:lnTo>
                    <a:pt x="307199" y="423840"/>
                  </a:lnTo>
                  <a:lnTo>
                    <a:pt x="346814" y="397486"/>
                  </a:lnTo>
                  <a:lnTo>
                    <a:pt x="379853" y="362911"/>
                  </a:lnTo>
                  <a:lnTo>
                    <a:pt x="405037" y="321457"/>
                  </a:lnTo>
                  <a:lnTo>
                    <a:pt x="421086" y="274462"/>
                  </a:lnTo>
                  <a:lnTo>
                    <a:pt x="426719" y="223266"/>
                  </a:lnTo>
                  <a:lnTo>
                    <a:pt x="421086" y="172069"/>
                  </a:lnTo>
                  <a:lnTo>
                    <a:pt x="405037" y="125074"/>
                  </a:lnTo>
                  <a:lnTo>
                    <a:pt x="379853" y="83620"/>
                  </a:lnTo>
                  <a:lnTo>
                    <a:pt x="346814" y="49045"/>
                  </a:lnTo>
                  <a:lnTo>
                    <a:pt x="307199" y="22691"/>
                  </a:lnTo>
                  <a:lnTo>
                    <a:pt x="262287" y="5896"/>
                  </a:lnTo>
                  <a:lnTo>
                    <a:pt x="213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058924" y="4183379"/>
              <a:ext cx="426720" cy="447040"/>
            </a:xfrm>
            <a:custGeom>
              <a:avLst/>
              <a:gdLst/>
              <a:ahLst/>
              <a:cxnLst/>
              <a:rect l="l" t="t" r="r" b="b"/>
              <a:pathLst>
                <a:path w="426719" h="447039">
                  <a:moveTo>
                    <a:pt x="0" y="223266"/>
                  </a:moveTo>
                  <a:lnTo>
                    <a:pt x="5633" y="172069"/>
                  </a:lnTo>
                  <a:lnTo>
                    <a:pt x="21682" y="125074"/>
                  </a:lnTo>
                  <a:lnTo>
                    <a:pt x="46866" y="83620"/>
                  </a:lnTo>
                  <a:lnTo>
                    <a:pt x="79905" y="49045"/>
                  </a:lnTo>
                  <a:lnTo>
                    <a:pt x="119520" y="22691"/>
                  </a:lnTo>
                  <a:lnTo>
                    <a:pt x="164432" y="5896"/>
                  </a:lnTo>
                  <a:lnTo>
                    <a:pt x="213359" y="0"/>
                  </a:lnTo>
                  <a:lnTo>
                    <a:pt x="262287" y="5896"/>
                  </a:lnTo>
                  <a:lnTo>
                    <a:pt x="307199" y="22691"/>
                  </a:lnTo>
                  <a:lnTo>
                    <a:pt x="346814" y="49045"/>
                  </a:lnTo>
                  <a:lnTo>
                    <a:pt x="379853" y="83620"/>
                  </a:lnTo>
                  <a:lnTo>
                    <a:pt x="405037" y="125074"/>
                  </a:lnTo>
                  <a:lnTo>
                    <a:pt x="421086" y="172069"/>
                  </a:lnTo>
                  <a:lnTo>
                    <a:pt x="426719" y="223266"/>
                  </a:lnTo>
                  <a:lnTo>
                    <a:pt x="421086" y="274462"/>
                  </a:lnTo>
                  <a:lnTo>
                    <a:pt x="405037" y="321457"/>
                  </a:lnTo>
                  <a:lnTo>
                    <a:pt x="379853" y="362911"/>
                  </a:lnTo>
                  <a:lnTo>
                    <a:pt x="346814" y="397486"/>
                  </a:lnTo>
                  <a:lnTo>
                    <a:pt x="307199" y="423840"/>
                  </a:lnTo>
                  <a:lnTo>
                    <a:pt x="262287" y="440635"/>
                  </a:lnTo>
                  <a:lnTo>
                    <a:pt x="213359" y="446532"/>
                  </a:lnTo>
                  <a:lnTo>
                    <a:pt x="164432" y="440635"/>
                  </a:lnTo>
                  <a:lnTo>
                    <a:pt x="119520" y="423840"/>
                  </a:lnTo>
                  <a:lnTo>
                    <a:pt x="79905" y="397486"/>
                  </a:lnTo>
                  <a:lnTo>
                    <a:pt x="46866" y="362911"/>
                  </a:lnTo>
                  <a:lnTo>
                    <a:pt x="21682" y="321457"/>
                  </a:lnTo>
                  <a:lnTo>
                    <a:pt x="5633" y="274462"/>
                  </a:lnTo>
                  <a:lnTo>
                    <a:pt x="0" y="223266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69442" y="2825556"/>
            <a:ext cx="7870190" cy="915035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35"/>
              </a:spcBef>
              <a:tabLst>
                <a:tab pos="5434965" algn="l"/>
                <a:tab pos="6346190" algn="l"/>
              </a:tabLst>
            </a:pP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IDEA</a:t>
            </a:r>
            <a:r>
              <a:rPr dirty="0" sz="2400" spc="-10">
                <a:latin typeface="Franklin Gothic Medium"/>
                <a:cs typeface="Franklin Gothic Medium"/>
              </a:rPr>
              <a:t>: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Convert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>
                <a:latin typeface="Franklin Gothic Medium"/>
                <a:cs typeface="Franklin Gothic Medium"/>
              </a:rPr>
              <a:t>-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60">
                <a:latin typeface="Franklin Gothic Medium"/>
                <a:cs typeface="Franklin Gothic Medium"/>
              </a:rPr>
              <a:t>GNFA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equivalent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 spc="6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−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>
                <a:latin typeface="Franklin Gothic Medium"/>
                <a:cs typeface="Franklin Gothic Medium"/>
              </a:rPr>
              <a:t>-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GNFA</a:t>
            </a:r>
            <a:endParaRPr sz="2400">
              <a:latin typeface="Franklin Gothic Medium"/>
              <a:cs typeface="Franklin Gothic Medium"/>
            </a:endParaRPr>
          </a:p>
          <a:p>
            <a:pPr algn="ctr" marL="273685">
              <a:lnSpc>
                <a:spcPct val="100000"/>
              </a:lnSpc>
              <a:spcBef>
                <a:spcPts val="785"/>
              </a:spcBef>
              <a:tabLst>
                <a:tab pos="4949190" algn="l"/>
              </a:tabLst>
            </a:pPr>
            <a:r>
              <a:rPr dirty="0" sz="2000">
                <a:latin typeface="Cambria Math"/>
                <a:cs typeface="Cambria Math"/>
              </a:rPr>
              <a:t>𝑘</a:t>
            </a:r>
            <a:r>
              <a:rPr dirty="0" sz="2000" spc="110">
                <a:latin typeface="Cambria Math"/>
                <a:cs typeface="Cambria Math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states</a:t>
            </a:r>
            <a:r>
              <a:rPr dirty="0" sz="2000">
                <a:latin typeface="Franklin Gothic Medium"/>
                <a:cs typeface="Franklin Gothic Medium"/>
              </a:rPr>
              <a:t>	</a:t>
            </a:r>
            <a:r>
              <a:rPr dirty="0" sz="2000">
                <a:latin typeface="Cambria Math"/>
                <a:cs typeface="Cambria Math"/>
              </a:rPr>
              <a:t>𝑘</a:t>
            </a:r>
            <a:r>
              <a:rPr dirty="0" sz="2000" spc="5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-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1</a:t>
            </a:r>
            <a:r>
              <a:rPr dirty="0" sz="2000" spc="45">
                <a:latin typeface="Cambria Math"/>
                <a:cs typeface="Cambria Math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states</a:t>
            </a:r>
            <a:endParaRPr sz="2000">
              <a:latin typeface="Franklin Gothic Medium"/>
              <a:cs typeface="Franklin Gothic Medium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4434649" y="4821745"/>
            <a:ext cx="412115" cy="314325"/>
            <a:chOff x="4434649" y="4821745"/>
            <a:chExt cx="412115" cy="314325"/>
          </a:xfrm>
        </p:grpSpPr>
        <p:sp>
          <p:nvSpPr>
            <p:cNvPr id="23" name="object 23" descr=""/>
            <p:cNvSpPr/>
            <p:nvPr/>
          </p:nvSpPr>
          <p:spPr>
            <a:xfrm>
              <a:off x="4439411" y="4826508"/>
              <a:ext cx="402590" cy="304800"/>
            </a:xfrm>
            <a:custGeom>
              <a:avLst/>
              <a:gdLst/>
              <a:ahLst/>
              <a:cxnLst/>
              <a:rect l="l" t="t" r="r" b="b"/>
              <a:pathLst>
                <a:path w="402589" h="304800">
                  <a:moveTo>
                    <a:pt x="249936" y="0"/>
                  </a:moveTo>
                  <a:lnTo>
                    <a:pt x="249936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249936" y="228600"/>
                  </a:lnTo>
                  <a:lnTo>
                    <a:pt x="249936" y="304800"/>
                  </a:lnTo>
                  <a:lnTo>
                    <a:pt x="402336" y="152400"/>
                  </a:lnTo>
                  <a:lnTo>
                    <a:pt x="2499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439411" y="4826508"/>
              <a:ext cx="402590" cy="304800"/>
            </a:xfrm>
            <a:custGeom>
              <a:avLst/>
              <a:gdLst/>
              <a:ahLst/>
              <a:cxnLst/>
              <a:rect l="l" t="t" r="r" b="b"/>
              <a:pathLst>
                <a:path w="402589" h="304800">
                  <a:moveTo>
                    <a:pt x="0" y="76200"/>
                  </a:moveTo>
                  <a:lnTo>
                    <a:pt x="249936" y="76200"/>
                  </a:lnTo>
                  <a:lnTo>
                    <a:pt x="249936" y="0"/>
                  </a:lnTo>
                  <a:lnTo>
                    <a:pt x="402336" y="152400"/>
                  </a:lnTo>
                  <a:lnTo>
                    <a:pt x="249936" y="304800"/>
                  </a:lnTo>
                  <a:lnTo>
                    <a:pt x="249936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4998465" y="3817620"/>
            <a:ext cx="4161154" cy="2292350"/>
            <a:chOff x="4998465" y="3817620"/>
            <a:chExt cx="4161154" cy="2292350"/>
          </a:xfrm>
        </p:grpSpPr>
        <p:sp>
          <p:nvSpPr>
            <p:cNvPr id="26" name="object 26" descr=""/>
            <p:cNvSpPr/>
            <p:nvPr/>
          </p:nvSpPr>
          <p:spPr>
            <a:xfrm>
              <a:off x="5862827" y="3852672"/>
              <a:ext cx="2466340" cy="2251075"/>
            </a:xfrm>
            <a:custGeom>
              <a:avLst/>
              <a:gdLst/>
              <a:ahLst/>
              <a:cxnLst/>
              <a:rect l="l" t="t" r="r" b="b"/>
              <a:pathLst>
                <a:path w="2466340" h="2251075">
                  <a:moveTo>
                    <a:pt x="2090674" y="0"/>
                  </a:moveTo>
                  <a:lnTo>
                    <a:pt x="375158" y="0"/>
                  </a:lnTo>
                  <a:lnTo>
                    <a:pt x="328110" y="2923"/>
                  </a:lnTo>
                  <a:lnTo>
                    <a:pt x="282803" y="11461"/>
                  </a:lnTo>
                  <a:lnTo>
                    <a:pt x="239588" y="25259"/>
                  </a:lnTo>
                  <a:lnTo>
                    <a:pt x="198819" y="43966"/>
                  </a:lnTo>
                  <a:lnTo>
                    <a:pt x="160847" y="67231"/>
                  </a:lnTo>
                  <a:lnTo>
                    <a:pt x="126023" y="94700"/>
                  </a:lnTo>
                  <a:lnTo>
                    <a:pt x="94700" y="126023"/>
                  </a:lnTo>
                  <a:lnTo>
                    <a:pt x="67231" y="160847"/>
                  </a:lnTo>
                  <a:lnTo>
                    <a:pt x="43966" y="198819"/>
                  </a:lnTo>
                  <a:lnTo>
                    <a:pt x="25259" y="239588"/>
                  </a:lnTo>
                  <a:lnTo>
                    <a:pt x="11461" y="282803"/>
                  </a:lnTo>
                  <a:lnTo>
                    <a:pt x="2923" y="328110"/>
                  </a:lnTo>
                  <a:lnTo>
                    <a:pt x="0" y="375157"/>
                  </a:lnTo>
                  <a:lnTo>
                    <a:pt x="0" y="1875777"/>
                  </a:lnTo>
                  <a:lnTo>
                    <a:pt x="2923" y="1922837"/>
                  </a:lnTo>
                  <a:lnTo>
                    <a:pt x="11461" y="1968153"/>
                  </a:lnTo>
                  <a:lnTo>
                    <a:pt x="25259" y="2011374"/>
                  </a:lnTo>
                  <a:lnTo>
                    <a:pt x="43966" y="2052146"/>
                  </a:lnTo>
                  <a:lnTo>
                    <a:pt x="67231" y="2090120"/>
                  </a:lnTo>
                  <a:lnTo>
                    <a:pt x="94700" y="2124942"/>
                  </a:lnTo>
                  <a:lnTo>
                    <a:pt x="126023" y="2156263"/>
                  </a:lnTo>
                  <a:lnTo>
                    <a:pt x="160847" y="2183729"/>
                  </a:lnTo>
                  <a:lnTo>
                    <a:pt x="198819" y="2206990"/>
                  </a:lnTo>
                  <a:lnTo>
                    <a:pt x="239588" y="2225694"/>
                  </a:lnTo>
                  <a:lnTo>
                    <a:pt x="282803" y="2239489"/>
                  </a:lnTo>
                  <a:lnTo>
                    <a:pt x="328110" y="2248024"/>
                  </a:lnTo>
                  <a:lnTo>
                    <a:pt x="375158" y="2250947"/>
                  </a:lnTo>
                  <a:lnTo>
                    <a:pt x="2090674" y="2250947"/>
                  </a:lnTo>
                  <a:lnTo>
                    <a:pt x="2137721" y="2248024"/>
                  </a:lnTo>
                  <a:lnTo>
                    <a:pt x="2183028" y="2239489"/>
                  </a:lnTo>
                  <a:lnTo>
                    <a:pt x="2226243" y="2225694"/>
                  </a:lnTo>
                  <a:lnTo>
                    <a:pt x="2267012" y="2206990"/>
                  </a:lnTo>
                  <a:lnTo>
                    <a:pt x="2304984" y="2183729"/>
                  </a:lnTo>
                  <a:lnTo>
                    <a:pt x="2339808" y="2156263"/>
                  </a:lnTo>
                  <a:lnTo>
                    <a:pt x="2371131" y="2124942"/>
                  </a:lnTo>
                  <a:lnTo>
                    <a:pt x="2398600" y="2090120"/>
                  </a:lnTo>
                  <a:lnTo>
                    <a:pt x="2421865" y="2052146"/>
                  </a:lnTo>
                  <a:lnTo>
                    <a:pt x="2440572" y="2011374"/>
                  </a:lnTo>
                  <a:lnTo>
                    <a:pt x="2454370" y="1968153"/>
                  </a:lnTo>
                  <a:lnTo>
                    <a:pt x="2462908" y="1922837"/>
                  </a:lnTo>
                  <a:lnTo>
                    <a:pt x="2465831" y="1875777"/>
                  </a:lnTo>
                  <a:lnTo>
                    <a:pt x="2465831" y="375157"/>
                  </a:lnTo>
                  <a:lnTo>
                    <a:pt x="2462908" y="328110"/>
                  </a:lnTo>
                  <a:lnTo>
                    <a:pt x="2454370" y="282803"/>
                  </a:lnTo>
                  <a:lnTo>
                    <a:pt x="2440572" y="239588"/>
                  </a:lnTo>
                  <a:lnTo>
                    <a:pt x="2421865" y="198819"/>
                  </a:lnTo>
                  <a:lnTo>
                    <a:pt x="2398600" y="160847"/>
                  </a:lnTo>
                  <a:lnTo>
                    <a:pt x="2371131" y="126023"/>
                  </a:lnTo>
                  <a:lnTo>
                    <a:pt x="2339808" y="94700"/>
                  </a:lnTo>
                  <a:lnTo>
                    <a:pt x="2304984" y="67231"/>
                  </a:lnTo>
                  <a:lnTo>
                    <a:pt x="2267012" y="43966"/>
                  </a:lnTo>
                  <a:lnTo>
                    <a:pt x="2226243" y="25259"/>
                  </a:lnTo>
                  <a:lnTo>
                    <a:pt x="2183028" y="11461"/>
                  </a:lnTo>
                  <a:lnTo>
                    <a:pt x="2137721" y="2923"/>
                  </a:lnTo>
                  <a:lnTo>
                    <a:pt x="209067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862827" y="3852672"/>
              <a:ext cx="2466340" cy="2251075"/>
            </a:xfrm>
            <a:custGeom>
              <a:avLst/>
              <a:gdLst/>
              <a:ahLst/>
              <a:cxnLst/>
              <a:rect l="l" t="t" r="r" b="b"/>
              <a:pathLst>
                <a:path w="2466340" h="2251075">
                  <a:moveTo>
                    <a:pt x="0" y="375157"/>
                  </a:moveTo>
                  <a:lnTo>
                    <a:pt x="2923" y="328110"/>
                  </a:lnTo>
                  <a:lnTo>
                    <a:pt x="11461" y="282803"/>
                  </a:lnTo>
                  <a:lnTo>
                    <a:pt x="25259" y="239588"/>
                  </a:lnTo>
                  <a:lnTo>
                    <a:pt x="43966" y="198819"/>
                  </a:lnTo>
                  <a:lnTo>
                    <a:pt x="67231" y="160847"/>
                  </a:lnTo>
                  <a:lnTo>
                    <a:pt x="94700" y="126023"/>
                  </a:lnTo>
                  <a:lnTo>
                    <a:pt x="126023" y="94700"/>
                  </a:lnTo>
                  <a:lnTo>
                    <a:pt x="160847" y="67231"/>
                  </a:lnTo>
                  <a:lnTo>
                    <a:pt x="198819" y="43966"/>
                  </a:lnTo>
                  <a:lnTo>
                    <a:pt x="239588" y="25259"/>
                  </a:lnTo>
                  <a:lnTo>
                    <a:pt x="282803" y="11461"/>
                  </a:lnTo>
                  <a:lnTo>
                    <a:pt x="328110" y="2923"/>
                  </a:lnTo>
                  <a:lnTo>
                    <a:pt x="375158" y="0"/>
                  </a:lnTo>
                  <a:lnTo>
                    <a:pt x="2090674" y="0"/>
                  </a:lnTo>
                  <a:lnTo>
                    <a:pt x="2137721" y="2923"/>
                  </a:lnTo>
                  <a:lnTo>
                    <a:pt x="2183028" y="11461"/>
                  </a:lnTo>
                  <a:lnTo>
                    <a:pt x="2226243" y="25259"/>
                  </a:lnTo>
                  <a:lnTo>
                    <a:pt x="2267012" y="43966"/>
                  </a:lnTo>
                  <a:lnTo>
                    <a:pt x="2304984" y="67231"/>
                  </a:lnTo>
                  <a:lnTo>
                    <a:pt x="2339808" y="94700"/>
                  </a:lnTo>
                  <a:lnTo>
                    <a:pt x="2371131" y="126023"/>
                  </a:lnTo>
                  <a:lnTo>
                    <a:pt x="2398600" y="160847"/>
                  </a:lnTo>
                  <a:lnTo>
                    <a:pt x="2421865" y="198819"/>
                  </a:lnTo>
                  <a:lnTo>
                    <a:pt x="2440572" y="239588"/>
                  </a:lnTo>
                  <a:lnTo>
                    <a:pt x="2454370" y="282803"/>
                  </a:lnTo>
                  <a:lnTo>
                    <a:pt x="2462908" y="328110"/>
                  </a:lnTo>
                  <a:lnTo>
                    <a:pt x="2465831" y="375157"/>
                  </a:lnTo>
                  <a:lnTo>
                    <a:pt x="2465831" y="1875777"/>
                  </a:lnTo>
                  <a:lnTo>
                    <a:pt x="2462908" y="1922837"/>
                  </a:lnTo>
                  <a:lnTo>
                    <a:pt x="2454370" y="1968153"/>
                  </a:lnTo>
                  <a:lnTo>
                    <a:pt x="2440572" y="2011374"/>
                  </a:lnTo>
                  <a:lnTo>
                    <a:pt x="2421865" y="2052146"/>
                  </a:lnTo>
                  <a:lnTo>
                    <a:pt x="2398600" y="2090120"/>
                  </a:lnTo>
                  <a:lnTo>
                    <a:pt x="2371131" y="2124942"/>
                  </a:lnTo>
                  <a:lnTo>
                    <a:pt x="2339808" y="2156263"/>
                  </a:lnTo>
                  <a:lnTo>
                    <a:pt x="2304984" y="2183729"/>
                  </a:lnTo>
                  <a:lnTo>
                    <a:pt x="2267012" y="2206990"/>
                  </a:lnTo>
                  <a:lnTo>
                    <a:pt x="2226243" y="2225694"/>
                  </a:lnTo>
                  <a:lnTo>
                    <a:pt x="2183028" y="2239489"/>
                  </a:lnTo>
                  <a:lnTo>
                    <a:pt x="2137721" y="2248024"/>
                  </a:lnTo>
                  <a:lnTo>
                    <a:pt x="2090674" y="2250947"/>
                  </a:lnTo>
                  <a:lnTo>
                    <a:pt x="375158" y="2250947"/>
                  </a:lnTo>
                  <a:lnTo>
                    <a:pt x="328110" y="2248024"/>
                  </a:lnTo>
                  <a:lnTo>
                    <a:pt x="282803" y="2239489"/>
                  </a:lnTo>
                  <a:lnTo>
                    <a:pt x="239588" y="2225694"/>
                  </a:lnTo>
                  <a:lnTo>
                    <a:pt x="198819" y="2206990"/>
                  </a:lnTo>
                  <a:lnTo>
                    <a:pt x="160847" y="2183729"/>
                  </a:lnTo>
                  <a:lnTo>
                    <a:pt x="126023" y="2156263"/>
                  </a:lnTo>
                  <a:lnTo>
                    <a:pt x="94700" y="2124942"/>
                  </a:lnTo>
                  <a:lnTo>
                    <a:pt x="67231" y="2090120"/>
                  </a:lnTo>
                  <a:lnTo>
                    <a:pt x="43966" y="2052146"/>
                  </a:lnTo>
                  <a:lnTo>
                    <a:pt x="25259" y="2011374"/>
                  </a:lnTo>
                  <a:lnTo>
                    <a:pt x="11461" y="1968153"/>
                  </a:lnTo>
                  <a:lnTo>
                    <a:pt x="2923" y="1922837"/>
                  </a:lnTo>
                  <a:lnTo>
                    <a:pt x="0" y="1875777"/>
                  </a:lnTo>
                  <a:lnTo>
                    <a:pt x="0" y="37515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525261" y="4941570"/>
              <a:ext cx="339090" cy="76200"/>
            </a:xfrm>
            <a:custGeom>
              <a:avLst/>
              <a:gdLst/>
              <a:ahLst/>
              <a:cxnLst/>
              <a:rect l="l" t="t" r="r" b="b"/>
              <a:pathLst>
                <a:path w="339089" h="76200">
                  <a:moveTo>
                    <a:pt x="262763" y="0"/>
                  </a:moveTo>
                  <a:lnTo>
                    <a:pt x="262763" y="76199"/>
                  </a:lnTo>
                  <a:lnTo>
                    <a:pt x="319913" y="47624"/>
                  </a:lnTo>
                  <a:lnTo>
                    <a:pt x="275463" y="47624"/>
                  </a:lnTo>
                  <a:lnTo>
                    <a:pt x="275463" y="28574"/>
                  </a:lnTo>
                  <a:lnTo>
                    <a:pt x="319913" y="28574"/>
                  </a:lnTo>
                  <a:lnTo>
                    <a:pt x="262763" y="0"/>
                  </a:lnTo>
                  <a:close/>
                </a:path>
                <a:path w="339089" h="76200">
                  <a:moveTo>
                    <a:pt x="262763" y="28574"/>
                  </a:moveTo>
                  <a:lnTo>
                    <a:pt x="0" y="28574"/>
                  </a:lnTo>
                  <a:lnTo>
                    <a:pt x="0" y="47624"/>
                  </a:lnTo>
                  <a:lnTo>
                    <a:pt x="262763" y="47624"/>
                  </a:lnTo>
                  <a:lnTo>
                    <a:pt x="262763" y="28574"/>
                  </a:lnTo>
                  <a:close/>
                </a:path>
                <a:path w="339089" h="76200">
                  <a:moveTo>
                    <a:pt x="319913" y="28574"/>
                  </a:moveTo>
                  <a:lnTo>
                    <a:pt x="275463" y="28574"/>
                  </a:lnTo>
                  <a:lnTo>
                    <a:pt x="275463" y="47624"/>
                  </a:lnTo>
                  <a:lnTo>
                    <a:pt x="319913" y="47624"/>
                  </a:lnTo>
                  <a:lnTo>
                    <a:pt x="338963" y="38099"/>
                  </a:lnTo>
                  <a:lnTo>
                    <a:pt x="319913" y="285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004815" y="4716780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4" h="524510">
                  <a:moveTo>
                    <a:pt x="259842" y="0"/>
                  </a:moveTo>
                  <a:lnTo>
                    <a:pt x="213134" y="4222"/>
                  </a:lnTo>
                  <a:lnTo>
                    <a:pt x="169173" y="16398"/>
                  </a:lnTo>
                  <a:lnTo>
                    <a:pt x="128693" y="35785"/>
                  </a:lnTo>
                  <a:lnTo>
                    <a:pt x="92427" y="61645"/>
                  </a:lnTo>
                  <a:lnTo>
                    <a:pt x="61110" y="93237"/>
                  </a:lnTo>
                  <a:lnTo>
                    <a:pt x="35475" y="129822"/>
                  </a:lnTo>
                  <a:lnTo>
                    <a:pt x="16255" y="170658"/>
                  </a:lnTo>
                  <a:lnTo>
                    <a:pt x="4186" y="215007"/>
                  </a:lnTo>
                  <a:lnTo>
                    <a:pt x="0" y="262128"/>
                  </a:lnTo>
                  <a:lnTo>
                    <a:pt x="4186" y="309248"/>
                  </a:lnTo>
                  <a:lnTo>
                    <a:pt x="16255" y="353597"/>
                  </a:lnTo>
                  <a:lnTo>
                    <a:pt x="35475" y="394433"/>
                  </a:lnTo>
                  <a:lnTo>
                    <a:pt x="61110" y="431018"/>
                  </a:lnTo>
                  <a:lnTo>
                    <a:pt x="92427" y="462610"/>
                  </a:lnTo>
                  <a:lnTo>
                    <a:pt x="128693" y="488470"/>
                  </a:lnTo>
                  <a:lnTo>
                    <a:pt x="169173" y="507857"/>
                  </a:lnTo>
                  <a:lnTo>
                    <a:pt x="213134" y="520033"/>
                  </a:lnTo>
                  <a:lnTo>
                    <a:pt x="259842" y="524256"/>
                  </a:lnTo>
                  <a:lnTo>
                    <a:pt x="306549" y="520033"/>
                  </a:lnTo>
                  <a:lnTo>
                    <a:pt x="350510" y="507857"/>
                  </a:lnTo>
                  <a:lnTo>
                    <a:pt x="390990" y="488470"/>
                  </a:lnTo>
                  <a:lnTo>
                    <a:pt x="427256" y="462610"/>
                  </a:lnTo>
                  <a:lnTo>
                    <a:pt x="458573" y="431018"/>
                  </a:lnTo>
                  <a:lnTo>
                    <a:pt x="484208" y="394433"/>
                  </a:lnTo>
                  <a:lnTo>
                    <a:pt x="503428" y="353597"/>
                  </a:lnTo>
                  <a:lnTo>
                    <a:pt x="515497" y="309248"/>
                  </a:lnTo>
                  <a:lnTo>
                    <a:pt x="519684" y="262128"/>
                  </a:lnTo>
                  <a:lnTo>
                    <a:pt x="515497" y="215007"/>
                  </a:lnTo>
                  <a:lnTo>
                    <a:pt x="503428" y="170658"/>
                  </a:lnTo>
                  <a:lnTo>
                    <a:pt x="484208" y="129822"/>
                  </a:lnTo>
                  <a:lnTo>
                    <a:pt x="458573" y="93237"/>
                  </a:lnTo>
                  <a:lnTo>
                    <a:pt x="427256" y="61645"/>
                  </a:lnTo>
                  <a:lnTo>
                    <a:pt x="390990" y="35785"/>
                  </a:lnTo>
                  <a:lnTo>
                    <a:pt x="350510" y="16398"/>
                  </a:lnTo>
                  <a:lnTo>
                    <a:pt x="306549" y="4222"/>
                  </a:lnTo>
                  <a:lnTo>
                    <a:pt x="259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004815" y="4716780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4" h="524510">
                  <a:moveTo>
                    <a:pt x="0" y="262128"/>
                  </a:moveTo>
                  <a:lnTo>
                    <a:pt x="4186" y="215007"/>
                  </a:lnTo>
                  <a:lnTo>
                    <a:pt x="16255" y="170658"/>
                  </a:lnTo>
                  <a:lnTo>
                    <a:pt x="35475" y="129822"/>
                  </a:lnTo>
                  <a:lnTo>
                    <a:pt x="61110" y="93237"/>
                  </a:lnTo>
                  <a:lnTo>
                    <a:pt x="92427" y="61645"/>
                  </a:lnTo>
                  <a:lnTo>
                    <a:pt x="128693" y="35785"/>
                  </a:lnTo>
                  <a:lnTo>
                    <a:pt x="169173" y="16398"/>
                  </a:lnTo>
                  <a:lnTo>
                    <a:pt x="213134" y="4222"/>
                  </a:lnTo>
                  <a:lnTo>
                    <a:pt x="259842" y="0"/>
                  </a:lnTo>
                  <a:lnTo>
                    <a:pt x="306549" y="4222"/>
                  </a:lnTo>
                  <a:lnTo>
                    <a:pt x="350510" y="16398"/>
                  </a:lnTo>
                  <a:lnTo>
                    <a:pt x="390990" y="35785"/>
                  </a:lnTo>
                  <a:lnTo>
                    <a:pt x="427256" y="61645"/>
                  </a:lnTo>
                  <a:lnTo>
                    <a:pt x="458573" y="93237"/>
                  </a:lnTo>
                  <a:lnTo>
                    <a:pt x="484208" y="129822"/>
                  </a:lnTo>
                  <a:lnTo>
                    <a:pt x="503428" y="170658"/>
                  </a:lnTo>
                  <a:lnTo>
                    <a:pt x="515497" y="215007"/>
                  </a:lnTo>
                  <a:lnTo>
                    <a:pt x="519684" y="262128"/>
                  </a:lnTo>
                  <a:lnTo>
                    <a:pt x="515497" y="309248"/>
                  </a:lnTo>
                  <a:lnTo>
                    <a:pt x="503428" y="353597"/>
                  </a:lnTo>
                  <a:lnTo>
                    <a:pt x="484208" y="394433"/>
                  </a:lnTo>
                  <a:lnTo>
                    <a:pt x="458573" y="431018"/>
                  </a:lnTo>
                  <a:lnTo>
                    <a:pt x="427256" y="462610"/>
                  </a:lnTo>
                  <a:lnTo>
                    <a:pt x="390990" y="488470"/>
                  </a:lnTo>
                  <a:lnTo>
                    <a:pt x="350510" y="507857"/>
                  </a:lnTo>
                  <a:lnTo>
                    <a:pt x="306549" y="520033"/>
                  </a:lnTo>
                  <a:lnTo>
                    <a:pt x="259842" y="524256"/>
                  </a:lnTo>
                  <a:lnTo>
                    <a:pt x="213134" y="520033"/>
                  </a:lnTo>
                  <a:lnTo>
                    <a:pt x="169173" y="507857"/>
                  </a:lnTo>
                  <a:lnTo>
                    <a:pt x="128693" y="488470"/>
                  </a:lnTo>
                  <a:lnTo>
                    <a:pt x="92427" y="462610"/>
                  </a:lnTo>
                  <a:lnTo>
                    <a:pt x="61110" y="431018"/>
                  </a:lnTo>
                  <a:lnTo>
                    <a:pt x="35475" y="394433"/>
                  </a:lnTo>
                  <a:lnTo>
                    <a:pt x="16255" y="353597"/>
                  </a:lnTo>
                  <a:lnTo>
                    <a:pt x="4186" y="309248"/>
                  </a:lnTo>
                  <a:lnTo>
                    <a:pt x="0" y="26212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633459" y="4716780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5" h="524510">
                  <a:moveTo>
                    <a:pt x="259842" y="0"/>
                  </a:moveTo>
                  <a:lnTo>
                    <a:pt x="213134" y="4222"/>
                  </a:lnTo>
                  <a:lnTo>
                    <a:pt x="169173" y="16398"/>
                  </a:lnTo>
                  <a:lnTo>
                    <a:pt x="128693" y="35785"/>
                  </a:lnTo>
                  <a:lnTo>
                    <a:pt x="92427" y="61645"/>
                  </a:lnTo>
                  <a:lnTo>
                    <a:pt x="61110" y="93237"/>
                  </a:lnTo>
                  <a:lnTo>
                    <a:pt x="35475" y="129822"/>
                  </a:lnTo>
                  <a:lnTo>
                    <a:pt x="16255" y="170658"/>
                  </a:lnTo>
                  <a:lnTo>
                    <a:pt x="4186" y="215007"/>
                  </a:lnTo>
                  <a:lnTo>
                    <a:pt x="0" y="262128"/>
                  </a:lnTo>
                  <a:lnTo>
                    <a:pt x="4186" y="309248"/>
                  </a:lnTo>
                  <a:lnTo>
                    <a:pt x="16256" y="353597"/>
                  </a:lnTo>
                  <a:lnTo>
                    <a:pt x="35475" y="394433"/>
                  </a:lnTo>
                  <a:lnTo>
                    <a:pt x="61110" y="431018"/>
                  </a:lnTo>
                  <a:lnTo>
                    <a:pt x="92427" y="462610"/>
                  </a:lnTo>
                  <a:lnTo>
                    <a:pt x="128693" y="488470"/>
                  </a:lnTo>
                  <a:lnTo>
                    <a:pt x="169173" y="507857"/>
                  </a:lnTo>
                  <a:lnTo>
                    <a:pt x="213134" y="520033"/>
                  </a:lnTo>
                  <a:lnTo>
                    <a:pt x="259842" y="524256"/>
                  </a:lnTo>
                  <a:lnTo>
                    <a:pt x="306549" y="520033"/>
                  </a:lnTo>
                  <a:lnTo>
                    <a:pt x="350510" y="507857"/>
                  </a:lnTo>
                  <a:lnTo>
                    <a:pt x="390990" y="488470"/>
                  </a:lnTo>
                  <a:lnTo>
                    <a:pt x="427256" y="462610"/>
                  </a:lnTo>
                  <a:lnTo>
                    <a:pt x="458573" y="431018"/>
                  </a:lnTo>
                  <a:lnTo>
                    <a:pt x="484208" y="394433"/>
                  </a:lnTo>
                  <a:lnTo>
                    <a:pt x="503428" y="353597"/>
                  </a:lnTo>
                  <a:lnTo>
                    <a:pt x="515497" y="309248"/>
                  </a:lnTo>
                  <a:lnTo>
                    <a:pt x="519684" y="262128"/>
                  </a:lnTo>
                  <a:lnTo>
                    <a:pt x="515497" y="215007"/>
                  </a:lnTo>
                  <a:lnTo>
                    <a:pt x="503427" y="170658"/>
                  </a:lnTo>
                  <a:lnTo>
                    <a:pt x="484208" y="129822"/>
                  </a:lnTo>
                  <a:lnTo>
                    <a:pt x="458573" y="93237"/>
                  </a:lnTo>
                  <a:lnTo>
                    <a:pt x="427256" y="61645"/>
                  </a:lnTo>
                  <a:lnTo>
                    <a:pt x="390990" y="35785"/>
                  </a:lnTo>
                  <a:lnTo>
                    <a:pt x="350510" y="16398"/>
                  </a:lnTo>
                  <a:lnTo>
                    <a:pt x="306549" y="4222"/>
                  </a:lnTo>
                  <a:lnTo>
                    <a:pt x="259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633459" y="4716780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5" h="524510">
                  <a:moveTo>
                    <a:pt x="0" y="262128"/>
                  </a:moveTo>
                  <a:lnTo>
                    <a:pt x="4186" y="215007"/>
                  </a:lnTo>
                  <a:lnTo>
                    <a:pt x="16255" y="170658"/>
                  </a:lnTo>
                  <a:lnTo>
                    <a:pt x="35475" y="129822"/>
                  </a:lnTo>
                  <a:lnTo>
                    <a:pt x="61110" y="93237"/>
                  </a:lnTo>
                  <a:lnTo>
                    <a:pt x="92427" y="61645"/>
                  </a:lnTo>
                  <a:lnTo>
                    <a:pt x="128693" y="35785"/>
                  </a:lnTo>
                  <a:lnTo>
                    <a:pt x="169173" y="16398"/>
                  </a:lnTo>
                  <a:lnTo>
                    <a:pt x="213134" y="4222"/>
                  </a:lnTo>
                  <a:lnTo>
                    <a:pt x="259842" y="0"/>
                  </a:lnTo>
                  <a:lnTo>
                    <a:pt x="306549" y="4222"/>
                  </a:lnTo>
                  <a:lnTo>
                    <a:pt x="350510" y="16398"/>
                  </a:lnTo>
                  <a:lnTo>
                    <a:pt x="390990" y="35785"/>
                  </a:lnTo>
                  <a:lnTo>
                    <a:pt x="427256" y="61645"/>
                  </a:lnTo>
                  <a:lnTo>
                    <a:pt x="458573" y="93237"/>
                  </a:lnTo>
                  <a:lnTo>
                    <a:pt x="484208" y="129822"/>
                  </a:lnTo>
                  <a:lnTo>
                    <a:pt x="503427" y="170658"/>
                  </a:lnTo>
                  <a:lnTo>
                    <a:pt x="515497" y="215007"/>
                  </a:lnTo>
                  <a:lnTo>
                    <a:pt x="519684" y="262128"/>
                  </a:lnTo>
                  <a:lnTo>
                    <a:pt x="515497" y="309248"/>
                  </a:lnTo>
                  <a:lnTo>
                    <a:pt x="503428" y="353597"/>
                  </a:lnTo>
                  <a:lnTo>
                    <a:pt x="484208" y="394433"/>
                  </a:lnTo>
                  <a:lnTo>
                    <a:pt x="458573" y="431018"/>
                  </a:lnTo>
                  <a:lnTo>
                    <a:pt x="427256" y="462610"/>
                  </a:lnTo>
                  <a:lnTo>
                    <a:pt x="390990" y="488470"/>
                  </a:lnTo>
                  <a:lnTo>
                    <a:pt x="350510" y="507857"/>
                  </a:lnTo>
                  <a:lnTo>
                    <a:pt x="306549" y="520033"/>
                  </a:lnTo>
                  <a:lnTo>
                    <a:pt x="259842" y="524256"/>
                  </a:lnTo>
                  <a:lnTo>
                    <a:pt x="213134" y="520033"/>
                  </a:lnTo>
                  <a:lnTo>
                    <a:pt x="169173" y="507857"/>
                  </a:lnTo>
                  <a:lnTo>
                    <a:pt x="128693" y="488470"/>
                  </a:lnTo>
                  <a:lnTo>
                    <a:pt x="92427" y="462610"/>
                  </a:lnTo>
                  <a:lnTo>
                    <a:pt x="61110" y="431018"/>
                  </a:lnTo>
                  <a:lnTo>
                    <a:pt x="35475" y="394433"/>
                  </a:lnTo>
                  <a:lnTo>
                    <a:pt x="16256" y="353597"/>
                  </a:lnTo>
                  <a:lnTo>
                    <a:pt x="4186" y="309248"/>
                  </a:lnTo>
                  <a:lnTo>
                    <a:pt x="0" y="262128"/>
                  </a:lnTo>
                  <a:close/>
                </a:path>
                <a:path w="520065" h="524510">
                  <a:moveTo>
                    <a:pt x="36575" y="261366"/>
                  </a:moveTo>
                  <a:lnTo>
                    <a:pt x="41111" y="216046"/>
                  </a:lnTo>
                  <a:lnTo>
                    <a:pt x="54119" y="173843"/>
                  </a:lnTo>
                  <a:lnTo>
                    <a:pt x="74703" y="135658"/>
                  </a:lnTo>
                  <a:lnTo>
                    <a:pt x="101965" y="102393"/>
                  </a:lnTo>
                  <a:lnTo>
                    <a:pt x="135007" y="74951"/>
                  </a:lnTo>
                  <a:lnTo>
                    <a:pt x="172932" y="54232"/>
                  </a:lnTo>
                  <a:lnTo>
                    <a:pt x="214843" y="41140"/>
                  </a:lnTo>
                  <a:lnTo>
                    <a:pt x="259842" y="36576"/>
                  </a:lnTo>
                  <a:lnTo>
                    <a:pt x="304840" y="41140"/>
                  </a:lnTo>
                  <a:lnTo>
                    <a:pt x="346751" y="54232"/>
                  </a:lnTo>
                  <a:lnTo>
                    <a:pt x="384676" y="74951"/>
                  </a:lnTo>
                  <a:lnTo>
                    <a:pt x="417718" y="102393"/>
                  </a:lnTo>
                  <a:lnTo>
                    <a:pt x="444980" y="135658"/>
                  </a:lnTo>
                  <a:lnTo>
                    <a:pt x="465564" y="173843"/>
                  </a:lnTo>
                  <a:lnTo>
                    <a:pt x="478572" y="216046"/>
                  </a:lnTo>
                  <a:lnTo>
                    <a:pt x="483108" y="261366"/>
                  </a:lnTo>
                  <a:lnTo>
                    <a:pt x="478572" y="306685"/>
                  </a:lnTo>
                  <a:lnTo>
                    <a:pt x="465564" y="348888"/>
                  </a:lnTo>
                  <a:lnTo>
                    <a:pt x="444980" y="387073"/>
                  </a:lnTo>
                  <a:lnTo>
                    <a:pt x="417718" y="420338"/>
                  </a:lnTo>
                  <a:lnTo>
                    <a:pt x="384676" y="447780"/>
                  </a:lnTo>
                  <a:lnTo>
                    <a:pt x="346751" y="468499"/>
                  </a:lnTo>
                  <a:lnTo>
                    <a:pt x="304840" y="481591"/>
                  </a:lnTo>
                  <a:lnTo>
                    <a:pt x="259842" y="486156"/>
                  </a:lnTo>
                  <a:lnTo>
                    <a:pt x="214843" y="481591"/>
                  </a:lnTo>
                  <a:lnTo>
                    <a:pt x="172932" y="468499"/>
                  </a:lnTo>
                  <a:lnTo>
                    <a:pt x="135007" y="447780"/>
                  </a:lnTo>
                  <a:lnTo>
                    <a:pt x="101965" y="420338"/>
                  </a:lnTo>
                  <a:lnTo>
                    <a:pt x="74703" y="387073"/>
                  </a:lnTo>
                  <a:lnTo>
                    <a:pt x="54119" y="348888"/>
                  </a:lnTo>
                  <a:lnTo>
                    <a:pt x="41111" y="306685"/>
                  </a:lnTo>
                  <a:lnTo>
                    <a:pt x="36575" y="26136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329422" y="4561712"/>
              <a:ext cx="382270" cy="835660"/>
            </a:xfrm>
            <a:custGeom>
              <a:avLst/>
              <a:gdLst/>
              <a:ahLst/>
              <a:cxnLst/>
              <a:rect l="l" t="t" r="r" b="b"/>
              <a:pathLst>
                <a:path w="382270" h="835660">
                  <a:moveTo>
                    <a:pt x="304800" y="417957"/>
                  </a:moveTo>
                  <a:lnTo>
                    <a:pt x="285750" y="408432"/>
                  </a:lnTo>
                  <a:lnTo>
                    <a:pt x="228600" y="379857"/>
                  </a:lnTo>
                  <a:lnTo>
                    <a:pt x="228600" y="408432"/>
                  </a:lnTo>
                  <a:lnTo>
                    <a:pt x="0" y="408432"/>
                  </a:lnTo>
                  <a:lnTo>
                    <a:pt x="0" y="427482"/>
                  </a:lnTo>
                  <a:lnTo>
                    <a:pt x="228600" y="427482"/>
                  </a:lnTo>
                  <a:lnTo>
                    <a:pt x="228600" y="456057"/>
                  </a:lnTo>
                  <a:lnTo>
                    <a:pt x="285750" y="427482"/>
                  </a:lnTo>
                  <a:lnTo>
                    <a:pt x="304800" y="417957"/>
                  </a:lnTo>
                  <a:close/>
                </a:path>
                <a:path w="382270" h="835660">
                  <a:moveTo>
                    <a:pt x="381762" y="602361"/>
                  </a:moveTo>
                  <a:lnTo>
                    <a:pt x="297307" y="612775"/>
                  </a:lnTo>
                  <a:lnTo>
                    <a:pt x="313029" y="636549"/>
                  </a:lnTo>
                  <a:lnTo>
                    <a:pt x="37465" y="819404"/>
                  </a:lnTo>
                  <a:lnTo>
                    <a:pt x="47879" y="835279"/>
                  </a:lnTo>
                  <a:lnTo>
                    <a:pt x="323557" y="652437"/>
                  </a:lnTo>
                  <a:lnTo>
                    <a:pt x="339344" y="676275"/>
                  </a:lnTo>
                  <a:lnTo>
                    <a:pt x="366153" y="629539"/>
                  </a:lnTo>
                  <a:lnTo>
                    <a:pt x="381762" y="602361"/>
                  </a:lnTo>
                  <a:close/>
                </a:path>
                <a:path w="382270" h="835660">
                  <a:moveTo>
                    <a:pt x="381762" y="232918"/>
                  </a:moveTo>
                  <a:lnTo>
                    <a:pt x="366128" y="205740"/>
                  </a:lnTo>
                  <a:lnTo>
                    <a:pt x="339344" y="159131"/>
                  </a:lnTo>
                  <a:lnTo>
                    <a:pt x="323583" y="182867"/>
                  </a:lnTo>
                  <a:lnTo>
                    <a:pt x="47879" y="0"/>
                  </a:lnTo>
                  <a:lnTo>
                    <a:pt x="37465" y="15875"/>
                  </a:lnTo>
                  <a:lnTo>
                    <a:pt x="313042" y="198742"/>
                  </a:lnTo>
                  <a:lnTo>
                    <a:pt x="297180" y="222631"/>
                  </a:lnTo>
                  <a:lnTo>
                    <a:pt x="381762" y="2329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345935" y="3817620"/>
              <a:ext cx="1499870" cy="951230"/>
            </a:xfrm>
            <a:custGeom>
              <a:avLst/>
              <a:gdLst/>
              <a:ahLst/>
              <a:cxnLst/>
              <a:rect l="l" t="t" r="r" b="b"/>
              <a:pathLst>
                <a:path w="1499870" h="951229">
                  <a:moveTo>
                    <a:pt x="0" y="0"/>
                  </a:moveTo>
                  <a:lnTo>
                    <a:pt x="73151" y="112902"/>
                  </a:lnTo>
                  <a:lnTo>
                    <a:pt x="25273" y="246125"/>
                  </a:lnTo>
                  <a:lnTo>
                    <a:pt x="118744" y="330834"/>
                  </a:lnTo>
                  <a:lnTo>
                    <a:pt x="99440" y="475487"/>
                  </a:lnTo>
                  <a:lnTo>
                    <a:pt x="206883" y="526287"/>
                  </a:lnTo>
                  <a:lnTo>
                    <a:pt x="217423" y="672464"/>
                  </a:lnTo>
                  <a:lnTo>
                    <a:pt x="331469" y="685926"/>
                  </a:lnTo>
                  <a:lnTo>
                    <a:pt x="371093" y="823594"/>
                  </a:lnTo>
                  <a:lnTo>
                    <a:pt x="483996" y="798829"/>
                  </a:lnTo>
                  <a:lnTo>
                    <a:pt x="550163" y="918590"/>
                  </a:lnTo>
                  <a:lnTo>
                    <a:pt x="654177" y="857249"/>
                  </a:lnTo>
                  <a:lnTo>
                    <a:pt x="742188" y="950975"/>
                  </a:lnTo>
                  <a:lnTo>
                    <a:pt x="830325" y="857249"/>
                  </a:lnTo>
                  <a:lnTo>
                    <a:pt x="934338" y="918590"/>
                  </a:lnTo>
                  <a:lnTo>
                    <a:pt x="1000506" y="798829"/>
                  </a:lnTo>
                  <a:lnTo>
                    <a:pt x="1113409" y="823594"/>
                  </a:lnTo>
                  <a:lnTo>
                    <a:pt x="1153033" y="685926"/>
                  </a:lnTo>
                  <a:lnTo>
                    <a:pt x="1267079" y="672464"/>
                  </a:lnTo>
                  <a:lnTo>
                    <a:pt x="1277619" y="526287"/>
                  </a:lnTo>
                  <a:lnTo>
                    <a:pt x="1385062" y="475487"/>
                  </a:lnTo>
                  <a:lnTo>
                    <a:pt x="1365758" y="330834"/>
                  </a:lnTo>
                  <a:lnTo>
                    <a:pt x="1459230" y="246125"/>
                  </a:lnTo>
                  <a:lnTo>
                    <a:pt x="1411350" y="112902"/>
                  </a:lnTo>
                  <a:lnTo>
                    <a:pt x="1499615" y="91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929883" y="4972812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212598" y="0"/>
                  </a:moveTo>
                  <a:lnTo>
                    <a:pt x="163832" y="5896"/>
                  </a:lnTo>
                  <a:lnTo>
                    <a:pt x="119076" y="22691"/>
                  </a:lnTo>
                  <a:lnTo>
                    <a:pt x="79603" y="49045"/>
                  </a:lnTo>
                  <a:lnTo>
                    <a:pt x="46686" y="83620"/>
                  </a:lnTo>
                  <a:lnTo>
                    <a:pt x="21598" y="125074"/>
                  </a:lnTo>
                  <a:lnTo>
                    <a:pt x="5611" y="172069"/>
                  </a:lnTo>
                  <a:lnTo>
                    <a:pt x="0" y="223265"/>
                  </a:lnTo>
                  <a:lnTo>
                    <a:pt x="5611" y="274462"/>
                  </a:lnTo>
                  <a:lnTo>
                    <a:pt x="21598" y="321457"/>
                  </a:lnTo>
                  <a:lnTo>
                    <a:pt x="46686" y="362911"/>
                  </a:lnTo>
                  <a:lnTo>
                    <a:pt x="79603" y="397486"/>
                  </a:lnTo>
                  <a:lnTo>
                    <a:pt x="119076" y="423840"/>
                  </a:lnTo>
                  <a:lnTo>
                    <a:pt x="163832" y="440635"/>
                  </a:lnTo>
                  <a:lnTo>
                    <a:pt x="212598" y="446531"/>
                  </a:lnTo>
                  <a:lnTo>
                    <a:pt x="261363" y="440635"/>
                  </a:lnTo>
                  <a:lnTo>
                    <a:pt x="306119" y="423840"/>
                  </a:lnTo>
                  <a:lnTo>
                    <a:pt x="345592" y="397486"/>
                  </a:lnTo>
                  <a:lnTo>
                    <a:pt x="378509" y="362911"/>
                  </a:lnTo>
                  <a:lnTo>
                    <a:pt x="403597" y="321457"/>
                  </a:lnTo>
                  <a:lnTo>
                    <a:pt x="419584" y="274462"/>
                  </a:lnTo>
                  <a:lnTo>
                    <a:pt x="425195" y="223265"/>
                  </a:lnTo>
                  <a:lnTo>
                    <a:pt x="419584" y="172069"/>
                  </a:lnTo>
                  <a:lnTo>
                    <a:pt x="403597" y="125074"/>
                  </a:lnTo>
                  <a:lnTo>
                    <a:pt x="378509" y="83620"/>
                  </a:lnTo>
                  <a:lnTo>
                    <a:pt x="345592" y="49045"/>
                  </a:lnTo>
                  <a:lnTo>
                    <a:pt x="306119" y="22691"/>
                  </a:lnTo>
                  <a:lnTo>
                    <a:pt x="261363" y="5896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929883" y="4972812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0" y="223265"/>
                  </a:moveTo>
                  <a:lnTo>
                    <a:pt x="5611" y="172069"/>
                  </a:lnTo>
                  <a:lnTo>
                    <a:pt x="21598" y="125074"/>
                  </a:lnTo>
                  <a:lnTo>
                    <a:pt x="46686" y="83620"/>
                  </a:lnTo>
                  <a:lnTo>
                    <a:pt x="79603" y="49045"/>
                  </a:lnTo>
                  <a:lnTo>
                    <a:pt x="119076" y="22691"/>
                  </a:lnTo>
                  <a:lnTo>
                    <a:pt x="163832" y="5896"/>
                  </a:lnTo>
                  <a:lnTo>
                    <a:pt x="212598" y="0"/>
                  </a:lnTo>
                  <a:lnTo>
                    <a:pt x="261363" y="5896"/>
                  </a:lnTo>
                  <a:lnTo>
                    <a:pt x="306119" y="22691"/>
                  </a:lnTo>
                  <a:lnTo>
                    <a:pt x="345592" y="49045"/>
                  </a:lnTo>
                  <a:lnTo>
                    <a:pt x="378509" y="83620"/>
                  </a:lnTo>
                  <a:lnTo>
                    <a:pt x="403597" y="125074"/>
                  </a:lnTo>
                  <a:lnTo>
                    <a:pt x="419584" y="172069"/>
                  </a:lnTo>
                  <a:lnTo>
                    <a:pt x="425195" y="223265"/>
                  </a:lnTo>
                  <a:lnTo>
                    <a:pt x="419584" y="274462"/>
                  </a:lnTo>
                  <a:lnTo>
                    <a:pt x="403597" y="321457"/>
                  </a:lnTo>
                  <a:lnTo>
                    <a:pt x="378509" y="362911"/>
                  </a:lnTo>
                  <a:lnTo>
                    <a:pt x="345592" y="397486"/>
                  </a:lnTo>
                  <a:lnTo>
                    <a:pt x="306119" y="423840"/>
                  </a:lnTo>
                  <a:lnTo>
                    <a:pt x="261363" y="440635"/>
                  </a:lnTo>
                  <a:lnTo>
                    <a:pt x="212598" y="446531"/>
                  </a:lnTo>
                  <a:lnTo>
                    <a:pt x="163832" y="440635"/>
                  </a:lnTo>
                  <a:lnTo>
                    <a:pt x="119076" y="423840"/>
                  </a:lnTo>
                  <a:lnTo>
                    <a:pt x="79603" y="397486"/>
                  </a:lnTo>
                  <a:lnTo>
                    <a:pt x="46686" y="362911"/>
                  </a:lnTo>
                  <a:lnTo>
                    <a:pt x="21598" y="321457"/>
                  </a:lnTo>
                  <a:lnTo>
                    <a:pt x="5611" y="274462"/>
                  </a:lnTo>
                  <a:lnTo>
                    <a:pt x="0" y="22326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2202560" y="4266946"/>
            <a:ext cx="1333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1092453" y="5028946"/>
            <a:ext cx="439420" cy="459740"/>
            <a:chOff x="1092453" y="5028946"/>
            <a:chExt cx="439420" cy="459740"/>
          </a:xfrm>
        </p:grpSpPr>
        <p:sp>
          <p:nvSpPr>
            <p:cNvPr id="39" name="object 39" descr=""/>
            <p:cNvSpPr/>
            <p:nvPr/>
          </p:nvSpPr>
          <p:spPr>
            <a:xfrm>
              <a:off x="1098803" y="5035296"/>
              <a:ext cx="426720" cy="447040"/>
            </a:xfrm>
            <a:custGeom>
              <a:avLst/>
              <a:gdLst/>
              <a:ahLst/>
              <a:cxnLst/>
              <a:rect l="l" t="t" r="r" b="b"/>
              <a:pathLst>
                <a:path w="426719" h="447039">
                  <a:moveTo>
                    <a:pt x="213359" y="0"/>
                  </a:moveTo>
                  <a:lnTo>
                    <a:pt x="164440" y="5896"/>
                  </a:lnTo>
                  <a:lnTo>
                    <a:pt x="119531" y="22691"/>
                  </a:lnTo>
                  <a:lnTo>
                    <a:pt x="79916" y="49045"/>
                  </a:lnTo>
                  <a:lnTo>
                    <a:pt x="46874" y="83620"/>
                  </a:lnTo>
                  <a:lnTo>
                    <a:pt x="21687" y="125074"/>
                  </a:lnTo>
                  <a:lnTo>
                    <a:pt x="5635" y="172069"/>
                  </a:lnTo>
                  <a:lnTo>
                    <a:pt x="0" y="223265"/>
                  </a:lnTo>
                  <a:lnTo>
                    <a:pt x="5635" y="274462"/>
                  </a:lnTo>
                  <a:lnTo>
                    <a:pt x="21687" y="321457"/>
                  </a:lnTo>
                  <a:lnTo>
                    <a:pt x="46874" y="362911"/>
                  </a:lnTo>
                  <a:lnTo>
                    <a:pt x="79916" y="397486"/>
                  </a:lnTo>
                  <a:lnTo>
                    <a:pt x="119531" y="423840"/>
                  </a:lnTo>
                  <a:lnTo>
                    <a:pt x="164440" y="440635"/>
                  </a:lnTo>
                  <a:lnTo>
                    <a:pt x="213359" y="446531"/>
                  </a:lnTo>
                  <a:lnTo>
                    <a:pt x="262287" y="440635"/>
                  </a:lnTo>
                  <a:lnTo>
                    <a:pt x="307199" y="423840"/>
                  </a:lnTo>
                  <a:lnTo>
                    <a:pt x="346814" y="397486"/>
                  </a:lnTo>
                  <a:lnTo>
                    <a:pt x="379853" y="362911"/>
                  </a:lnTo>
                  <a:lnTo>
                    <a:pt x="405037" y="321457"/>
                  </a:lnTo>
                  <a:lnTo>
                    <a:pt x="421086" y="274462"/>
                  </a:lnTo>
                  <a:lnTo>
                    <a:pt x="426720" y="223265"/>
                  </a:lnTo>
                  <a:lnTo>
                    <a:pt x="421086" y="172069"/>
                  </a:lnTo>
                  <a:lnTo>
                    <a:pt x="405037" y="125074"/>
                  </a:lnTo>
                  <a:lnTo>
                    <a:pt x="379853" y="83620"/>
                  </a:lnTo>
                  <a:lnTo>
                    <a:pt x="346814" y="49045"/>
                  </a:lnTo>
                  <a:lnTo>
                    <a:pt x="307199" y="22691"/>
                  </a:lnTo>
                  <a:lnTo>
                    <a:pt x="262287" y="5896"/>
                  </a:lnTo>
                  <a:lnTo>
                    <a:pt x="213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098803" y="5035296"/>
              <a:ext cx="426720" cy="447040"/>
            </a:xfrm>
            <a:custGeom>
              <a:avLst/>
              <a:gdLst/>
              <a:ahLst/>
              <a:cxnLst/>
              <a:rect l="l" t="t" r="r" b="b"/>
              <a:pathLst>
                <a:path w="426719" h="447039">
                  <a:moveTo>
                    <a:pt x="0" y="223265"/>
                  </a:moveTo>
                  <a:lnTo>
                    <a:pt x="5635" y="172069"/>
                  </a:lnTo>
                  <a:lnTo>
                    <a:pt x="21687" y="125074"/>
                  </a:lnTo>
                  <a:lnTo>
                    <a:pt x="46874" y="83620"/>
                  </a:lnTo>
                  <a:lnTo>
                    <a:pt x="79916" y="49045"/>
                  </a:lnTo>
                  <a:lnTo>
                    <a:pt x="119531" y="22691"/>
                  </a:lnTo>
                  <a:lnTo>
                    <a:pt x="164440" y="5896"/>
                  </a:lnTo>
                  <a:lnTo>
                    <a:pt x="213359" y="0"/>
                  </a:lnTo>
                  <a:lnTo>
                    <a:pt x="262287" y="5896"/>
                  </a:lnTo>
                  <a:lnTo>
                    <a:pt x="307199" y="22691"/>
                  </a:lnTo>
                  <a:lnTo>
                    <a:pt x="346814" y="49045"/>
                  </a:lnTo>
                  <a:lnTo>
                    <a:pt x="379853" y="83620"/>
                  </a:lnTo>
                  <a:lnTo>
                    <a:pt x="405037" y="125074"/>
                  </a:lnTo>
                  <a:lnTo>
                    <a:pt x="421086" y="172069"/>
                  </a:lnTo>
                  <a:lnTo>
                    <a:pt x="426720" y="223265"/>
                  </a:lnTo>
                  <a:lnTo>
                    <a:pt x="421086" y="274462"/>
                  </a:lnTo>
                  <a:lnTo>
                    <a:pt x="405037" y="321457"/>
                  </a:lnTo>
                  <a:lnTo>
                    <a:pt x="379853" y="362911"/>
                  </a:lnTo>
                  <a:lnTo>
                    <a:pt x="346814" y="397486"/>
                  </a:lnTo>
                  <a:lnTo>
                    <a:pt x="307199" y="423840"/>
                  </a:lnTo>
                  <a:lnTo>
                    <a:pt x="262287" y="440635"/>
                  </a:lnTo>
                  <a:lnTo>
                    <a:pt x="213359" y="446531"/>
                  </a:lnTo>
                  <a:lnTo>
                    <a:pt x="164440" y="440635"/>
                  </a:lnTo>
                  <a:lnTo>
                    <a:pt x="119531" y="423840"/>
                  </a:lnTo>
                  <a:lnTo>
                    <a:pt x="79916" y="397486"/>
                  </a:lnTo>
                  <a:lnTo>
                    <a:pt x="46874" y="362911"/>
                  </a:lnTo>
                  <a:lnTo>
                    <a:pt x="21687" y="321457"/>
                  </a:lnTo>
                  <a:lnTo>
                    <a:pt x="5635" y="274462"/>
                  </a:lnTo>
                  <a:lnTo>
                    <a:pt x="0" y="22326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1166164" y="5120766"/>
            <a:ext cx="23367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𝑖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2997454" y="5028946"/>
            <a:ext cx="438150" cy="459740"/>
            <a:chOff x="2997454" y="5028946"/>
            <a:chExt cx="438150" cy="459740"/>
          </a:xfrm>
        </p:grpSpPr>
        <p:sp>
          <p:nvSpPr>
            <p:cNvPr id="43" name="object 43" descr=""/>
            <p:cNvSpPr/>
            <p:nvPr/>
          </p:nvSpPr>
          <p:spPr>
            <a:xfrm>
              <a:off x="3003804" y="5035296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212597" y="0"/>
                  </a:moveTo>
                  <a:lnTo>
                    <a:pt x="163832" y="5896"/>
                  </a:lnTo>
                  <a:lnTo>
                    <a:pt x="119076" y="22691"/>
                  </a:lnTo>
                  <a:lnTo>
                    <a:pt x="79603" y="49045"/>
                  </a:lnTo>
                  <a:lnTo>
                    <a:pt x="46686" y="83620"/>
                  </a:lnTo>
                  <a:lnTo>
                    <a:pt x="21598" y="125074"/>
                  </a:lnTo>
                  <a:lnTo>
                    <a:pt x="5611" y="172069"/>
                  </a:lnTo>
                  <a:lnTo>
                    <a:pt x="0" y="223265"/>
                  </a:lnTo>
                  <a:lnTo>
                    <a:pt x="5611" y="274462"/>
                  </a:lnTo>
                  <a:lnTo>
                    <a:pt x="21598" y="321457"/>
                  </a:lnTo>
                  <a:lnTo>
                    <a:pt x="46686" y="362911"/>
                  </a:lnTo>
                  <a:lnTo>
                    <a:pt x="79603" y="397486"/>
                  </a:lnTo>
                  <a:lnTo>
                    <a:pt x="119076" y="423840"/>
                  </a:lnTo>
                  <a:lnTo>
                    <a:pt x="163832" y="440635"/>
                  </a:lnTo>
                  <a:lnTo>
                    <a:pt x="212597" y="446531"/>
                  </a:lnTo>
                  <a:lnTo>
                    <a:pt x="261363" y="440635"/>
                  </a:lnTo>
                  <a:lnTo>
                    <a:pt x="306119" y="423840"/>
                  </a:lnTo>
                  <a:lnTo>
                    <a:pt x="345592" y="397486"/>
                  </a:lnTo>
                  <a:lnTo>
                    <a:pt x="378509" y="362911"/>
                  </a:lnTo>
                  <a:lnTo>
                    <a:pt x="403597" y="321457"/>
                  </a:lnTo>
                  <a:lnTo>
                    <a:pt x="419584" y="274462"/>
                  </a:lnTo>
                  <a:lnTo>
                    <a:pt x="425195" y="223265"/>
                  </a:lnTo>
                  <a:lnTo>
                    <a:pt x="419584" y="172069"/>
                  </a:lnTo>
                  <a:lnTo>
                    <a:pt x="403597" y="125074"/>
                  </a:lnTo>
                  <a:lnTo>
                    <a:pt x="378509" y="83620"/>
                  </a:lnTo>
                  <a:lnTo>
                    <a:pt x="345592" y="49045"/>
                  </a:lnTo>
                  <a:lnTo>
                    <a:pt x="306119" y="22691"/>
                  </a:lnTo>
                  <a:lnTo>
                    <a:pt x="261363" y="5896"/>
                  </a:lnTo>
                  <a:lnTo>
                    <a:pt x="212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003804" y="5035296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0" y="223265"/>
                  </a:moveTo>
                  <a:lnTo>
                    <a:pt x="5611" y="172069"/>
                  </a:lnTo>
                  <a:lnTo>
                    <a:pt x="21598" y="125074"/>
                  </a:lnTo>
                  <a:lnTo>
                    <a:pt x="46686" y="83620"/>
                  </a:lnTo>
                  <a:lnTo>
                    <a:pt x="79603" y="49045"/>
                  </a:lnTo>
                  <a:lnTo>
                    <a:pt x="119076" y="22691"/>
                  </a:lnTo>
                  <a:lnTo>
                    <a:pt x="163832" y="5896"/>
                  </a:lnTo>
                  <a:lnTo>
                    <a:pt x="212597" y="0"/>
                  </a:lnTo>
                  <a:lnTo>
                    <a:pt x="261363" y="5896"/>
                  </a:lnTo>
                  <a:lnTo>
                    <a:pt x="306119" y="22691"/>
                  </a:lnTo>
                  <a:lnTo>
                    <a:pt x="345592" y="49045"/>
                  </a:lnTo>
                  <a:lnTo>
                    <a:pt x="378509" y="83620"/>
                  </a:lnTo>
                  <a:lnTo>
                    <a:pt x="403597" y="125074"/>
                  </a:lnTo>
                  <a:lnTo>
                    <a:pt x="419584" y="172069"/>
                  </a:lnTo>
                  <a:lnTo>
                    <a:pt x="425195" y="223265"/>
                  </a:lnTo>
                  <a:lnTo>
                    <a:pt x="419584" y="274462"/>
                  </a:lnTo>
                  <a:lnTo>
                    <a:pt x="403597" y="321457"/>
                  </a:lnTo>
                  <a:lnTo>
                    <a:pt x="378509" y="362911"/>
                  </a:lnTo>
                  <a:lnTo>
                    <a:pt x="345592" y="397486"/>
                  </a:lnTo>
                  <a:lnTo>
                    <a:pt x="306119" y="423840"/>
                  </a:lnTo>
                  <a:lnTo>
                    <a:pt x="261363" y="440635"/>
                  </a:lnTo>
                  <a:lnTo>
                    <a:pt x="212597" y="446531"/>
                  </a:lnTo>
                  <a:lnTo>
                    <a:pt x="163832" y="440635"/>
                  </a:lnTo>
                  <a:lnTo>
                    <a:pt x="119076" y="423840"/>
                  </a:lnTo>
                  <a:lnTo>
                    <a:pt x="79603" y="397486"/>
                  </a:lnTo>
                  <a:lnTo>
                    <a:pt x="46686" y="362911"/>
                  </a:lnTo>
                  <a:lnTo>
                    <a:pt x="21598" y="321457"/>
                  </a:lnTo>
                  <a:lnTo>
                    <a:pt x="5611" y="274462"/>
                  </a:lnTo>
                  <a:lnTo>
                    <a:pt x="0" y="22326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3061970" y="5107940"/>
            <a:ext cx="2508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𝑗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6046342" y="5056073"/>
            <a:ext cx="23367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𝑖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7828533" y="4974082"/>
            <a:ext cx="438150" cy="457834"/>
            <a:chOff x="7828533" y="4974082"/>
            <a:chExt cx="438150" cy="457834"/>
          </a:xfrm>
        </p:grpSpPr>
        <p:sp>
          <p:nvSpPr>
            <p:cNvPr id="48" name="object 48" descr=""/>
            <p:cNvSpPr/>
            <p:nvPr/>
          </p:nvSpPr>
          <p:spPr>
            <a:xfrm>
              <a:off x="7834883" y="4980432"/>
              <a:ext cx="425450" cy="445134"/>
            </a:xfrm>
            <a:custGeom>
              <a:avLst/>
              <a:gdLst/>
              <a:ahLst/>
              <a:cxnLst/>
              <a:rect l="l" t="t" r="r" b="b"/>
              <a:pathLst>
                <a:path w="425450" h="445135">
                  <a:moveTo>
                    <a:pt x="212598" y="0"/>
                  </a:moveTo>
                  <a:lnTo>
                    <a:pt x="163832" y="5873"/>
                  </a:lnTo>
                  <a:lnTo>
                    <a:pt x="119076" y="22606"/>
                  </a:lnTo>
                  <a:lnTo>
                    <a:pt x="79603" y="48865"/>
                  </a:lnTo>
                  <a:lnTo>
                    <a:pt x="46686" y="83317"/>
                  </a:lnTo>
                  <a:lnTo>
                    <a:pt x="21598" y="124630"/>
                  </a:lnTo>
                  <a:lnTo>
                    <a:pt x="5611" y="171469"/>
                  </a:lnTo>
                  <a:lnTo>
                    <a:pt x="0" y="222504"/>
                  </a:lnTo>
                  <a:lnTo>
                    <a:pt x="5611" y="273538"/>
                  </a:lnTo>
                  <a:lnTo>
                    <a:pt x="21598" y="320377"/>
                  </a:lnTo>
                  <a:lnTo>
                    <a:pt x="46686" y="361690"/>
                  </a:lnTo>
                  <a:lnTo>
                    <a:pt x="79603" y="396142"/>
                  </a:lnTo>
                  <a:lnTo>
                    <a:pt x="119076" y="422401"/>
                  </a:lnTo>
                  <a:lnTo>
                    <a:pt x="163832" y="439134"/>
                  </a:lnTo>
                  <a:lnTo>
                    <a:pt x="212598" y="445008"/>
                  </a:lnTo>
                  <a:lnTo>
                    <a:pt x="261363" y="439134"/>
                  </a:lnTo>
                  <a:lnTo>
                    <a:pt x="306119" y="422401"/>
                  </a:lnTo>
                  <a:lnTo>
                    <a:pt x="345592" y="396142"/>
                  </a:lnTo>
                  <a:lnTo>
                    <a:pt x="378509" y="361690"/>
                  </a:lnTo>
                  <a:lnTo>
                    <a:pt x="403597" y="320377"/>
                  </a:lnTo>
                  <a:lnTo>
                    <a:pt x="419584" y="273538"/>
                  </a:lnTo>
                  <a:lnTo>
                    <a:pt x="425196" y="222504"/>
                  </a:lnTo>
                  <a:lnTo>
                    <a:pt x="419584" y="171469"/>
                  </a:lnTo>
                  <a:lnTo>
                    <a:pt x="403597" y="124630"/>
                  </a:lnTo>
                  <a:lnTo>
                    <a:pt x="378509" y="83317"/>
                  </a:lnTo>
                  <a:lnTo>
                    <a:pt x="345592" y="48865"/>
                  </a:lnTo>
                  <a:lnTo>
                    <a:pt x="306119" y="22606"/>
                  </a:lnTo>
                  <a:lnTo>
                    <a:pt x="261363" y="5873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834883" y="4980432"/>
              <a:ext cx="425450" cy="445134"/>
            </a:xfrm>
            <a:custGeom>
              <a:avLst/>
              <a:gdLst/>
              <a:ahLst/>
              <a:cxnLst/>
              <a:rect l="l" t="t" r="r" b="b"/>
              <a:pathLst>
                <a:path w="425450" h="445135">
                  <a:moveTo>
                    <a:pt x="0" y="222504"/>
                  </a:moveTo>
                  <a:lnTo>
                    <a:pt x="5611" y="171469"/>
                  </a:lnTo>
                  <a:lnTo>
                    <a:pt x="21598" y="124630"/>
                  </a:lnTo>
                  <a:lnTo>
                    <a:pt x="46686" y="83317"/>
                  </a:lnTo>
                  <a:lnTo>
                    <a:pt x="79603" y="48865"/>
                  </a:lnTo>
                  <a:lnTo>
                    <a:pt x="119076" y="22606"/>
                  </a:lnTo>
                  <a:lnTo>
                    <a:pt x="163832" y="5873"/>
                  </a:lnTo>
                  <a:lnTo>
                    <a:pt x="212598" y="0"/>
                  </a:lnTo>
                  <a:lnTo>
                    <a:pt x="261363" y="5873"/>
                  </a:lnTo>
                  <a:lnTo>
                    <a:pt x="306119" y="22606"/>
                  </a:lnTo>
                  <a:lnTo>
                    <a:pt x="345592" y="48865"/>
                  </a:lnTo>
                  <a:lnTo>
                    <a:pt x="378509" y="83317"/>
                  </a:lnTo>
                  <a:lnTo>
                    <a:pt x="403597" y="124630"/>
                  </a:lnTo>
                  <a:lnTo>
                    <a:pt x="419584" y="171469"/>
                  </a:lnTo>
                  <a:lnTo>
                    <a:pt x="425196" y="222504"/>
                  </a:lnTo>
                  <a:lnTo>
                    <a:pt x="419584" y="273538"/>
                  </a:lnTo>
                  <a:lnTo>
                    <a:pt x="403597" y="320377"/>
                  </a:lnTo>
                  <a:lnTo>
                    <a:pt x="378509" y="361690"/>
                  </a:lnTo>
                  <a:lnTo>
                    <a:pt x="345592" y="396142"/>
                  </a:lnTo>
                  <a:lnTo>
                    <a:pt x="306119" y="422401"/>
                  </a:lnTo>
                  <a:lnTo>
                    <a:pt x="261363" y="439134"/>
                  </a:lnTo>
                  <a:lnTo>
                    <a:pt x="212598" y="445008"/>
                  </a:lnTo>
                  <a:lnTo>
                    <a:pt x="163832" y="439134"/>
                  </a:lnTo>
                  <a:lnTo>
                    <a:pt x="119076" y="422401"/>
                  </a:lnTo>
                  <a:lnTo>
                    <a:pt x="79603" y="396142"/>
                  </a:lnTo>
                  <a:lnTo>
                    <a:pt x="46686" y="361690"/>
                  </a:lnTo>
                  <a:lnTo>
                    <a:pt x="21598" y="320377"/>
                  </a:lnTo>
                  <a:lnTo>
                    <a:pt x="5611" y="273538"/>
                  </a:lnTo>
                  <a:lnTo>
                    <a:pt x="0" y="22250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7893050" y="5052136"/>
            <a:ext cx="2508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6908" sz="1725" spc="-37">
                <a:latin typeface="Cambria Math"/>
                <a:cs typeface="Cambria Math"/>
              </a:rPr>
              <a:t>𝑗</a:t>
            </a:r>
            <a:endParaRPr baseline="-16908" sz="1725">
              <a:latin typeface="Cambria Math"/>
              <a:cs typeface="Cambria Math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6933945" y="4100829"/>
            <a:ext cx="438150" cy="459740"/>
            <a:chOff x="6933945" y="4100829"/>
            <a:chExt cx="438150" cy="459740"/>
          </a:xfrm>
        </p:grpSpPr>
        <p:sp>
          <p:nvSpPr>
            <p:cNvPr id="52" name="object 52" descr=""/>
            <p:cNvSpPr/>
            <p:nvPr/>
          </p:nvSpPr>
          <p:spPr>
            <a:xfrm>
              <a:off x="6940295" y="4107179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212598" y="0"/>
                  </a:moveTo>
                  <a:lnTo>
                    <a:pt x="163832" y="5896"/>
                  </a:lnTo>
                  <a:lnTo>
                    <a:pt x="119076" y="22691"/>
                  </a:lnTo>
                  <a:lnTo>
                    <a:pt x="79603" y="49045"/>
                  </a:lnTo>
                  <a:lnTo>
                    <a:pt x="46686" y="83620"/>
                  </a:lnTo>
                  <a:lnTo>
                    <a:pt x="21598" y="125074"/>
                  </a:lnTo>
                  <a:lnTo>
                    <a:pt x="5611" y="172069"/>
                  </a:lnTo>
                  <a:lnTo>
                    <a:pt x="0" y="223266"/>
                  </a:lnTo>
                  <a:lnTo>
                    <a:pt x="5611" y="274462"/>
                  </a:lnTo>
                  <a:lnTo>
                    <a:pt x="21598" y="321457"/>
                  </a:lnTo>
                  <a:lnTo>
                    <a:pt x="46686" y="362911"/>
                  </a:lnTo>
                  <a:lnTo>
                    <a:pt x="79603" y="397486"/>
                  </a:lnTo>
                  <a:lnTo>
                    <a:pt x="119076" y="423840"/>
                  </a:lnTo>
                  <a:lnTo>
                    <a:pt x="163832" y="440635"/>
                  </a:lnTo>
                  <a:lnTo>
                    <a:pt x="212598" y="446532"/>
                  </a:lnTo>
                  <a:lnTo>
                    <a:pt x="261363" y="440635"/>
                  </a:lnTo>
                  <a:lnTo>
                    <a:pt x="306119" y="423840"/>
                  </a:lnTo>
                  <a:lnTo>
                    <a:pt x="345592" y="397486"/>
                  </a:lnTo>
                  <a:lnTo>
                    <a:pt x="378509" y="362911"/>
                  </a:lnTo>
                  <a:lnTo>
                    <a:pt x="403597" y="321457"/>
                  </a:lnTo>
                  <a:lnTo>
                    <a:pt x="419584" y="274462"/>
                  </a:lnTo>
                  <a:lnTo>
                    <a:pt x="425196" y="223266"/>
                  </a:lnTo>
                  <a:lnTo>
                    <a:pt x="419584" y="172069"/>
                  </a:lnTo>
                  <a:lnTo>
                    <a:pt x="403597" y="125074"/>
                  </a:lnTo>
                  <a:lnTo>
                    <a:pt x="378509" y="83620"/>
                  </a:lnTo>
                  <a:lnTo>
                    <a:pt x="345592" y="49045"/>
                  </a:lnTo>
                  <a:lnTo>
                    <a:pt x="306119" y="22691"/>
                  </a:lnTo>
                  <a:lnTo>
                    <a:pt x="261363" y="5896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940295" y="4107179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0" y="223266"/>
                  </a:moveTo>
                  <a:lnTo>
                    <a:pt x="5611" y="172069"/>
                  </a:lnTo>
                  <a:lnTo>
                    <a:pt x="21598" y="125074"/>
                  </a:lnTo>
                  <a:lnTo>
                    <a:pt x="46686" y="83620"/>
                  </a:lnTo>
                  <a:lnTo>
                    <a:pt x="79603" y="49045"/>
                  </a:lnTo>
                  <a:lnTo>
                    <a:pt x="119076" y="22691"/>
                  </a:lnTo>
                  <a:lnTo>
                    <a:pt x="163832" y="5896"/>
                  </a:lnTo>
                  <a:lnTo>
                    <a:pt x="212598" y="0"/>
                  </a:lnTo>
                  <a:lnTo>
                    <a:pt x="261363" y="5896"/>
                  </a:lnTo>
                  <a:lnTo>
                    <a:pt x="306119" y="22691"/>
                  </a:lnTo>
                  <a:lnTo>
                    <a:pt x="345592" y="49045"/>
                  </a:lnTo>
                  <a:lnTo>
                    <a:pt x="378509" y="83620"/>
                  </a:lnTo>
                  <a:lnTo>
                    <a:pt x="403597" y="125074"/>
                  </a:lnTo>
                  <a:lnTo>
                    <a:pt x="419584" y="172069"/>
                  </a:lnTo>
                  <a:lnTo>
                    <a:pt x="425196" y="223266"/>
                  </a:lnTo>
                  <a:lnTo>
                    <a:pt x="419584" y="274462"/>
                  </a:lnTo>
                  <a:lnTo>
                    <a:pt x="403597" y="321457"/>
                  </a:lnTo>
                  <a:lnTo>
                    <a:pt x="378509" y="362911"/>
                  </a:lnTo>
                  <a:lnTo>
                    <a:pt x="345592" y="397486"/>
                  </a:lnTo>
                  <a:lnTo>
                    <a:pt x="306119" y="423840"/>
                  </a:lnTo>
                  <a:lnTo>
                    <a:pt x="261363" y="440635"/>
                  </a:lnTo>
                  <a:lnTo>
                    <a:pt x="212598" y="446532"/>
                  </a:lnTo>
                  <a:lnTo>
                    <a:pt x="163832" y="440635"/>
                  </a:lnTo>
                  <a:lnTo>
                    <a:pt x="119076" y="423840"/>
                  </a:lnTo>
                  <a:lnTo>
                    <a:pt x="79603" y="397486"/>
                  </a:lnTo>
                  <a:lnTo>
                    <a:pt x="46686" y="362911"/>
                  </a:lnTo>
                  <a:lnTo>
                    <a:pt x="21598" y="321457"/>
                  </a:lnTo>
                  <a:lnTo>
                    <a:pt x="5611" y="274462"/>
                  </a:lnTo>
                  <a:lnTo>
                    <a:pt x="0" y="223266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7061072" y="4192270"/>
            <a:ext cx="1333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9390633" y="3157854"/>
            <a:ext cx="215646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Franklin Gothic Medium"/>
                <a:cs typeface="Franklin Gothic Medium"/>
              </a:rPr>
              <a:t>-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Pick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any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state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except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4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start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and</a:t>
            </a:r>
            <a:r>
              <a:rPr dirty="0" sz="1800" spc="-3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accept states.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9311640" y="4133088"/>
            <a:ext cx="2662555" cy="3708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127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dirty="0" sz="1800">
                <a:latin typeface="Franklin Gothic Medium"/>
                <a:cs typeface="Franklin Gothic Medium"/>
              </a:rPr>
              <a:t>-</a:t>
            </a:r>
            <a:r>
              <a:rPr dirty="0" sz="1800" spc="-25">
                <a:latin typeface="Franklin Gothic Medium"/>
                <a:cs typeface="Franklin Gothic Medium"/>
              </a:rPr>
              <a:t> </a:t>
            </a:r>
            <a:r>
              <a:rPr dirty="0" sz="1800" spc="-50">
                <a:latin typeface="Franklin Gothic Medium"/>
                <a:cs typeface="Franklin Gothic Medium"/>
              </a:rPr>
              <a:t>Remove</a:t>
            </a:r>
            <a:r>
              <a:rPr dirty="0" sz="1800" spc="-2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2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state.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5"/>
              <a:t>GNFA</a:t>
            </a:r>
            <a:r>
              <a:rPr dirty="0" spc="-190"/>
              <a:t> </a:t>
            </a:r>
            <a:r>
              <a:rPr dirty="0" spc="-10"/>
              <a:t>conversion</a:t>
            </a:r>
            <a:r>
              <a:rPr dirty="0" spc="-215"/>
              <a:t> </a:t>
            </a:r>
            <a:r>
              <a:rPr dirty="0"/>
              <a:t>to</a:t>
            </a:r>
            <a:r>
              <a:rPr dirty="0" spc="-200"/>
              <a:t> </a:t>
            </a:r>
            <a:r>
              <a:rPr dirty="0" spc="-55"/>
              <a:t>Regular</a:t>
            </a:r>
            <a:r>
              <a:rPr dirty="0" spc="-220"/>
              <a:t> </a:t>
            </a:r>
            <a:r>
              <a:rPr dirty="0" spc="-10"/>
              <a:t>Expressions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208110"/>
            <a:ext cx="10780395" cy="1689735"/>
          </a:xfrm>
          <a:prstGeom prst="rect">
            <a:avLst/>
          </a:prstGeom>
        </p:spPr>
        <p:txBody>
          <a:bodyPr wrap="square" lIns="0" tIns="152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800" spc="-60">
                <a:latin typeface="Franklin Gothic Medium"/>
                <a:cs typeface="Franklin Gothic Medium"/>
              </a:rPr>
              <a:t>Lemma: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Every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GNFA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𝐺</a:t>
            </a:r>
            <a:r>
              <a:rPr dirty="0" sz="2800" spc="11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has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equivalent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2800" spc="-25" i="1">
                <a:latin typeface="Franklin Gothic Medium"/>
                <a:cs typeface="Franklin Gothic Medium"/>
              </a:rPr>
              <a:t>Proof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Induction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on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number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states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𝑘</a:t>
            </a:r>
            <a:r>
              <a:rPr dirty="0" sz="2800" spc="6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solidFill>
                  <a:srgbClr val="6F2F9F"/>
                </a:solidFill>
                <a:latin typeface="Cambria Math"/>
                <a:cs typeface="Cambria Math"/>
              </a:rPr>
              <a:t>𝐺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  <a:tabLst>
                <a:tab pos="3164205" algn="l"/>
              </a:tabLst>
            </a:pPr>
            <a:r>
              <a:rPr dirty="0" u="sng" baseline="4629" sz="3600" spc="-15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Induction</a:t>
            </a:r>
            <a:r>
              <a:rPr dirty="0" u="sng" baseline="4629" sz="3600" spc="-112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u="sng" baseline="4629" sz="360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step</a:t>
            </a:r>
            <a:r>
              <a:rPr dirty="0" u="sng" baseline="4629" sz="3600" spc="-82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baseline="4629" sz="3600">
                <a:latin typeface="Cambria Math"/>
                <a:cs typeface="Cambria Math"/>
              </a:rPr>
              <a:t>(𝑘</a:t>
            </a:r>
            <a:r>
              <a:rPr dirty="0" baseline="4629" sz="3600" spc="217">
                <a:latin typeface="Cambria Math"/>
                <a:cs typeface="Cambria Math"/>
              </a:rPr>
              <a:t> </a:t>
            </a:r>
            <a:r>
              <a:rPr dirty="0" baseline="4629" sz="3600">
                <a:latin typeface="Cambria Math"/>
                <a:cs typeface="Cambria Math"/>
              </a:rPr>
              <a:t>&gt;</a:t>
            </a:r>
            <a:r>
              <a:rPr dirty="0" baseline="4629" sz="3600" spc="104">
                <a:latin typeface="Cambria Math"/>
                <a:cs typeface="Cambria Math"/>
              </a:rPr>
              <a:t> </a:t>
            </a:r>
            <a:r>
              <a:rPr dirty="0" baseline="4629" sz="3600" spc="-37">
                <a:latin typeface="Cambria Math"/>
                <a:cs typeface="Cambria Math"/>
              </a:rPr>
              <a:t>2)</a:t>
            </a:r>
            <a:r>
              <a:rPr dirty="0" baseline="4629" sz="3600" spc="-37">
                <a:latin typeface="Franklin Gothic Medium"/>
                <a:cs typeface="Franklin Gothic Medium"/>
              </a:rPr>
              <a:t>:</a:t>
            </a:r>
            <a:r>
              <a:rPr dirty="0" baseline="4629" sz="3600">
                <a:latin typeface="Franklin Gothic Medium"/>
                <a:cs typeface="Franklin Gothic Medium"/>
              </a:rPr>
              <a:t>	</a:t>
            </a:r>
            <a:r>
              <a:rPr dirty="0" sz="2400" spc="-45">
                <a:latin typeface="Franklin Gothic Medium"/>
                <a:cs typeface="Franklin Gothic Medium"/>
              </a:rPr>
              <a:t>Assume</a:t>
            </a:r>
            <a:r>
              <a:rPr dirty="0" sz="2400" spc="-65">
                <a:latin typeface="Franklin Gothic Medium"/>
                <a:cs typeface="Franklin Gothic Medium"/>
              </a:rPr>
              <a:t> Lemma </a:t>
            </a:r>
            <a:r>
              <a:rPr dirty="0" sz="2400">
                <a:latin typeface="Franklin Gothic Medium"/>
                <a:cs typeface="Franklin Gothic Medium"/>
              </a:rPr>
              <a:t>true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for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 spc="1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−</a:t>
            </a:r>
            <a:r>
              <a:rPr dirty="0" sz="2400" spc="-6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1</a:t>
            </a:r>
            <a:r>
              <a:rPr dirty="0" sz="2400" spc="10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states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prove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for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 spc="70">
                <a:latin typeface="Cambria Math"/>
                <a:cs typeface="Cambria Math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states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6016878" y="3033776"/>
            <a:ext cx="909955" cy="282575"/>
          </a:xfrm>
          <a:custGeom>
            <a:avLst/>
            <a:gdLst/>
            <a:ahLst/>
            <a:cxnLst/>
            <a:rect l="l" t="t" r="r" b="b"/>
            <a:pathLst>
              <a:path w="909954" h="282575">
                <a:moveTo>
                  <a:pt x="819530" y="0"/>
                </a:moveTo>
                <a:lnTo>
                  <a:pt x="815594" y="11429"/>
                </a:lnTo>
                <a:lnTo>
                  <a:pt x="831901" y="18522"/>
                </a:lnTo>
                <a:lnTo>
                  <a:pt x="845947" y="28352"/>
                </a:lnTo>
                <a:lnTo>
                  <a:pt x="874470" y="73852"/>
                </a:lnTo>
                <a:lnTo>
                  <a:pt x="882725" y="115341"/>
                </a:lnTo>
                <a:lnTo>
                  <a:pt x="882765" y="115623"/>
                </a:lnTo>
                <a:lnTo>
                  <a:pt x="882747" y="164635"/>
                </a:lnTo>
                <a:lnTo>
                  <a:pt x="874416" y="207601"/>
                </a:lnTo>
                <a:lnTo>
                  <a:pt x="845994" y="253857"/>
                </a:lnTo>
                <a:lnTo>
                  <a:pt x="815975" y="270890"/>
                </a:lnTo>
                <a:lnTo>
                  <a:pt x="819530" y="282321"/>
                </a:lnTo>
                <a:lnTo>
                  <a:pt x="858027" y="264255"/>
                </a:lnTo>
                <a:lnTo>
                  <a:pt x="886332" y="233045"/>
                </a:lnTo>
                <a:lnTo>
                  <a:pt x="903763" y="191135"/>
                </a:lnTo>
                <a:lnTo>
                  <a:pt x="909574" y="141224"/>
                </a:lnTo>
                <a:lnTo>
                  <a:pt x="908137" y="115623"/>
                </a:lnTo>
                <a:lnTo>
                  <a:pt x="896500" y="69482"/>
                </a:lnTo>
                <a:lnTo>
                  <a:pt x="873377" y="32146"/>
                </a:lnTo>
                <a:lnTo>
                  <a:pt x="839987" y="7381"/>
                </a:lnTo>
                <a:lnTo>
                  <a:pt x="819530" y="0"/>
                </a:lnTo>
                <a:close/>
              </a:path>
              <a:path w="909954" h="282575">
                <a:moveTo>
                  <a:pt x="90043" y="0"/>
                </a:moveTo>
                <a:lnTo>
                  <a:pt x="51641" y="18097"/>
                </a:lnTo>
                <a:lnTo>
                  <a:pt x="23241" y="49529"/>
                </a:lnTo>
                <a:lnTo>
                  <a:pt x="5810" y="91424"/>
                </a:lnTo>
                <a:lnTo>
                  <a:pt x="85" y="139700"/>
                </a:lnTo>
                <a:lnTo>
                  <a:pt x="0" y="141224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281"/>
                </a:lnTo>
                <a:lnTo>
                  <a:pt x="69514" y="274943"/>
                </a:lnTo>
                <a:lnTo>
                  <a:pt x="90043" y="282321"/>
                </a:lnTo>
                <a:lnTo>
                  <a:pt x="93599" y="270890"/>
                </a:lnTo>
                <a:lnTo>
                  <a:pt x="77529" y="263773"/>
                </a:lnTo>
                <a:lnTo>
                  <a:pt x="63627" y="253857"/>
                </a:lnTo>
                <a:lnTo>
                  <a:pt x="35157" y="207601"/>
                </a:lnTo>
                <a:lnTo>
                  <a:pt x="26826" y="164635"/>
                </a:lnTo>
                <a:lnTo>
                  <a:pt x="25781" y="139700"/>
                </a:lnTo>
                <a:lnTo>
                  <a:pt x="26826" y="115623"/>
                </a:lnTo>
                <a:lnTo>
                  <a:pt x="35157" y="73852"/>
                </a:lnTo>
                <a:lnTo>
                  <a:pt x="63738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162813" y="3846321"/>
            <a:ext cx="4163060" cy="2263775"/>
            <a:chOff x="162813" y="3846321"/>
            <a:chExt cx="4163060" cy="2263775"/>
          </a:xfrm>
        </p:grpSpPr>
        <p:sp>
          <p:nvSpPr>
            <p:cNvPr id="11" name="object 11" descr=""/>
            <p:cNvSpPr/>
            <p:nvPr/>
          </p:nvSpPr>
          <p:spPr>
            <a:xfrm>
              <a:off x="1028700" y="3852671"/>
              <a:ext cx="2466340" cy="2251075"/>
            </a:xfrm>
            <a:custGeom>
              <a:avLst/>
              <a:gdLst/>
              <a:ahLst/>
              <a:cxnLst/>
              <a:rect l="l" t="t" r="r" b="b"/>
              <a:pathLst>
                <a:path w="2466340" h="2251075">
                  <a:moveTo>
                    <a:pt x="2090674" y="0"/>
                  </a:moveTo>
                  <a:lnTo>
                    <a:pt x="375158" y="0"/>
                  </a:lnTo>
                  <a:lnTo>
                    <a:pt x="328100" y="2923"/>
                  </a:lnTo>
                  <a:lnTo>
                    <a:pt x="282786" y="11461"/>
                  </a:lnTo>
                  <a:lnTo>
                    <a:pt x="239568" y="25259"/>
                  </a:lnTo>
                  <a:lnTo>
                    <a:pt x="198797" y="43966"/>
                  </a:lnTo>
                  <a:lnTo>
                    <a:pt x="160824" y="67231"/>
                  </a:lnTo>
                  <a:lnTo>
                    <a:pt x="126003" y="94700"/>
                  </a:lnTo>
                  <a:lnTo>
                    <a:pt x="94683" y="126023"/>
                  </a:lnTo>
                  <a:lnTo>
                    <a:pt x="67217" y="160847"/>
                  </a:lnTo>
                  <a:lnTo>
                    <a:pt x="43956" y="198819"/>
                  </a:lnTo>
                  <a:lnTo>
                    <a:pt x="25253" y="239588"/>
                  </a:lnTo>
                  <a:lnTo>
                    <a:pt x="11458" y="282803"/>
                  </a:lnTo>
                  <a:lnTo>
                    <a:pt x="2923" y="328110"/>
                  </a:lnTo>
                  <a:lnTo>
                    <a:pt x="0" y="375157"/>
                  </a:lnTo>
                  <a:lnTo>
                    <a:pt x="0" y="1875777"/>
                  </a:lnTo>
                  <a:lnTo>
                    <a:pt x="2923" y="1922837"/>
                  </a:lnTo>
                  <a:lnTo>
                    <a:pt x="11458" y="1968153"/>
                  </a:lnTo>
                  <a:lnTo>
                    <a:pt x="25253" y="2011374"/>
                  </a:lnTo>
                  <a:lnTo>
                    <a:pt x="43956" y="2052146"/>
                  </a:lnTo>
                  <a:lnTo>
                    <a:pt x="67217" y="2090120"/>
                  </a:lnTo>
                  <a:lnTo>
                    <a:pt x="94683" y="2124942"/>
                  </a:lnTo>
                  <a:lnTo>
                    <a:pt x="126003" y="2156263"/>
                  </a:lnTo>
                  <a:lnTo>
                    <a:pt x="160824" y="2183729"/>
                  </a:lnTo>
                  <a:lnTo>
                    <a:pt x="198797" y="2206990"/>
                  </a:lnTo>
                  <a:lnTo>
                    <a:pt x="239568" y="2225694"/>
                  </a:lnTo>
                  <a:lnTo>
                    <a:pt x="282786" y="2239489"/>
                  </a:lnTo>
                  <a:lnTo>
                    <a:pt x="328100" y="2248024"/>
                  </a:lnTo>
                  <a:lnTo>
                    <a:pt x="375158" y="2250947"/>
                  </a:lnTo>
                  <a:lnTo>
                    <a:pt x="2090674" y="2250947"/>
                  </a:lnTo>
                  <a:lnTo>
                    <a:pt x="2137721" y="2248024"/>
                  </a:lnTo>
                  <a:lnTo>
                    <a:pt x="2183028" y="2239489"/>
                  </a:lnTo>
                  <a:lnTo>
                    <a:pt x="2226243" y="2225694"/>
                  </a:lnTo>
                  <a:lnTo>
                    <a:pt x="2267012" y="2206990"/>
                  </a:lnTo>
                  <a:lnTo>
                    <a:pt x="2304984" y="2183729"/>
                  </a:lnTo>
                  <a:lnTo>
                    <a:pt x="2339808" y="2156263"/>
                  </a:lnTo>
                  <a:lnTo>
                    <a:pt x="2371131" y="2124942"/>
                  </a:lnTo>
                  <a:lnTo>
                    <a:pt x="2398600" y="2090120"/>
                  </a:lnTo>
                  <a:lnTo>
                    <a:pt x="2421865" y="2052146"/>
                  </a:lnTo>
                  <a:lnTo>
                    <a:pt x="2440572" y="2011374"/>
                  </a:lnTo>
                  <a:lnTo>
                    <a:pt x="2454370" y="1968153"/>
                  </a:lnTo>
                  <a:lnTo>
                    <a:pt x="2462908" y="1922837"/>
                  </a:lnTo>
                  <a:lnTo>
                    <a:pt x="2465832" y="1875777"/>
                  </a:lnTo>
                  <a:lnTo>
                    <a:pt x="2465832" y="375157"/>
                  </a:lnTo>
                  <a:lnTo>
                    <a:pt x="2462908" y="328110"/>
                  </a:lnTo>
                  <a:lnTo>
                    <a:pt x="2454370" y="282803"/>
                  </a:lnTo>
                  <a:lnTo>
                    <a:pt x="2440572" y="239588"/>
                  </a:lnTo>
                  <a:lnTo>
                    <a:pt x="2421865" y="198819"/>
                  </a:lnTo>
                  <a:lnTo>
                    <a:pt x="2398600" y="160847"/>
                  </a:lnTo>
                  <a:lnTo>
                    <a:pt x="2371131" y="126023"/>
                  </a:lnTo>
                  <a:lnTo>
                    <a:pt x="2339808" y="94700"/>
                  </a:lnTo>
                  <a:lnTo>
                    <a:pt x="2304984" y="67231"/>
                  </a:lnTo>
                  <a:lnTo>
                    <a:pt x="2267012" y="43966"/>
                  </a:lnTo>
                  <a:lnTo>
                    <a:pt x="2226243" y="25259"/>
                  </a:lnTo>
                  <a:lnTo>
                    <a:pt x="2183028" y="11461"/>
                  </a:lnTo>
                  <a:lnTo>
                    <a:pt x="2137721" y="2923"/>
                  </a:lnTo>
                  <a:lnTo>
                    <a:pt x="209067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28700" y="3852671"/>
              <a:ext cx="2466340" cy="2251075"/>
            </a:xfrm>
            <a:custGeom>
              <a:avLst/>
              <a:gdLst/>
              <a:ahLst/>
              <a:cxnLst/>
              <a:rect l="l" t="t" r="r" b="b"/>
              <a:pathLst>
                <a:path w="2466340" h="2251075">
                  <a:moveTo>
                    <a:pt x="0" y="375157"/>
                  </a:moveTo>
                  <a:lnTo>
                    <a:pt x="2923" y="328110"/>
                  </a:lnTo>
                  <a:lnTo>
                    <a:pt x="11458" y="282803"/>
                  </a:lnTo>
                  <a:lnTo>
                    <a:pt x="25253" y="239588"/>
                  </a:lnTo>
                  <a:lnTo>
                    <a:pt x="43956" y="198819"/>
                  </a:lnTo>
                  <a:lnTo>
                    <a:pt x="67217" y="160847"/>
                  </a:lnTo>
                  <a:lnTo>
                    <a:pt x="94683" y="126023"/>
                  </a:lnTo>
                  <a:lnTo>
                    <a:pt x="126003" y="94700"/>
                  </a:lnTo>
                  <a:lnTo>
                    <a:pt x="160824" y="67231"/>
                  </a:lnTo>
                  <a:lnTo>
                    <a:pt x="198797" y="43966"/>
                  </a:lnTo>
                  <a:lnTo>
                    <a:pt x="239568" y="25259"/>
                  </a:lnTo>
                  <a:lnTo>
                    <a:pt x="282786" y="11461"/>
                  </a:lnTo>
                  <a:lnTo>
                    <a:pt x="328100" y="2923"/>
                  </a:lnTo>
                  <a:lnTo>
                    <a:pt x="375158" y="0"/>
                  </a:lnTo>
                  <a:lnTo>
                    <a:pt x="2090674" y="0"/>
                  </a:lnTo>
                  <a:lnTo>
                    <a:pt x="2137721" y="2923"/>
                  </a:lnTo>
                  <a:lnTo>
                    <a:pt x="2183028" y="11461"/>
                  </a:lnTo>
                  <a:lnTo>
                    <a:pt x="2226243" y="25259"/>
                  </a:lnTo>
                  <a:lnTo>
                    <a:pt x="2267012" y="43966"/>
                  </a:lnTo>
                  <a:lnTo>
                    <a:pt x="2304984" y="67231"/>
                  </a:lnTo>
                  <a:lnTo>
                    <a:pt x="2339808" y="94700"/>
                  </a:lnTo>
                  <a:lnTo>
                    <a:pt x="2371131" y="126023"/>
                  </a:lnTo>
                  <a:lnTo>
                    <a:pt x="2398600" y="160847"/>
                  </a:lnTo>
                  <a:lnTo>
                    <a:pt x="2421865" y="198819"/>
                  </a:lnTo>
                  <a:lnTo>
                    <a:pt x="2440572" y="239588"/>
                  </a:lnTo>
                  <a:lnTo>
                    <a:pt x="2454370" y="282803"/>
                  </a:lnTo>
                  <a:lnTo>
                    <a:pt x="2462908" y="328110"/>
                  </a:lnTo>
                  <a:lnTo>
                    <a:pt x="2465832" y="375157"/>
                  </a:lnTo>
                  <a:lnTo>
                    <a:pt x="2465832" y="1875777"/>
                  </a:lnTo>
                  <a:lnTo>
                    <a:pt x="2462908" y="1922837"/>
                  </a:lnTo>
                  <a:lnTo>
                    <a:pt x="2454370" y="1968153"/>
                  </a:lnTo>
                  <a:lnTo>
                    <a:pt x="2440572" y="2011374"/>
                  </a:lnTo>
                  <a:lnTo>
                    <a:pt x="2421865" y="2052146"/>
                  </a:lnTo>
                  <a:lnTo>
                    <a:pt x="2398600" y="2090120"/>
                  </a:lnTo>
                  <a:lnTo>
                    <a:pt x="2371131" y="2124942"/>
                  </a:lnTo>
                  <a:lnTo>
                    <a:pt x="2339808" y="2156263"/>
                  </a:lnTo>
                  <a:lnTo>
                    <a:pt x="2304984" y="2183729"/>
                  </a:lnTo>
                  <a:lnTo>
                    <a:pt x="2267012" y="2206990"/>
                  </a:lnTo>
                  <a:lnTo>
                    <a:pt x="2226243" y="2225694"/>
                  </a:lnTo>
                  <a:lnTo>
                    <a:pt x="2183028" y="2239489"/>
                  </a:lnTo>
                  <a:lnTo>
                    <a:pt x="2137721" y="2248024"/>
                  </a:lnTo>
                  <a:lnTo>
                    <a:pt x="2090674" y="2250947"/>
                  </a:lnTo>
                  <a:lnTo>
                    <a:pt x="375158" y="2250947"/>
                  </a:lnTo>
                  <a:lnTo>
                    <a:pt x="328100" y="2248024"/>
                  </a:lnTo>
                  <a:lnTo>
                    <a:pt x="282786" y="2239489"/>
                  </a:lnTo>
                  <a:lnTo>
                    <a:pt x="239568" y="2225694"/>
                  </a:lnTo>
                  <a:lnTo>
                    <a:pt x="198797" y="2206990"/>
                  </a:lnTo>
                  <a:lnTo>
                    <a:pt x="160824" y="2183729"/>
                  </a:lnTo>
                  <a:lnTo>
                    <a:pt x="126003" y="2156263"/>
                  </a:lnTo>
                  <a:lnTo>
                    <a:pt x="94683" y="2124942"/>
                  </a:lnTo>
                  <a:lnTo>
                    <a:pt x="67217" y="2090120"/>
                  </a:lnTo>
                  <a:lnTo>
                    <a:pt x="43956" y="2052146"/>
                  </a:lnTo>
                  <a:lnTo>
                    <a:pt x="25253" y="2011374"/>
                  </a:lnTo>
                  <a:lnTo>
                    <a:pt x="11458" y="1968153"/>
                  </a:lnTo>
                  <a:lnTo>
                    <a:pt x="2923" y="1922837"/>
                  </a:lnTo>
                  <a:lnTo>
                    <a:pt x="0" y="1875777"/>
                  </a:lnTo>
                  <a:lnTo>
                    <a:pt x="0" y="37515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89609" y="4941569"/>
              <a:ext cx="339090" cy="76200"/>
            </a:xfrm>
            <a:custGeom>
              <a:avLst/>
              <a:gdLst/>
              <a:ahLst/>
              <a:cxnLst/>
              <a:rect l="l" t="t" r="r" b="b"/>
              <a:pathLst>
                <a:path w="339090" h="76200">
                  <a:moveTo>
                    <a:pt x="262737" y="0"/>
                  </a:moveTo>
                  <a:lnTo>
                    <a:pt x="262737" y="76199"/>
                  </a:lnTo>
                  <a:lnTo>
                    <a:pt x="319887" y="47624"/>
                  </a:lnTo>
                  <a:lnTo>
                    <a:pt x="275437" y="47624"/>
                  </a:lnTo>
                  <a:lnTo>
                    <a:pt x="275437" y="28574"/>
                  </a:lnTo>
                  <a:lnTo>
                    <a:pt x="319887" y="28574"/>
                  </a:lnTo>
                  <a:lnTo>
                    <a:pt x="262737" y="0"/>
                  </a:lnTo>
                  <a:close/>
                </a:path>
                <a:path w="339090" h="76200">
                  <a:moveTo>
                    <a:pt x="262737" y="28574"/>
                  </a:moveTo>
                  <a:lnTo>
                    <a:pt x="0" y="28574"/>
                  </a:lnTo>
                  <a:lnTo>
                    <a:pt x="0" y="47624"/>
                  </a:lnTo>
                  <a:lnTo>
                    <a:pt x="262737" y="47624"/>
                  </a:lnTo>
                  <a:lnTo>
                    <a:pt x="262737" y="28574"/>
                  </a:lnTo>
                  <a:close/>
                </a:path>
                <a:path w="339090" h="76200">
                  <a:moveTo>
                    <a:pt x="319887" y="28574"/>
                  </a:moveTo>
                  <a:lnTo>
                    <a:pt x="275437" y="28574"/>
                  </a:lnTo>
                  <a:lnTo>
                    <a:pt x="275437" y="47624"/>
                  </a:lnTo>
                  <a:lnTo>
                    <a:pt x="319887" y="47624"/>
                  </a:lnTo>
                  <a:lnTo>
                    <a:pt x="338937" y="38099"/>
                  </a:lnTo>
                  <a:lnTo>
                    <a:pt x="319887" y="285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69163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5" h="524510">
                  <a:moveTo>
                    <a:pt x="259842" y="0"/>
                  </a:moveTo>
                  <a:lnTo>
                    <a:pt x="213134" y="4222"/>
                  </a:lnTo>
                  <a:lnTo>
                    <a:pt x="169173" y="16398"/>
                  </a:lnTo>
                  <a:lnTo>
                    <a:pt x="128693" y="35785"/>
                  </a:lnTo>
                  <a:lnTo>
                    <a:pt x="92427" y="61645"/>
                  </a:lnTo>
                  <a:lnTo>
                    <a:pt x="61110" y="93237"/>
                  </a:lnTo>
                  <a:lnTo>
                    <a:pt x="35475" y="129822"/>
                  </a:lnTo>
                  <a:lnTo>
                    <a:pt x="16255" y="170658"/>
                  </a:lnTo>
                  <a:lnTo>
                    <a:pt x="4186" y="215007"/>
                  </a:lnTo>
                  <a:lnTo>
                    <a:pt x="0" y="262128"/>
                  </a:lnTo>
                  <a:lnTo>
                    <a:pt x="4186" y="309248"/>
                  </a:lnTo>
                  <a:lnTo>
                    <a:pt x="16256" y="353597"/>
                  </a:lnTo>
                  <a:lnTo>
                    <a:pt x="35475" y="394433"/>
                  </a:lnTo>
                  <a:lnTo>
                    <a:pt x="61110" y="431018"/>
                  </a:lnTo>
                  <a:lnTo>
                    <a:pt x="92427" y="462610"/>
                  </a:lnTo>
                  <a:lnTo>
                    <a:pt x="128693" y="488470"/>
                  </a:lnTo>
                  <a:lnTo>
                    <a:pt x="169173" y="507857"/>
                  </a:lnTo>
                  <a:lnTo>
                    <a:pt x="213134" y="520033"/>
                  </a:lnTo>
                  <a:lnTo>
                    <a:pt x="259842" y="524256"/>
                  </a:lnTo>
                  <a:lnTo>
                    <a:pt x="306549" y="520033"/>
                  </a:lnTo>
                  <a:lnTo>
                    <a:pt x="350510" y="507857"/>
                  </a:lnTo>
                  <a:lnTo>
                    <a:pt x="390990" y="488470"/>
                  </a:lnTo>
                  <a:lnTo>
                    <a:pt x="427256" y="462610"/>
                  </a:lnTo>
                  <a:lnTo>
                    <a:pt x="458573" y="431018"/>
                  </a:lnTo>
                  <a:lnTo>
                    <a:pt x="484208" y="394433"/>
                  </a:lnTo>
                  <a:lnTo>
                    <a:pt x="503428" y="353597"/>
                  </a:lnTo>
                  <a:lnTo>
                    <a:pt x="515497" y="309248"/>
                  </a:lnTo>
                  <a:lnTo>
                    <a:pt x="519684" y="262128"/>
                  </a:lnTo>
                  <a:lnTo>
                    <a:pt x="515497" y="215007"/>
                  </a:lnTo>
                  <a:lnTo>
                    <a:pt x="503428" y="170658"/>
                  </a:lnTo>
                  <a:lnTo>
                    <a:pt x="484208" y="129822"/>
                  </a:lnTo>
                  <a:lnTo>
                    <a:pt x="458573" y="93237"/>
                  </a:lnTo>
                  <a:lnTo>
                    <a:pt x="427256" y="61645"/>
                  </a:lnTo>
                  <a:lnTo>
                    <a:pt x="390990" y="35785"/>
                  </a:lnTo>
                  <a:lnTo>
                    <a:pt x="350510" y="16398"/>
                  </a:lnTo>
                  <a:lnTo>
                    <a:pt x="306549" y="4222"/>
                  </a:lnTo>
                  <a:lnTo>
                    <a:pt x="259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69163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5" h="524510">
                  <a:moveTo>
                    <a:pt x="0" y="262128"/>
                  </a:moveTo>
                  <a:lnTo>
                    <a:pt x="4186" y="215007"/>
                  </a:lnTo>
                  <a:lnTo>
                    <a:pt x="16255" y="170658"/>
                  </a:lnTo>
                  <a:lnTo>
                    <a:pt x="35475" y="129822"/>
                  </a:lnTo>
                  <a:lnTo>
                    <a:pt x="61110" y="93237"/>
                  </a:lnTo>
                  <a:lnTo>
                    <a:pt x="92427" y="61645"/>
                  </a:lnTo>
                  <a:lnTo>
                    <a:pt x="128693" y="35785"/>
                  </a:lnTo>
                  <a:lnTo>
                    <a:pt x="169173" y="16398"/>
                  </a:lnTo>
                  <a:lnTo>
                    <a:pt x="213134" y="4222"/>
                  </a:lnTo>
                  <a:lnTo>
                    <a:pt x="259842" y="0"/>
                  </a:lnTo>
                  <a:lnTo>
                    <a:pt x="306549" y="4222"/>
                  </a:lnTo>
                  <a:lnTo>
                    <a:pt x="350510" y="16398"/>
                  </a:lnTo>
                  <a:lnTo>
                    <a:pt x="390990" y="35785"/>
                  </a:lnTo>
                  <a:lnTo>
                    <a:pt x="427256" y="61645"/>
                  </a:lnTo>
                  <a:lnTo>
                    <a:pt x="458573" y="93237"/>
                  </a:lnTo>
                  <a:lnTo>
                    <a:pt x="484208" y="129822"/>
                  </a:lnTo>
                  <a:lnTo>
                    <a:pt x="503428" y="170658"/>
                  </a:lnTo>
                  <a:lnTo>
                    <a:pt x="515497" y="215007"/>
                  </a:lnTo>
                  <a:lnTo>
                    <a:pt x="519684" y="262128"/>
                  </a:lnTo>
                  <a:lnTo>
                    <a:pt x="515497" y="309248"/>
                  </a:lnTo>
                  <a:lnTo>
                    <a:pt x="503428" y="353597"/>
                  </a:lnTo>
                  <a:lnTo>
                    <a:pt x="484208" y="394433"/>
                  </a:lnTo>
                  <a:lnTo>
                    <a:pt x="458573" y="431018"/>
                  </a:lnTo>
                  <a:lnTo>
                    <a:pt x="427256" y="462610"/>
                  </a:lnTo>
                  <a:lnTo>
                    <a:pt x="390990" y="488470"/>
                  </a:lnTo>
                  <a:lnTo>
                    <a:pt x="350510" y="507857"/>
                  </a:lnTo>
                  <a:lnTo>
                    <a:pt x="306549" y="520033"/>
                  </a:lnTo>
                  <a:lnTo>
                    <a:pt x="259842" y="524256"/>
                  </a:lnTo>
                  <a:lnTo>
                    <a:pt x="213134" y="520033"/>
                  </a:lnTo>
                  <a:lnTo>
                    <a:pt x="169173" y="507857"/>
                  </a:lnTo>
                  <a:lnTo>
                    <a:pt x="128693" y="488470"/>
                  </a:lnTo>
                  <a:lnTo>
                    <a:pt x="92427" y="462610"/>
                  </a:lnTo>
                  <a:lnTo>
                    <a:pt x="61110" y="431018"/>
                  </a:lnTo>
                  <a:lnTo>
                    <a:pt x="35475" y="394433"/>
                  </a:lnTo>
                  <a:lnTo>
                    <a:pt x="16256" y="353597"/>
                  </a:lnTo>
                  <a:lnTo>
                    <a:pt x="4186" y="309248"/>
                  </a:lnTo>
                  <a:lnTo>
                    <a:pt x="0" y="26212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799331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4" h="524510">
                  <a:moveTo>
                    <a:pt x="259841" y="0"/>
                  </a:moveTo>
                  <a:lnTo>
                    <a:pt x="213134" y="4222"/>
                  </a:lnTo>
                  <a:lnTo>
                    <a:pt x="169173" y="16398"/>
                  </a:lnTo>
                  <a:lnTo>
                    <a:pt x="128693" y="35785"/>
                  </a:lnTo>
                  <a:lnTo>
                    <a:pt x="92427" y="61645"/>
                  </a:lnTo>
                  <a:lnTo>
                    <a:pt x="61110" y="93237"/>
                  </a:lnTo>
                  <a:lnTo>
                    <a:pt x="35475" y="129822"/>
                  </a:lnTo>
                  <a:lnTo>
                    <a:pt x="16255" y="170658"/>
                  </a:lnTo>
                  <a:lnTo>
                    <a:pt x="4186" y="215007"/>
                  </a:lnTo>
                  <a:lnTo>
                    <a:pt x="0" y="262128"/>
                  </a:lnTo>
                  <a:lnTo>
                    <a:pt x="4186" y="309248"/>
                  </a:lnTo>
                  <a:lnTo>
                    <a:pt x="16255" y="353597"/>
                  </a:lnTo>
                  <a:lnTo>
                    <a:pt x="35475" y="394433"/>
                  </a:lnTo>
                  <a:lnTo>
                    <a:pt x="61110" y="431018"/>
                  </a:lnTo>
                  <a:lnTo>
                    <a:pt x="92427" y="462610"/>
                  </a:lnTo>
                  <a:lnTo>
                    <a:pt x="128693" y="488470"/>
                  </a:lnTo>
                  <a:lnTo>
                    <a:pt x="169173" y="507857"/>
                  </a:lnTo>
                  <a:lnTo>
                    <a:pt x="213134" y="520033"/>
                  </a:lnTo>
                  <a:lnTo>
                    <a:pt x="259841" y="524256"/>
                  </a:lnTo>
                  <a:lnTo>
                    <a:pt x="306549" y="520033"/>
                  </a:lnTo>
                  <a:lnTo>
                    <a:pt x="350510" y="507857"/>
                  </a:lnTo>
                  <a:lnTo>
                    <a:pt x="390990" y="488470"/>
                  </a:lnTo>
                  <a:lnTo>
                    <a:pt x="427256" y="462610"/>
                  </a:lnTo>
                  <a:lnTo>
                    <a:pt x="458573" y="431018"/>
                  </a:lnTo>
                  <a:lnTo>
                    <a:pt x="484208" y="394433"/>
                  </a:lnTo>
                  <a:lnTo>
                    <a:pt x="503427" y="353597"/>
                  </a:lnTo>
                  <a:lnTo>
                    <a:pt x="515497" y="309248"/>
                  </a:lnTo>
                  <a:lnTo>
                    <a:pt x="519683" y="262128"/>
                  </a:lnTo>
                  <a:lnTo>
                    <a:pt x="515497" y="215007"/>
                  </a:lnTo>
                  <a:lnTo>
                    <a:pt x="503428" y="170658"/>
                  </a:lnTo>
                  <a:lnTo>
                    <a:pt x="484208" y="129822"/>
                  </a:lnTo>
                  <a:lnTo>
                    <a:pt x="458573" y="93237"/>
                  </a:lnTo>
                  <a:lnTo>
                    <a:pt x="427256" y="61645"/>
                  </a:lnTo>
                  <a:lnTo>
                    <a:pt x="390990" y="35785"/>
                  </a:lnTo>
                  <a:lnTo>
                    <a:pt x="350510" y="16398"/>
                  </a:lnTo>
                  <a:lnTo>
                    <a:pt x="306549" y="4222"/>
                  </a:lnTo>
                  <a:lnTo>
                    <a:pt x="259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799331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4" h="524510">
                  <a:moveTo>
                    <a:pt x="0" y="262128"/>
                  </a:moveTo>
                  <a:lnTo>
                    <a:pt x="4186" y="215007"/>
                  </a:lnTo>
                  <a:lnTo>
                    <a:pt x="16255" y="170658"/>
                  </a:lnTo>
                  <a:lnTo>
                    <a:pt x="35475" y="129822"/>
                  </a:lnTo>
                  <a:lnTo>
                    <a:pt x="61110" y="93237"/>
                  </a:lnTo>
                  <a:lnTo>
                    <a:pt x="92427" y="61645"/>
                  </a:lnTo>
                  <a:lnTo>
                    <a:pt x="128693" y="35785"/>
                  </a:lnTo>
                  <a:lnTo>
                    <a:pt x="169173" y="16398"/>
                  </a:lnTo>
                  <a:lnTo>
                    <a:pt x="213134" y="4222"/>
                  </a:lnTo>
                  <a:lnTo>
                    <a:pt x="259841" y="0"/>
                  </a:lnTo>
                  <a:lnTo>
                    <a:pt x="306549" y="4222"/>
                  </a:lnTo>
                  <a:lnTo>
                    <a:pt x="350510" y="16398"/>
                  </a:lnTo>
                  <a:lnTo>
                    <a:pt x="390990" y="35785"/>
                  </a:lnTo>
                  <a:lnTo>
                    <a:pt x="427256" y="61645"/>
                  </a:lnTo>
                  <a:lnTo>
                    <a:pt x="458573" y="93237"/>
                  </a:lnTo>
                  <a:lnTo>
                    <a:pt x="484208" y="129822"/>
                  </a:lnTo>
                  <a:lnTo>
                    <a:pt x="503428" y="170658"/>
                  </a:lnTo>
                  <a:lnTo>
                    <a:pt x="515497" y="215007"/>
                  </a:lnTo>
                  <a:lnTo>
                    <a:pt x="519683" y="262128"/>
                  </a:lnTo>
                  <a:lnTo>
                    <a:pt x="515497" y="309248"/>
                  </a:lnTo>
                  <a:lnTo>
                    <a:pt x="503427" y="353597"/>
                  </a:lnTo>
                  <a:lnTo>
                    <a:pt x="484208" y="394433"/>
                  </a:lnTo>
                  <a:lnTo>
                    <a:pt x="458573" y="431018"/>
                  </a:lnTo>
                  <a:lnTo>
                    <a:pt x="427256" y="462610"/>
                  </a:lnTo>
                  <a:lnTo>
                    <a:pt x="390990" y="488470"/>
                  </a:lnTo>
                  <a:lnTo>
                    <a:pt x="350510" y="507857"/>
                  </a:lnTo>
                  <a:lnTo>
                    <a:pt x="306549" y="520033"/>
                  </a:lnTo>
                  <a:lnTo>
                    <a:pt x="259841" y="524256"/>
                  </a:lnTo>
                  <a:lnTo>
                    <a:pt x="213134" y="520033"/>
                  </a:lnTo>
                  <a:lnTo>
                    <a:pt x="169173" y="507857"/>
                  </a:lnTo>
                  <a:lnTo>
                    <a:pt x="128693" y="488470"/>
                  </a:lnTo>
                  <a:lnTo>
                    <a:pt x="92427" y="462610"/>
                  </a:lnTo>
                  <a:lnTo>
                    <a:pt x="61110" y="431018"/>
                  </a:lnTo>
                  <a:lnTo>
                    <a:pt x="35475" y="394433"/>
                  </a:lnTo>
                  <a:lnTo>
                    <a:pt x="16255" y="353597"/>
                  </a:lnTo>
                  <a:lnTo>
                    <a:pt x="4186" y="309248"/>
                  </a:lnTo>
                  <a:lnTo>
                    <a:pt x="0" y="262128"/>
                  </a:lnTo>
                  <a:close/>
                </a:path>
                <a:path w="520064" h="524510">
                  <a:moveTo>
                    <a:pt x="36575" y="261366"/>
                  </a:moveTo>
                  <a:lnTo>
                    <a:pt x="41111" y="216046"/>
                  </a:lnTo>
                  <a:lnTo>
                    <a:pt x="54119" y="173843"/>
                  </a:lnTo>
                  <a:lnTo>
                    <a:pt x="74703" y="135658"/>
                  </a:lnTo>
                  <a:lnTo>
                    <a:pt x="101965" y="102393"/>
                  </a:lnTo>
                  <a:lnTo>
                    <a:pt x="135007" y="74951"/>
                  </a:lnTo>
                  <a:lnTo>
                    <a:pt x="172932" y="54232"/>
                  </a:lnTo>
                  <a:lnTo>
                    <a:pt x="214843" y="41140"/>
                  </a:lnTo>
                  <a:lnTo>
                    <a:pt x="259841" y="36576"/>
                  </a:lnTo>
                  <a:lnTo>
                    <a:pt x="304840" y="41140"/>
                  </a:lnTo>
                  <a:lnTo>
                    <a:pt x="346751" y="54232"/>
                  </a:lnTo>
                  <a:lnTo>
                    <a:pt x="384676" y="74951"/>
                  </a:lnTo>
                  <a:lnTo>
                    <a:pt x="417718" y="102393"/>
                  </a:lnTo>
                  <a:lnTo>
                    <a:pt x="444980" y="135658"/>
                  </a:lnTo>
                  <a:lnTo>
                    <a:pt x="465564" y="173843"/>
                  </a:lnTo>
                  <a:lnTo>
                    <a:pt x="478572" y="216046"/>
                  </a:lnTo>
                  <a:lnTo>
                    <a:pt x="483107" y="261366"/>
                  </a:lnTo>
                  <a:lnTo>
                    <a:pt x="478572" y="306685"/>
                  </a:lnTo>
                  <a:lnTo>
                    <a:pt x="465564" y="348888"/>
                  </a:lnTo>
                  <a:lnTo>
                    <a:pt x="444980" y="387073"/>
                  </a:lnTo>
                  <a:lnTo>
                    <a:pt x="417718" y="420338"/>
                  </a:lnTo>
                  <a:lnTo>
                    <a:pt x="384676" y="447780"/>
                  </a:lnTo>
                  <a:lnTo>
                    <a:pt x="346751" y="468499"/>
                  </a:lnTo>
                  <a:lnTo>
                    <a:pt x="304840" y="481591"/>
                  </a:lnTo>
                  <a:lnTo>
                    <a:pt x="259841" y="486156"/>
                  </a:lnTo>
                  <a:lnTo>
                    <a:pt x="214843" y="481591"/>
                  </a:lnTo>
                  <a:lnTo>
                    <a:pt x="172932" y="468499"/>
                  </a:lnTo>
                  <a:lnTo>
                    <a:pt x="135007" y="447780"/>
                  </a:lnTo>
                  <a:lnTo>
                    <a:pt x="101965" y="420338"/>
                  </a:lnTo>
                  <a:lnTo>
                    <a:pt x="74703" y="387073"/>
                  </a:lnTo>
                  <a:lnTo>
                    <a:pt x="54119" y="348888"/>
                  </a:lnTo>
                  <a:lnTo>
                    <a:pt x="41111" y="306685"/>
                  </a:lnTo>
                  <a:lnTo>
                    <a:pt x="36575" y="26136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495294" y="4561712"/>
              <a:ext cx="380365" cy="835660"/>
            </a:xfrm>
            <a:custGeom>
              <a:avLst/>
              <a:gdLst/>
              <a:ahLst/>
              <a:cxnLst/>
              <a:rect l="l" t="t" r="r" b="b"/>
              <a:pathLst>
                <a:path w="380364" h="835660">
                  <a:moveTo>
                    <a:pt x="304800" y="417957"/>
                  </a:moveTo>
                  <a:lnTo>
                    <a:pt x="285750" y="408432"/>
                  </a:lnTo>
                  <a:lnTo>
                    <a:pt x="228600" y="379857"/>
                  </a:lnTo>
                  <a:lnTo>
                    <a:pt x="228600" y="408432"/>
                  </a:lnTo>
                  <a:lnTo>
                    <a:pt x="0" y="408432"/>
                  </a:lnTo>
                  <a:lnTo>
                    <a:pt x="0" y="427482"/>
                  </a:lnTo>
                  <a:lnTo>
                    <a:pt x="228600" y="427482"/>
                  </a:lnTo>
                  <a:lnTo>
                    <a:pt x="228600" y="456057"/>
                  </a:lnTo>
                  <a:lnTo>
                    <a:pt x="285750" y="427482"/>
                  </a:lnTo>
                  <a:lnTo>
                    <a:pt x="304800" y="417957"/>
                  </a:lnTo>
                  <a:close/>
                </a:path>
                <a:path w="380364" h="835660">
                  <a:moveTo>
                    <a:pt x="380238" y="602361"/>
                  </a:moveTo>
                  <a:lnTo>
                    <a:pt x="295783" y="612775"/>
                  </a:lnTo>
                  <a:lnTo>
                    <a:pt x="311505" y="636549"/>
                  </a:lnTo>
                  <a:lnTo>
                    <a:pt x="35941" y="819404"/>
                  </a:lnTo>
                  <a:lnTo>
                    <a:pt x="46355" y="835279"/>
                  </a:lnTo>
                  <a:lnTo>
                    <a:pt x="322033" y="652437"/>
                  </a:lnTo>
                  <a:lnTo>
                    <a:pt x="337820" y="676275"/>
                  </a:lnTo>
                  <a:lnTo>
                    <a:pt x="364629" y="629539"/>
                  </a:lnTo>
                  <a:lnTo>
                    <a:pt x="380238" y="602361"/>
                  </a:lnTo>
                  <a:close/>
                </a:path>
                <a:path w="380364" h="835660">
                  <a:moveTo>
                    <a:pt x="380238" y="232918"/>
                  </a:moveTo>
                  <a:lnTo>
                    <a:pt x="364604" y="205740"/>
                  </a:lnTo>
                  <a:lnTo>
                    <a:pt x="337820" y="159131"/>
                  </a:lnTo>
                  <a:lnTo>
                    <a:pt x="322059" y="182867"/>
                  </a:lnTo>
                  <a:lnTo>
                    <a:pt x="46355" y="0"/>
                  </a:lnTo>
                  <a:lnTo>
                    <a:pt x="35941" y="15875"/>
                  </a:lnTo>
                  <a:lnTo>
                    <a:pt x="311518" y="198742"/>
                  </a:lnTo>
                  <a:lnTo>
                    <a:pt x="295656" y="222631"/>
                  </a:lnTo>
                  <a:lnTo>
                    <a:pt x="380238" y="2329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058924" y="4183379"/>
              <a:ext cx="426720" cy="447040"/>
            </a:xfrm>
            <a:custGeom>
              <a:avLst/>
              <a:gdLst/>
              <a:ahLst/>
              <a:cxnLst/>
              <a:rect l="l" t="t" r="r" b="b"/>
              <a:pathLst>
                <a:path w="426719" h="447039">
                  <a:moveTo>
                    <a:pt x="213359" y="0"/>
                  </a:moveTo>
                  <a:lnTo>
                    <a:pt x="164432" y="5896"/>
                  </a:lnTo>
                  <a:lnTo>
                    <a:pt x="119520" y="22691"/>
                  </a:lnTo>
                  <a:lnTo>
                    <a:pt x="79905" y="49045"/>
                  </a:lnTo>
                  <a:lnTo>
                    <a:pt x="46866" y="83620"/>
                  </a:lnTo>
                  <a:lnTo>
                    <a:pt x="21682" y="125074"/>
                  </a:lnTo>
                  <a:lnTo>
                    <a:pt x="5633" y="172069"/>
                  </a:lnTo>
                  <a:lnTo>
                    <a:pt x="0" y="223266"/>
                  </a:lnTo>
                  <a:lnTo>
                    <a:pt x="5633" y="274462"/>
                  </a:lnTo>
                  <a:lnTo>
                    <a:pt x="21682" y="321457"/>
                  </a:lnTo>
                  <a:lnTo>
                    <a:pt x="46866" y="362911"/>
                  </a:lnTo>
                  <a:lnTo>
                    <a:pt x="79905" y="397486"/>
                  </a:lnTo>
                  <a:lnTo>
                    <a:pt x="119520" y="423840"/>
                  </a:lnTo>
                  <a:lnTo>
                    <a:pt x="164432" y="440635"/>
                  </a:lnTo>
                  <a:lnTo>
                    <a:pt x="213359" y="446532"/>
                  </a:lnTo>
                  <a:lnTo>
                    <a:pt x="262287" y="440635"/>
                  </a:lnTo>
                  <a:lnTo>
                    <a:pt x="307199" y="423840"/>
                  </a:lnTo>
                  <a:lnTo>
                    <a:pt x="346814" y="397486"/>
                  </a:lnTo>
                  <a:lnTo>
                    <a:pt x="379853" y="362911"/>
                  </a:lnTo>
                  <a:lnTo>
                    <a:pt x="405037" y="321457"/>
                  </a:lnTo>
                  <a:lnTo>
                    <a:pt x="421086" y="274462"/>
                  </a:lnTo>
                  <a:lnTo>
                    <a:pt x="426719" y="223266"/>
                  </a:lnTo>
                  <a:lnTo>
                    <a:pt x="421086" y="172069"/>
                  </a:lnTo>
                  <a:lnTo>
                    <a:pt x="405037" y="125074"/>
                  </a:lnTo>
                  <a:lnTo>
                    <a:pt x="379853" y="83620"/>
                  </a:lnTo>
                  <a:lnTo>
                    <a:pt x="346814" y="49045"/>
                  </a:lnTo>
                  <a:lnTo>
                    <a:pt x="307199" y="22691"/>
                  </a:lnTo>
                  <a:lnTo>
                    <a:pt x="262287" y="5896"/>
                  </a:lnTo>
                  <a:lnTo>
                    <a:pt x="213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058924" y="4183379"/>
              <a:ext cx="426720" cy="447040"/>
            </a:xfrm>
            <a:custGeom>
              <a:avLst/>
              <a:gdLst/>
              <a:ahLst/>
              <a:cxnLst/>
              <a:rect l="l" t="t" r="r" b="b"/>
              <a:pathLst>
                <a:path w="426719" h="447039">
                  <a:moveTo>
                    <a:pt x="0" y="223266"/>
                  </a:moveTo>
                  <a:lnTo>
                    <a:pt x="5633" y="172069"/>
                  </a:lnTo>
                  <a:lnTo>
                    <a:pt x="21682" y="125074"/>
                  </a:lnTo>
                  <a:lnTo>
                    <a:pt x="46866" y="83620"/>
                  </a:lnTo>
                  <a:lnTo>
                    <a:pt x="79905" y="49045"/>
                  </a:lnTo>
                  <a:lnTo>
                    <a:pt x="119520" y="22691"/>
                  </a:lnTo>
                  <a:lnTo>
                    <a:pt x="164432" y="5896"/>
                  </a:lnTo>
                  <a:lnTo>
                    <a:pt x="213359" y="0"/>
                  </a:lnTo>
                  <a:lnTo>
                    <a:pt x="262287" y="5896"/>
                  </a:lnTo>
                  <a:lnTo>
                    <a:pt x="307199" y="22691"/>
                  </a:lnTo>
                  <a:lnTo>
                    <a:pt x="346814" y="49045"/>
                  </a:lnTo>
                  <a:lnTo>
                    <a:pt x="379853" y="83620"/>
                  </a:lnTo>
                  <a:lnTo>
                    <a:pt x="405037" y="125074"/>
                  </a:lnTo>
                  <a:lnTo>
                    <a:pt x="421086" y="172069"/>
                  </a:lnTo>
                  <a:lnTo>
                    <a:pt x="426719" y="223266"/>
                  </a:lnTo>
                  <a:lnTo>
                    <a:pt x="421086" y="274462"/>
                  </a:lnTo>
                  <a:lnTo>
                    <a:pt x="405037" y="321457"/>
                  </a:lnTo>
                  <a:lnTo>
                    <a:pt x="379853" y="362911"/>
                  </a:lnTo>
                  <a:lnTo>
                    <a:pt x="346814" y="397486"/>
                  </a:lnTo>
                  <a:lnTo>
                    <a:pt x="307199" y="423840"/>
                  </a:lnTo>
                  <a:lnTo>
                    <a:pt x="262287" y="440635"/>
                  </a:lnTo>
                  <a:lnTo>
                    <a:pt x="213359" y="446532"/>
                  </a:lnTo>
                  <a:lnTo>
                    <a:pt x="164432" y="440635"/>
                  </a:lnTo>
                  <a:lnTo>
                    <a:pt x="119520" y="423840"/>
                  </a:lnTo>
                  <a:lnTo>
                    <a:pt x="79905" y="397486"/>
                  </a:lnTo>
                  <a:lnTo>
                    <a:pt x="46866" y="362911"/>
                  </a:lnTo>
                  <a:lnTo>
                    <a:pt x="21682" y="321457"/>
                  </a:lnTo>
                  <a:lnTo>
                    <a:pt x="5633" y="274462"/>
                  </a:lnTo>
                  <a:lnTo>
                    <a:pt x="0" y="223266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69442" y="2825556"/>
            <a:ext cx="7870190" cy="915035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35"/>
              </a:spcBef>
              <a:tabLst>
                <a:tab pos="5434965" algn="l"/>
                <a:tab pos="6346190" algn="l"/>
              </a:tabLst>
            </a:pP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IDEA</a:t>
            </a:r>
            <a:r>
              <a:rPr dirty="0" sz="2400" spc="-10">
                <a:latin typeface="Franklin Gothic Medium"/>
                <a:cs typeface="Franklin Gothic Medium"/>
              </a:rPr>
              <a:t>: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Convert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>
                <a:latin typeface="Franklin Gothic Medium"/>
                <a:cs typeface="Franklin Gothic Medium"/>
              </a:rPr>
              <a:t>-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60">
                <a:latin typeface="Franklin Gothic Medium"/>
                <a:cs typeface="Franklin Gothic Medium"/>
              </a:rPr>
              <a:t>GNFA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equivalent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 spc="6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−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>
                <a:latin typeface="Franklin Gothic Medium"/>
                <a:cs typeface="Franklin Gothic Medium"/>
              </a:rPr>
              <a:t>-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GNFA</a:t>
            </a:r>
            <a:endParaRPr sz="2400">
              <a:latin typeface="Franklin Gothic Medium"/>
              <a:cs typeface="Franklin Gothic Medium"/>
            </a:endParaRPr>
          </a:p>
          <a:p>
            <a:pPr algn="ctr" marL="273685">
              <a:lnSpc>
                <a:spcPct val="100000"/>
              </a:lnSpc>
              <a:spcBef>
                <a:spcPts val="785"/>
              </a:spcBef>
              <a:tabLst>
                <a:tab pos="4949190" algn="l"/>
              </a:tabLst>
            </a:pPr>
            <a:r>
              <a:rPr dirty="0" sz="2000">
                <a:latin typeface="Cambria Math"/>
                <a:cs typeface="Cambria Math"/>
              </a:rPr>
              <a:t>𝑘</a:t>
            </a:r>
            <a:r>
              <a:rPr dirty="0" sz="2000" spc="110">
                <a:latin typeface="Cambria Math"/>
                <a:cs typeface="Cambria Math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states</a:t>
            </a:r>
            <a:r>
              <a:rPr dirty="0" sz="2000">
                <a:latin typeface="Franklin Gothic Medium"/>
                <a:cs typeface="Franklin Gothic Medium"/>
              </a:rPr>
              <a:t>	</a:t>
            </a:r>
            <a:r>
              <a:rPr dirty="0" sz="2000">
                <a:latin typeface="Cambria Math"/>
                <a:cs typeface="Cambria Math"/>
              </a:rPr>
              <a:t>𝑘</a:t>
            </a:r>
            <a:r>
              <a:rPr dirty="0" sz="2000" spc="5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-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1</a:t>
            </a:r>
            <a:r>
              <a:rPr dirty="0" sz="2000" spc="45">
                <a:latin typeface="Cambria Math"/>
                <a:cs typeface="Cambria Math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states</a:t>
            </a:r>
            <a:endParaRPr sz="2000">
              <a:latin typeface="Franklin Gothic Medium"/>
              <a:cs typeface="Franklin Gothic Medium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4434649" y="4821745"/>
            <a:ext cx="412115" cy="314325"/>
            <a:chOff x="4434649" y="4821745"/>
            <a:chExt cx="412115" cy="314325"/>
          </a:xfrm>
        </p:grpSpPr>
        <p:sp>
          <p:nvSpPr>
            <p:cNvPr id="23" name="object 23" descr=""/>
            <p:cNvSpPr/>
            <p:nvPr/>
          </p:nvSpPr>
          <p:spPr>
            <a:xfrm>
              <a:off x="4439411" y="4826508"/>
              <a:ext cx="402590" cy="304800"/>
            </a:xfrm>
            <a:custGeom>
              <a:avLst/>
              <a:gdLst/>
              <a:ahLst/>
              <a:cxnLst/>
              <a:rect l="l" t="t" r="r" b="b"/>
              <a:pathLst>
                <a:path w="402589" h="304800">
                  <a:moveTo>
                    <a:pt x="249936" y="0"/>
                  </a:moveTo>
                  <a:lnTo>
                    <a:pt x="249936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249936" y="228600"/>
                  </a:lnTo>
                  <a:lnTo>
                    <a:pt x="249936" y="304800"/>
                  </a:lnTo>
                  <a:lnTo>
                    <a:pt x="402336" y="152400"/>
                  </a:lnTo>
                  <a:lnTo>
                    <a:pt x="2499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439411" y="4826508"/>
              <a:ext cx="402590" cy="304800"/>
            </a:xfrm>
            <a:custGeom>
              <a:avLst/>
              <a:gdLst/>
              <a:ahLst/>
              <a:cxnLst/>
              <a:rect l="l" t="t" r="r" b="b"/>
              <a:pathLst>
                <a:path w="402589" h="304800">
                  <a:moveTo>
                    <a:pt x="0" y="76200"/>
                  </a:moveTo>
                  <a:lnTo>
                    <a:pt x="249936" y="76200"/>
                  </a:lnTo>
                  <a:lnTo>
                    <a:pt x="249936" y="0"/>
                  </a:lnTo>
                  <a:lnTo>
                    <a:pt x="402336" y="152400"/>
                  </a:lnTo>
                  <a:lnTo>
                    <a:pt x="249936" y="304800"/>
                  </a:lnTo>
                  <a:lnTo>
                    <a:pt x="249936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4998465" y="3817620"/>
            <a:ext cx="4161154" cy="2292350"/>
            <a:chOff x="4998465" y="3817620"/>
            <a:chExt cx="4161154" cy="2292350"/>
          </a:xfrm>
        </p:grpSpPr>
        <p:sp>
          <p:nvSpPr>
            <p:cNvPr id="26" name="object 26" descr=""/>
            <p:cNvSpPr/>
            <p:nvPr/>
          </p:nvSpPr>
          <p:spPr>
            <a:xfrm>
              <a:off x="5862827" y="3852672"/>
              <a:ext cx="2466340" cy="2251075"/>
            </a:xfrm>
            <a:custGeom>
              <a:avLst/>
              <a:gdLst/>
              <a:ahLst/>
              <a:cxnLst/>
              <a:rect l="l" t="t" r="r" b="b"/>
              <a:pathLst>
                <a:path w="2466340" h="2251075">
                  <a:moveTo>
                    <a:pt x="2090674" y="0"/>
                  </a:moveTo>
                  <a:lnTo>
                    <a:pt x="375158" y="0"/>
                  </a:lnTo>
                  <a:lnTo>
                    <a:pt x="328110" y="2923"/>
                  </a:lnTo>
                  <a:lnTo>
                    <a:pt x="282803" y="11461"/>
                  </a:lnTo>
                  <a:lnTo>
                    <a:pt x="239588" y="25259"/>
                  </a:lnTo>
                  <a:lnTo>
                    <a:pt x="198819" y="43966"/>
                  </a:lnTo>
                  <a:lnTo>
                    <a:pt x="160847" y="67231"/>
                  </a:lnTo>
                  <a:lnTo>
                    <a:pt x="126023" y="94700"/>
                  </a:lnTo>
                  <a:lnTo>
                    <a:pt x="94700" y="126023"/>
                  </a:lnTo>
                  <a:lnTo>
                    <a:pt x="67231" y="160847"/>
                  </a:lnTo>
                  <a:lnTo>
                    <a:pt x="43966" y="198819"/>
                  </a:lnTo>
                  <a:lnTo>
                    <a:pt x="25259" y="239588"/>
                  </a:lnTo>
                  <a:lnTo>
                    <a:pt x="11461" y="282803"/>
                  </a:lnTo>
                  <a:lnTo>
                    <a:pt x="2923" y="328110"/>
                  </a:lnTo>
                  <a:lnTo>
                    <a:pt x="0" y="375157"/>
                  </a:lnTo>
                  <a:lnTo>
                    <a:pt x="0" y="1875777"/>
                  </a:lnTo>
                  <a:lnTo>
                    <a:pt x="2923" y="1922837"/>
                  </a:lnTo>
                  <a:lnTo>
                    <a:pt x="11461" y="1968153"/>
                  </a:lnTo>
                  <a:lnTo>
                    <a:pt x="25259" y="2011374"/>
                  </a:lnTo>
                  <a:lnTo>
                    <a:pt x="43966" y="2052146"/>
                  </a:lnTo>
                  <a:lnTo>
                    <a:pt x="67231" y="2090120"/>
                  </a:lnTo>
                  <a:lnTo>
                    <a:pt x="94700" y="2124942"/>
                  </a:lnTo>
                  <a:lnTo>
                    <a:pt x="126023" y="2156263"/>
                  </a:lnTo>
                  <a:lnTo>
                    <a:pt x="160847" y="2183729"/>
                  </a:lnTo>
                  <a:lnTo>
                    <a:pt x="198819" y="2206990"/>
                  </a:lnTo>
                  <a:lnTo>
                    <a:pt x="239588" y="2225694"/>
                  </a:lnTo>
                  <a:lnTo>
                    <a:pt x="282803" y="2239489"/>
                  </a:lnTo>
                  <a:lnTo>
                    <a:pt x="328110" y="2248024"/>
                  </a:lnTo>
                  <a:lnTo>
                    <a:pt x="375158" y="2250947"/>
                  </a:lnTo>
                  <a:lnTo>
                    <a:pt x="2090674" y="2250947"/>
                  </a:lnTo>
                  <a:lnTo>
                    <a:pt x="2137721" y="2248024"/>
                  </a:lnTo>
                  <a:lnTo>
                    <a:pt x="2183028" y="2239489"/>
                  </a:lnTo>
                  <a:lnTo>
                    <a:pt x="2226243" y="2225694"/>
                  </a:lnTo>
                  <a:lnTo>
                    <a:pt x="2267012" y="2206990"/>
                  </a:lnTo>
                  <a:lnTo>
                    <a:pt x="2304984" y="2183729"/>
                  </a:lnTo>
                  <a:lnTo>
                    <a:pt x="2339808" y="2156263"/>
                  </a:lnTo>
                  <a:lnTo>
                    <a:pt x="2371131" y="2124942"/>
                  </a:lnTo>
                  <a:lnTo>
                    <a:pt x="2398600" y="2090120"/>
                  </a:lnTo>
                  <a:lnTo>
                    <a:pt x="2421865" y="2052146"/>
                  </a:lnTo>
                  <a:lnTo>
                    <a:pt x="2440572" y="2011374"/>
                  </a:lnTo>
                  <a:lnTo>
                    <a:pt x="2454370" y="1968153"/>
                  </a:lnTo>
                  <a:lnTo>
                    <a:pt x="2462908" y="1922837"/>
                  </a:lnTo>
                  <a:lnTo>
                    <a:pt x="2465831" y="1875777"/>
                  </a:lnTo>
                  <a:lnTo>
                    <a:pt x="2465831" y="375157"/>
                  </a:lnTo>
                  <a:lnTo>
                    <a:pt x="2462908" y="328110"/>
                  </a:lnTo>
                  <a:lnTo>
                    <a:pt x="2454370" y="282803"/>
                  </a:lnTo>
                  <a:lnTo>
                    <a:pt x="2440572" y="239588"/>
                  </a:lnTo>
                  <a:lnTo>
                    <a:pt x="2421865" y="198819"/>
                  </a:lnTo>
                  <a:lnTo>
                    <a:pt x="2398600" y="160847"/>
                  </a:lnTo>
                  <a:lnTo>
                    <a:pt x="2371131" y="126023"/>
                  </a:lnTo>
                  <a:lnTo>
                    <a:pt x="2339808" y="94700"/>
                  </a:lnTo>
                  <a:lnTo>
                    <a:pt x="2304984" y="67231"/>
                  </a:lnTo>
                  <a:lnTo>
                    <a:pt x="2267012" y="43966"/>
                  </a:lnTo>
                  <a:lnTo>
                    <a:pt x="2226243" y="25259"/>
                  </a:lnTo>
                  <a:lnTo>
                    <a:pt x="2183028" y="11461"/>
                  </a:lnTo>
                  <a:lnTo>
                    <a:pt x="2137721" y="2923"/>
                  </a:lnTo>
                  <a:lnTo>
                    <a:pt x="209067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862827" y="3852672"/>
              <a:ext cx="2466340" cy="2251075"/>
            </a:xfrm>
            <a:custGeom>
              <a:avLst/>
              <a:gdLst/>
              <a:ahLst/>
              <a:cxnLst/>
              <a:rect l="l" t="t" r="r" b="b"/>
              <a:pathLst>
                <a:path w="2466340" h="2251075">
                  <a:moveTo>
                    <a:pt x="0" y="375157"/>
                  </a:moveTo>
                  <a:lnTo>
                    <a:pt x="2923" y="328110"/>
                  </a:lnTo>
                  <a:lnTo>
                    <a:pt x="11461" y="282803"/>
                  </a:lnTo>
                  <a:lnTo>
                    <a:pt x="25259" y="239588"/>
                  </a:lnTo>
                  <a:lnTo>
                    <a:pt x="43966" y="198819"/>
                  </a:lnTo>
                  <a:lnTo>
                    <a:pt x="67231" y="160847"/>
                  </a:lnTo>
                  <a:lnTo>
                    <a:pt x="94700" y="126023"/>
                  </a:lnTo>
                  <a:lnTo>
                    <a:pt x="126023" y="94700"/>
                  </a:lnTo>
                  <a:lnTo>
                    <a:pt x="160847" y="67231"/>
                  </a:lnTo>
                  <a:lnTo>
                    <a:pt x="198819" y="43966"/>
                  </a:lnTo>
                  <a:lnTo>
                    <a:pt x="239588" y="25259"/>
                  </a:lnTo>
                  <a:lnTo>
                    <a:pt x="282803" y="11461"/>
                  </a:lnTo>
                  <a:lnTo>
                    <a:pt x="328110" y="2923"/>
                  </a:lnTo>
                  <a:lnTo>
                    <a:pt x="375158" y="0"/>
                  </a:lnTo>
                  <a:lnTo>
                    <a:pt x="2090674" y="0"/>
                  </a:lnTo>
                  <a:lnTo>
                    <a:pt x="2137721" y="2923"/>
                  </a:lnTo>
                  <a:lnTo>
                    <a:pt x="2183028" y="11461"/>
                  </a:lnTo>
                  <a:lnTo>
                    <a:pt x="2226243" y="25259"/>
                  </a:lnTo>
                  <a:lnTo>
                    <a:pt x="2267012" y="43966"/>
                  </a:lnTo>
                  <a:lnTo>
                    <a:pt x="2304984" y="67231"/>
                  </a:lnTo>
                  <a:lnTo>
                    <a:pt x="2339808" y="94700"/>
                  </a:lnTo>
                  <a:lnTo>
                    <a:pt x="2371131" y="126023"/>
                  </a:lnTo>
                  <a:lnTo>
                    <a:pt x="2398600" y="160847"/>
                  </a:lnTo>
                  <a:lnTo>
                    <a:pt x="2421865" y="198819"/>
                  </a:lnTo>
                  <a:lnTo>
                    <a:pt x="2440572" y="239588"/>
                  </a:lnTo>
                  <a:lnTo>
                    <a:pt x="2454370" y="282803"/>
                  </a:lnTo>
                  <a:lnTo>
                    <a:pt x="2462908" y="328110"/>
                  </a:lnTo>
                  <a:lnTo>
                    <a:pt x="2465831" y="375157"/>
                  </a:lnTo>
                  <a:lnTo>
                    <a:pt x="2465831" y="1875777"/>
                  </a:lnTo>
                  <a:lnTo>
                    <a:pt x="2462908" y="1922837"/>
                  </a:lnTo>
                  <a:lnTo>
                    <a:pt x="2454370" y="1968153"/>
                  </a:lnTo>
                  <a:lnTo>
                    <a:pt x="2440572" y="2011374"/>
                  </a:lnTo>
                  <a:lnTo>
                    <a:pt x="2421865" y="2052146"/>
                  </a:lnTo>
                  <a:lnTo>
                    <a:pt x="2398600" y="2090120"/>
                  </a:lnTo>
                  <a:lnTo>
                    <a:pt x="2371131" y="2124942"/>
                  </a:lnTo>
                  <a:lnTo>
                    <a:pt x="2339808" y="2156263"/>
                  </a:lnTo>
                  <a:lnTo>
                    <a:pt x="2304984" y="2183729"/>
                  </a:lnTo>
                  <a:lnTo>
                    <a:pt x="2267012" y="2206990"/>
                  </a:lnTo>
                  <a:lnTo>
                    <a:pt x="2226243" y="2225694"/>
                  </a:lnTo>
                  <a:lnTo>
                    <a:pt x="2183028" y="2239489"/>
                  </a:lnTo>
                  <a:lnTo>
                    <a:pt x="2137721" y="2248024"/>
                  </a:lnTo>
                  <a:lnTo>
                    <a:pt x="2090674" y="2250947"/>
                  </a:lnTo>
                  <a:lnTo>
                    <a:pt x="375158" y="2250947"/>
                  </a:lnTo>
                  <a:lnTo>
                    <a:pt x="328110" y="2248024"/>
                  </a:lnTo>
                  <a:lnTo>
                    <a:pt x="282803" y="2239489"/>
                  </a:lnTo>
                  <a:lnTo>
                    <a:pt x="239588" y="2225694"/>
                  </a:lnTo>
                  <a:lnTo>
                    <a:pt x="198819" y="2206990"/>
                  </a:lnTo>
                  <a:lnTo>
                    <a:pt x="160847" y="2183729"/>
                  </a:lnTo>
                  <a:lnTo>
                    <a:pt x="126023" y="2156263"/>
                  </a:lnTo>
                  <a:lnTo>
                    <a:pt x="94700" y="2124942"/>
                  </a:lnTo>
                  <a:lnTo>
                    <a:pt x="67231" y="2090120"/>
                  </a:lnTo>
                  <a:lnTo>
                    <a:pt x="43966" y="2052146"/>
                  </a:lnTo>
                  <a:lnTo>
                    <a:pt x="25259" y="2011374"/>
                  </a:lnTo>
                  <a:lnTo>
                    <a:pt x="11461" y="1968153"/>
                  </a:lnTo>
                  <a:lnTo>
                    <a:pt x="2923" y="1922837"/>
                  </a:lnTo>
                  <a:lnTo>
                    <a:pt x="0" y="1875777"/>
                  </a:lnTo>
                  <a:lnTo>
                    <a:pt x="0" y="37515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525261" y="4941570"/>
              <a:ext cx="339090" cy="76200"/>
            </a:xfrm>
            <a:custGeom>
              <a:avLst/>
              <a:gdLst/>
              <a:ahLst/>
              <a:cxnLst/>
              <a:rect l="l" t="t" r="r" b="b"/>
              <a:pathLst>
                <a:path w="339089" h="76200">
                  <a:moveTo>
                    <a:pt x="262763" y="0"/>
                  </a:moveTo>
                  <a:lnTo>
                    <a:pt x="262763" y="76199"/>
                  </a:lnTo>
                  <a:lnTo>
                    <a:pt x="319913" y="47624"/>
                  </a:lnTo>
                  <a:lnTo>
                    <a:pt x="275463" y="47624"/>
                  </a:lnTo>
                  <a:lnTo>
                    <a:pt x="275463" y="28574"/>
                  </a:lnTo>
                  <a:lnTo>
                    <a:pt x="319913" y="28574"/>
                  </a:lnTo>
                  <a:lnTo>
                    <a:pt x="262763" y="0"/>
                  </a:lnTo>
                  <a:close/>
                </a:path>
                <a:path w="339089" h="76200">
                  <a:moveTo>
                    <a:pt x="262763" y="28574"/>
                  </a:moveTo>
                  <a:lnTo>
                    <a:pt x="0" y="28574"/>
                  </a:lnTo>
                  <a:lnTo>
                    <a:pt x="0" y="47624"/>
                  </a:lnTo>
                  <a:lnTo>
                    <a:pt x="262763" y="47624"/>
                  </a:lnTo>
                  <a:lnTo>
                    <a:pt x="262763" y="28574"/>
                  </a:lnTo>
                  <a:close/>
                </a:path>
                <a:path w="339089" h="76200">
                  <a:moveTo>
                    <a:pt x="319913" y="28574"/>
                  </a:moveTo>
                  <a:lnTo>
                    <a:pt x="275463" y="28574"/>
                  </a:lnTo>
                  <a:lnTo>
                    <a:pt x="275463" y="47624"/>
                  </a:lnTo>
                  <a:lnTo>
                    <a:pt x="319913" y="47624"/>
                  </a:lnTo>
                  <a:lnTo>
                    <a:pt x="338963" y="38099"/>
                  </a:lnTo>
                  <a:lnTo>
                    <a:pt x="319913" y="285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004815" y="4716780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4" h="524510">
                  <a:moveTo>
                    <a:pt x="259842" y="0"/>
                  </a:moveTo>
                  <a:lnTo>
                    <a:pt x="213134" y="4222"/>
                  </a:lnTo>
                  <a:lnTo>
                    <a:pt x="169173" y="16398"/>
                  </a:lnTo>
                  <a:lnTo>
                    <a:pt x="128693" y="35785"/>
                  </a:lnTo>
                  <a:lnTo>
                    <a:pt x="92427" y="61645"/>
                  </a:lnTo>
                  <a:lnTo>
                    <a:pt x="61110" y="93237"/>
                  </a:lnTo>
                  <a:lnTo>
                    <a:pt x="35475" y="129822"/>
                  </a:lnTo>
                  <a:lnTo>
                    <a:pt x="16255" y="170658"/>
                  </a:lnTo>
                  <a:lnTo>
                    <a:pt x="4186" y="215007"/>
                  </a:lnTo>
                  <a:lnTo>
                    <a:pt x="0" y="262128"/>
                  </a:lnTo>
                  <a:lnTo>
                    <a:pt x="4186" y="309248"/>
                  </a:lnTo>
                  <a:lnTo>
                    <a:pt x="16255" y="353597"/>
                  </a:lnTo>
                  <a:lnTo>
                    <a:pt x="35475" y="394433"/>
                  </a:lnTo>
                  <a:lnTo>
                    <a:pt x="61110" y="431018"/>
                  </a:lnTo>
                  <a:lnTo>
                    <a:pt x="92427" y="462610"/>
                  </a:lnTo>
                  <a:lnTo>
                    <a:pt x="128693" y="488470"/>
                  </a:lnTo>
                  <a:lnTo>
                    <a:pt x="169173" y="507857"/>
                  </a:lnTo>
                  <a:lnTo>
                    <a:pt x="213134" y="520033"/>
                  </a:lnTo>
                  <a:lnTo>
                    <a:pt x="259842" y="524256"/>
                  </a:lnTo>
                  <a:lnTo>
                    <a:pt x="306549" y="520033"/>
                  </a:lnTo>
                  <a:lnTo>
                    <a:pt x="350510" y="507857"/>
                  </a:lnTo>
                  <a:lnTo>
                    <a:pt x="390990" y="488470"/>
                  </a:lnTo>
                  <a:lnTo>
                    <a:pt x="427256" y="462610"/>
                  </a:lnTo>
                  <a:lnTo>
                    <a:pt x="458573" y="431018"/>
                  </a:lnTo>
                  <a:lnTo>
                    <a:pt x="484208" y="394433"/>
                  </a:lnTo>
                  <a:lnTo>
                    <a:pt x="503428" y="353597"/>
                  </a:lnTo>
                  <a:lnTo>
                    <a:pt x="515497" y="309248"/>
                  </a:lnTo>
                  <a:lnTo>
                    <a:pt x="519684" y="262128"/>
                  </a:lnTo>
                  <a:lnTo>
                    <a:pt x="515497" y="215007"/>
                  </a:lnTo>
                  <a:lnTo>
                    <a:pt x="503428" y="170658"/>
                  </a:lnTo>
                  <a:lnTo>
                    <a:pt x="484208" y="129822"/>
                  </a:lnTo>
                  <a:lnTo>
                    <a:pt x="458573" y="93237"/>
                  </a:lnTo>
                  <a:lnTo>
                    <a:pt x="427256" y="61645"/>
                  </a:lnTo>
                  <a:lnTo>
                    <a:pt x="390990" y="35785"/>
                  </a:lnTo>
                  <a:lnTo>
                    <a:pt x="350510" y="16398"/>
                  </a:lnTo>
                  <a:lnTo>
                    <a:pt x="306549" y="4222"/>
                  </a:lnTo>
                  <a:lnTo>
                    <a:pt x="259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004815" y="4716780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4" h="524510">
                  <a:moveTo>
                    <a:pt x="0" y="262128"/>
                  </a:moveTo>
                  <a:lnTo>
                    <a:pt x="4186" y="215007"/>
                  </a:lnTo>
                  <a:lnTo>
                    <a:pt x="16255" y="170658"/>
                  </a:lnTo>
                  <a:lnTo>
                    <a:pt x="35475" y="129822"/>
                  </a:lnTo>
                  <a:lnTo>
                    <a:pt x="61110" y="93237"/>
                  </a:lnTo>
                  <a:lnTo>
                    <a:pt x="92427" y="61645"/>
                  </a:lnTo>
                  <a:lnTo>
                    <a:pt x="128693" y="35785"/>
                  </a:lnTo>
                  <a:lnTo>
                    <a:pt x="169173" y="16398"/>
                  </a:lnTo>
                  <a:lnTo>
                    <a:pt x="213134" y="4222"/>
                  </a:lnTo>
                  <a:lnTo>
                    <a:pt x="259842" y="0"/>
                  </a:lnTo>
                  <a:lnTo>
                    <a:pt x="306549" y="4222"/>
                  </a:lnTo>
                  <a:lnTo>
                    <a:pt x="350510" y="16398"/>
                  </a:lnTo>
                  <a:lnTo>
                    <a:pt x="390990" y="35785"/>
                  </a:lnTo>
                  <a:lnTo>
                    <a:pt x="427256" y="61645"/>
                  </a:lnTo>
                  <a:lnTo>
                    <a:pt x="458573" y="93237"/>
                  </a:lnTo>
                  <a:lnTo>
                    <a:pt x="484208" y="129822"/>
                  </a:lnTo>
                  <a:lnTo>
                    <a:pt x="503428" y="170658"/>
                  </a:lnTo>
                  <a:lnTo>
                    <a:pt x="515497" y="215007"/>
                  </a:lnTo>
                  <a:lnTo>
                    <a:pt x="519684" y="262128"/>
                  </a:lnTo>
                  <a:lnTo>
                    <a:pt x="515497" y="309248"/>
                  </a:lnTo>
                  <a:lnTo>
                    <a:pt x="503428" y="353597"/>
                  </a:lnTo>
                  <a:lnTo>
                    <a:pt x="484208" y="394433"/>
                  </a:lnTo>
                  <a:lnTo>
                    <a:pt x="458573" y="431018"/>
                  </a:lnTo>
                  <a:lnTo>
                    <a:pt x="427256" y="462610"/>
                  </a:lnTo>
                  <a:lnTo>
                    <a:pt x="390990" y="488470"/>
                  </a:lnTo>
                  <a:lnTo>
                    <a:pt x="350510" y="507857"/>
                  </a:lnTo>
                  <a:lnTo>
                    <a:pt x="306549" y="520033"/>
                  </a:lnTo>
                  <a:lnTo>
                    <a:pt x="259842" y="524256"/>
                  </a:lnTo>
                  <a:lnTo>
                    <a:pt x="213134" y="520033"/>
                  </a:lnTo>
                  <a:lnTo>
                    <a:pt x="169173" y="507857"/>
                  </a:lnTo>
                  <a:lnTo>
                    <a:pt x="128693" y="488470"/>
                  </a:lnTo>
                  <a:lnTo>
                    <a:pt x="92427" y="462610"/>
                  </a:lnTo>
                  <a:lnTo>
                    <a:pt x="61110" y="431018"/>
                  </a:lnTo>
                  <a:lnTo>
                    <a:pt x="35475" y="394433"/>
                  </a:lnTo>
                  <a:lnTo>
                    <a:pt x="16255" y="353597"/>
                  </a:lnTo>
                  <a:lnTo>
                    <a:pt x="4186" y="309248"/>
                  </a:lnTo>
                  <a:lnTo>
                    <a:pt x="0" y="26212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633459" y="4716780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5" h="524510">
                  <a:moveTo>
                    <a:pt x="259842" y="0"/>
                  </a:moveTo>
                  <a:lnTo>
                    <a:pt x="213134" y="4222"/>
                  </a:lnTo>
                  <a:lnTo>
                    <a:pt x="169173" y="16398"/>
                  </a:lnTo>
                  <a:lnTo>
                    <a:pt x="128693" y="35785"/>
                  </a:lnTo>
                  <a:lnTo>
                    <a:pt x="92427" y="61645"/>
                  </a:lnTo>
                  <a:lnTo>
                    <a:pt x="61110" y="93237"/>
                  </a:lnTo>
                  <a:lnTo>
                    <a:pt x="35475" y="129822"/>
                  </a:lnTo>
                  <a:lnTo>
                    <a:pt x="16255" y="170658"/>
                  </a:lnTo>
                  <a:lnTo>
                    <a:pt x="4186" y="215007"/>
                  </a:lnTo>
                  <a:lnTo>
                    <a:pt x="0" y="262128"/>
                  </a:lnTo>
                  <a:lnTo>
                    <a:pt x="4186" y="309248"/>
                  </a:lnTo>
                  <a:lnTo>
                    <a:pt x="16256" y="353597"/>
                  </a:lnTo>
                  <a:lnTo>
                    <a:pt x="35475" y="394433"/>
                  </a:lnTo>
                  <a:lnTo>
                    <a:pt x="61110" y="431018"/>
                  </a:lnTo>
                  <a:lnTo>
                    <a:pt x="92427" y="462610"/>
                  </a:lnTo>
                  <a:lnTo>
                    <a:pt x="128693" y="488470"/>
                  </a:lnTo>
                  <a:lnTo>
                    <a:pt x="169173" y="507857"/>
                  </a:lnTo>
                  <a:lnTo>
                    <a:pt x="213134" y="520033"/>
                  </a:lnTo>
                  <a:lnTo>
                    <a:pt x="259842" y="524256"/>
                  </a:lnTo>
                  <a:lnTo>
                    <a:pt x="306549" y="520033"/>
                  </a:lnTo>
                  <a:lnTo>
                    <a:pt x="350510" y="507857"/>
                  </a:lnTo>
                  <a:lnTo>
                    <a:pt x="390990" y="488470"/>
                  </a:lnTo>
                  <a:lnTo>
                    <a:pt x="427256" y="462610"/>
                  </a:lnTo>
                  <a:lnTo>
                    <a:pt x="458573" y="431018"/>
                  </a:lnTo>
                  <a:lnTo>
                    <a:pt x="484208" y="394433"/>
                  </a:lnTo>
                  <a:lnTo>
                    <a:pt x="503428" y="353597"/>
                  </a:lnTo>
                  <a:lnTo>
                    <a:pt x="515497" y="309248"/>
                  </a:lnTo>
                  <a:lnTo>
                    <a:pt x="519684" y="262128"/>
                  </a:lnTo>
                  <a:lnTo>
                    <a:pt x="515497" y="215007"/>
                  </a:lnTo>
                  <a:lnTo>
                    <a:pt x="503427" y="170658"/>
                  </a:lnTo>
                  <a:lnTo>
                    <a:pt x="484208" y="129822"/>
                  </a:lnTo>
                  <a:lnTo>
                    <a:pt x="458573" y="93237"/>
                  </a:lnTo>
                  <a:lnTo>
                    <a:pt x="427256" y="61645"/>
                  </a:lnTo>
                  <a:lnTo>
                    <a:pt x="390990" y="35785"/>
                  </a:lnTo>
                  <a:lnTo>
                    <a:pt x="350510" y="16398"/>
                  </a:lnTo>
                  <a:lnTo>
                    <a:pt x="306549" y="4222"/>
                  </a:lnTo>
                  <a:lnTo>
                    <a:pt x="259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633459" y="4716780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5" h="524510">
                  <a:moveTo>
                    <a:pt x="0" y="262128"/>
                  </a:moveTo>
                  <a:lnTo>
                    <a:pt x="4186" y="215007"/>
                  </a:lnTo>
                  <a:lnTo>
                    <a:pt x="16255" y="170658"/>
                  </a:lnTo>
                  <a:lnTo>
                    <a:pt x="35475" y="129822"/>
                  </a:lnTo>
                  <a:lnTo>
                    <a:pt x="61110" y="93237"/>
                  </a:lnTo>
                  <a:lnTo>
                    <a:pt x="92427" y="61645"/>
                  </a:lnTo>
                  <a:lnTo>
                    <a:pt x="128693" y="35785"/>
                  </a:lnTo>
                  <a:lnTo>
                    <a:pt x="169173" y="16398"/>
                  </a:lnTo>
                  <a:lnTo>
                    <a:pt x="213134" y="4222"/>
                  </a:lnTo>
                  <a:lnTo>
                    <a:pt x="259842" y="0"/>
                  </a:lnTo>
                  <a:lnTo>
                    <a:pt x="306549" y="4222"/>
                  </a:lnTo>
                  <a:lnTo>
                    <a:pt x="350510" y="16398"/>
                  </a:lnTo>
                  <a:lnTo>
                    <a:pt x="390990" y="35785"/>
                  </a:lnTo>
                  <a:lnTo>
                    <a:pt x="427256" y="61645"/>
                  </a:lnTo>
                  <a:lnTo>
                    <a:pt x="458573" y="93237"/>
                  </a:lnTo>
                  <a:lnTo>
                    <a:pt x="484208" y="129822"/>
                  </a:lnTo>
                  <a:lnTo>
                    <a:pt x="503427" y="170658"/>
                  </a:lnTo>
                  <a:lnTo>
                    <a:pt x="515497" y="215007"/>
                  </a:lnTo>
                  <a:lnTo>
                    <a:pt x="519684" y="262128"/>
                  </a:lnTo>
                  <a:lnTo>
                    <a:pt x="515497" y="309248"/>
                  </a:lnTo>
                  <a:lnTo>
                    <a:pt x="503428" y="353597"/>
                  </a:lnTo>
                  <a:lnTo>
                    <a:pt x="484208" y="394433"/>
                  </a:lnTo>
                  <a:lnTo>
                    <a:pt x="458573" y="431018"/>
                  </a:lnTo>
                  <a:lnTo>
                    <a:pt x="427256" y="462610"/>
                  </a:lnTo>
                  <a:lnTo>
                    <a:pt x="390990" y="488470"/>
                  </a:lnTo>
                  <a:lnTo>
                    <a:pt x="350510" y="507857"/>
                  </a:lnTo>
                  <a:lnTo>
                    <a:pt x="306549" y="520033"/>
                  </a:lnTo>
                  <a:lnTo>
                    <a:pt x="259842" y="524256"/>
                  </a:lnTo>
                  <a:lnTo>
                    <a:pt x="213134" y="520033"/>
                  </a:lnTo>
                  <a:lnTo>
                    <a:pt x="169173" y="507857"/>
                  </a:lnTo>
                  <a:lnTo>
                    <a:pt x="128693" y="488470"/>
                  </a:lnTo>
                  <a:lnTo>
                    <a:pt x="92427" y="462610"/>
                  </a:lnTo>
                  <a:lnTo>
                    <a:pt x="61110" y="431018"/>
                  </a:lnTo>
                  <a:lnTo>
                    <a:pt x="35475" y="394433"/>
                  </a:lnTo>
                  <a:lnTo>
                    <a:pt x="16256" y="353597"/>
                  </a:lnTo>
                  <a:lnTo>
                    <a:pt x="4186" y="309248"/>
                  </a:lnTo>
                  <a:lnTo>
                    <a:pt x="0" y="262128"/>
                  </a:lnTo>
                  <a:close/>
                </a:path>
                <a:path w="520065" h="524510">
                  <a:moveTo>
                    <a:pt x="36575" y="261366"/>
                  </a:moveTo>
                  <a:lnTo>
                    <a:pt x="41111" y="216046"/>
                  </a:lnTo>
                  <a:lnTo>
                    <a:pt x="54119" y="173843"/>
                  </a:lnTo>
                  <a:lnTo>
                    <a:pt x="74703" y="135658"/>
                  </a:lnTo>
                  <a:lnTo>
                    <a:pt x="101965" y="102393"/>
                  </a:lnTo>
                  <a:lnTo>
                    <a:pt x="135007" y="74951"/>
                  </a:lnTo>
                  <a:lnTo>
                    <a:pt x="172932" y="54232"/>
                  </a:lnTo>
                  <a:lnTo>
                    <a:pt x="214843" y="41140"/>
                  </a:lnTo>
                  <a:lnTo>
                    <a:pt x="259842" y="36576"/>
                  </a:lnTo>
                  <a:lnTo>
                    <a:pt x="304840" y="41140"/>
                  </a:lnTo>
                  <a:lnTo>
                    <a:pt x="346751" y="54232"/>
                  </a:lnTo>
                  <a:lnTo>
                    <a:pt x="384676" y="74951"/>
                  </a:lnTo>
                  <a:lnTo>
                    <a:pt x="417718" y="102393"/>
                  </a:lnTo>
                  <a:lnTo>
                    <a:pt x="444980" y="135658"/>
                  </a:lnTo>
                  <a:lnTo>
                    <a:pt x="465564" y="173843"/>
                  </a:lnTo>
                  <a:lnTo>
                    <a:pt x="478572" y="216046"/>
                  </a:lnTo>
                  <a:lnTo>
                    <a:pt x="483108" y="261366"/>
                  </a:lnTo>
                  <a:lnTo>
                    <a:pt x="478572" y="306685"/>
                  </a:lnTo>
                  <a:lnTo>
                    <a:pt x="465564" y="348888"/>
                  </a:lnTo>
                  <a:lnTo>
                    <a:pt x="444980" y="387073"/>
                  </a:lnTo>
                  <a:lnTo>
                    <a:pt x="417718" y="420338"/>
                  </a:lnTo>
                  <a:lnTo>
                    <a:pt x="384676" y="447780"/>
                  </a:lnTo>
                  <a:lnTo>
                    <a:pt x="346751" y="468499"/>
                  </a:lnTo>
                  <a:lnTo>
                    <a:pt x="304840" y="481591"/>
                  </a:lnTo>
                  <a:lnTo>
                    <a:pt x="259842" y="486156"/>
                  </a:lnTo>
                  <a:lnTo>
                    <a:pt x="214843" y="481591"/>
                  </a:lnTo>
                  <a:lnTo>
                    <a:pt x="172932" y="468499"/>
                  </a:lnTo>
                  <a:lnTo>
                    <a:pt x="135007" y="447780"/>
                  </a:lnTo>
                  <a:lnTo>
                    <a:pt x="101965" y="420338"/>
                  </a:lnTo>
                  <a:lnTo>
                    <a:pt x="74703" y="387073"/>
                  </a:lnTo>
                  <a:lnTo>
                    <a:pt x="54119" y="348888"/>
                  </a:lnTo>
                  <a:lnTo>
                    <a:pt x="41111" y="306685"/>
                  </a:lnTo>
                  <a:lnTo>
                    <a:pt x="36575" y="26136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329422" y="4561712"/>
              <a:ext cx="382270" cy="835660"/>
            </a:xfrm>
            <a:custGeom>
              <a:avLst/>
              <a:gdLst/>
              <a:ahLst/>
              <a:cxnLst/>
              <a:rect l="l" t="t" r="r" b="b"/>
              <a:pathLst>
                <a:path w="382270" h="835660">
                  <a:moveTo>
                    <a:pt x="304800" y="417957"/>
                  </a:moveTo>
                  <a:lnTo>
                    <a:pt x="285750" y="408432"/>
                  </a:lnTo>
                  <a:lnTo>
                    <a:pt x="228600" y="379857"/>
                  </a:lnTo>
                  <a:lnTo>
                    <a:pt x="228600" y="408432"/>
                  </a:lnTo>
                  <a:lnTo>
                    <a:pt x="0" y="408432"/>
                  </a:lnTo>
                  <a:lnTo>
                    <a:pt x="0" y="427482"/>
                  </a:lnTo>
                  <a:lnTo>
                    <a:pt x="228600" y="427482"/>
                  </a:lnTo>
                  <a:lnTo>
                    <a:pt x="228600" y="456057"/>
                  </a:lnTo>
                  <a:lnTo>
                    <a:pt x="285750" y="427482"/>
                  </a:lnTo>
                  <a:lnTo>
                    <a:pt x="304800" y="417957"/>
                  </a:lnTo>
                  <a:close/>
                </a:path>
                <a:path w="382270" h="835660">
                  <a:moveTo>
                    <a:pt x="381762" y="602361"/>
                  </a:moveTo>
                  <a:lnTo>
                    <a:pt x="297307" y="612775"/>
                  </a:lnTo>
                  <a:lnTo>
                    <a:pt x="313029" y="636549"/>
                  </a:lnTo>
                  <a:lnTo>
                    <a:pt x="37465" y="819404"/>
                  </a:lnTo>
                  <a:lnTo>
                    <a:pt x="47879" y="835279"/>
                  </a:lnTo>
                  <a:lnTo>
                    <a:pt x="323557" y="652437"/>
                  </a:lnTo>
                  <a:lnTo>
                    <a:pt x="339344" y="676275"/>
                  </a:lnTo>
                  <a:lnTo>
                    <a:pt x="366153" y="629539"/>
                  </a:lnTo>
                  <a:lnTo>
                    <a:pt x="381762" y="602361"/>
                  </a:lnTo>
                  <a:close/>
                </a:path>
                <a:path w="382270" h="835660">
                  <a:moveTo>
                    <a:pt x="381762" y="232918"/>
                  </a:moveTo>
                  <a:lnTo>
                    <a:pt x="366128" y="205740"/>
                  </a:lnTo>
                  <a:lnTo>
                    <a:pt x="339344" y="159131"/>
                  </a:lnTo>
                  <a:lnTo>
                    <a:pt x="323583" y="182867"/>
                  </a:lnTo>
                  <a:lnTo>
                    <a:pt x="47879" y="0"/>
                  </a:lnTo>
                  <a:lnTo>
                    <a:pt x="37465" y="15875"/>
                  </a:lnTo>
                  <a:lnTo>
                    <a:pt x="313042" y="198742"/>
                  </a:lnTo>
                  <a:lnTo>
                    <a:pt x="297180" y="222631"/>
                  </a:lnTo>
                  <a:lnTo>
                    <a:pt x="381762" y="2329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345935" y="3817620"/>
              <a:ext cx="1499870" cy="951230"/>
            </a:xfrm>
            <a:custGeom>
              <a:avLst/>
              <a:gdLst/>
              <a:ahLst/>
              <a:cxnLst/>
              <a:rect l="l" t="t" r="r" b="b"/>
              <a:pathLst>
                <a:path w="1499870" h="951229">
                  <a:moveTo>
                    <a:pt x="0" y="0"/>
                  </a:moveTo>
                  <a:lnTo>
                    <a:pt x="73151" y="112902"/>
                  </a:lnTo>
                  <a:lnTo>
                    <a:pt x="25273" y="246125"/>
                  </a:lnTo>
                  <a:lnTo>
                    <a:pt x="118744" y="330834"/>
                  </a:lnTo>
                  <a:lnTo>
                    <a:pt x="99440" y="475487"/>
                  </a:lnTo>
                  <a:lnTo>
                    <a:pt x="206883" y="526287"/>
                  </a:lnTo>
                  <a:lnTo>
                    <a:pt x="217423" y="672464"/>
                  </a:lnTo>
                  <a:lnTo>
                    <a:pt x="331469" y="685926"/>
                  </a:lnTo>
                  <a:lnTo>
                    <a:pt x="371093" y="823594"/>
                  </a:lnTo>
                  <a:lnTo>
                    <a:pt x="483996" y="798829"/>
                  </a:lnTo>
                  <a:lnTo>
                    <a:pt x="550163" y="918590"/>
                  </a:lnTo>
                  <a:lnTo>
                    <a:pt x="654177" y="857249"/>
                  </a:lnTo>
                  <a:lnTo>
                    <a:pt x="742188" y="950975"/>
                  </a:lnTo>
                  <a:lnTo>
                    <a:pt x="830325" y="857249"/>
                  </a:lnTo>
                  <a:lnTo>
                    <a:pt x="934338" y="918590"/>
                  </a:lnTo>
                  <a:lnTo>
                    <a:pt x="1000506" y="798829"/>
                  </a:lnTo>
                  <a:lnTo>
                    <a:pt x="1113409" y="823594"/>
                  </a:lnTo>
                  <a:lnTo>
                    <a:pt x="1153033" y="685926"/>
                  </a:lnTo>
                  <a:lnTo>
                    <a:pt x="1267079" y="672464"/>
                  </a:lnTo>
                  <a:lnTo>
                    <a:pt x="1277619" y="526287"/>
                  </a:lnTo>
                  <a:lnTo>
                    <a:pt x="1385062" y="475487"/>
                  </a:lnTo>
                  <a:lnTo>
                    <a:pt x="1365758" y="330834"/>
                  </a:lnTo>
                  <a:lnTo>
                    <a:pt x="1459230" y="246125"/>
                  </a:lnTo>
                  <a:lnTo>
                    <a:pt x="1411350" y="112902"/>
                  </a:lnTo>
                  <a:lnTo>
                    <a:pt x="1499615" y="91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929883" y="4972812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212598" y="0"/>
                  </a:moveTo>
                  <a:lnTo>
                    <a:pt x="163832" y="5896"/>
                  </a:lnTo>
                  <a:lnTo>
                    <a:pt x="119076" y="22691"/>
                  </a:lnTo>
                  <a:lnTo>
                    <a:pt x="79603" y="49045"/>
                  </a:lnTo>
                  <a:lnTo>
                    <a:pt x="46686" y="83620"/>
                  </a:lnTo>
                  <a:lnTo>
                    <a:pt x="21598" y="125074"/>
                  </a:lnTo>
                  <a:lnTo>
                    <a:pt x="5611" y="172069"/>
                  </a:lnTo>
                  <a:lnTo>
                    <a:pt x="0" y="223265"/>
                  </a:lnTo>
                  <a:lnTo>
                    <a:pt x="5611" y="274462"/>
                  </a:lnTo>
                  <a:lnTo>
                    <a:pt x="21598" y="321457"/>
                  </a:lnTo>
                  <a:lnTo>
                    <a:pt x="46686" y="362911"/>
                  </a:lnTo>
                  <a:lnTo>
                    <a:pt x="79603" y="397486"/>
                  </a:lnTo>
                  <a:lnTo>
                    <a:pt x="119076" y="423840"/>
                  </a:lnTo>
                  <a:lnTo>
                    <a:pt x="163832" y="440635"/>
                  </a:lnTo>
                  <a:lnTo>
                    <a:pt x="212598" y="446531"/>
                  </a:lnTo>
                  <a:lnTo>
                    <a:pt x="261363" y="440635"/>
                  </a:lnTo>
                  <a:lnTo>
                    <a:pt x="306119" y="423840"/>
                  </a:lnTo>
                  <a:lnTo>
                    <a:pt x="345592" y="397486"/>
                  </a:lnTo>
                  <a:lnTo>
                    <a:pt x="378509" y="362911"/>
                  </a:lnTo>
                  <a:lnTo>
                    <a:pt x="403597" y="321457"/>
                  </a:lnTo>
                  <a:lnTo>
                    <a:pt x="419584" y="274462"/>
                  </a:lnTo>
                  <a:lnTo>
                    <a:pt x="425195" y="223265"/>
                  </a:lnTo>
                  <a:lnTo>
                    <a:pt x="419584" y="172069"/>
                  </a:lnTo>
                  <a:lnTo>
                    <a:pt x="403597" y="125074"/>
                  </a:lnTo>
                  <a:lnTo>
                    <a:pt x="378509" y="83620"/>
                  </a:lnTo>
                  <a:lnTo>
                    <a:pt x="345592" y="49045"/>
                  </a:lnTo>
                  <a:lnTo>
                    <a:pt x="306119" y="22691"/>
                  </a:lnTo>
                  <a:lnTo>
                    <a:pt x="261363" y="5896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929883" y="4972812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0" y="223265"/>
                  </a:moveTo>
                  <a:lnTo>
                    <a:pt x="5611" y="172069"/>
                  </a:lnTo>
                  <a:lnTo>
                    <a:pt x="21598" y="125074"/>
                  </a:lnTo>
                  <a:lnTo>
                    <a:pt x="46686" y="83620"/>
                  </a:lnTo>
                  <a:lnTo>
                    <a:pt x="79603" y="49045"/>
                  </a:lnTo>
                  <a:lnTo>
                    <a:pt x="119076" y="22691"/>
                  </a:lnTo>
                  <a:lnTo>
                    <a:pt x="163832" y="5896"/>
                  </a:lnTo>
                  <a:lnTo>
                    <a:pt x="212598" y="0"/>
                  </a:lnTo>
                  <a:lnTo>
                    <a:pt x="261363" y="5896"/>
                  </a:lnTo>
                  <a:lnTo>
                    <a:pt x="306119" y="22691"/>
                  </a:lnTo>
                  <a:lnTo>
                    <a:pt x="345592" y="49045"/>
                  </a:lnTo>
                  <a:lnTo>
                    <a:pt x="378509" y="83620"/>
                  </a:lnTo>
                  <a:lnTo>
                    <a:pt x="403597" y="125074"/>
                  </a:lnTo>
                  <a:lnTo>
                    <a:pt x="419584" y="172069"/>
                  </a:lnTo>
                  <a:lnTo>
                    <a:pt x="425195" y="223265"/>
                  </a:lnTo>
                  <a:lnTo>
                    <a:pt x="419584" y="274462"/>
                  </a:lnTo>
                  <a:lnTo>
                    <a:pt x="403597" y="321457"/>
                  </a:lnTo>
                  <a:lnTo>
                    <a:pt x="378509" y="362911"/>
                  </a:lnTo>
                  <a:lnTo>
                    <a:pt x="345592" y="397486"/>
                  </a:lnTo>
                  <a:lnTo>
                    <a:pt x="306119" y="423840"/>
                  </a:lnTo>
                  <a:lnTo>
                    <a:pt x="261363" y="440635"/>
                  </a:lnTo>
                  <a:lnTo>
                    <a:pt x="212598" y="446531"/>
                  </a:lnTo>
                  <a:lnTo>
                    <a:pt x="163832" y="440635"/>
                  </a:lnTo>
                  <a:lnTo>
                    <a:pt x="119076" y="423840"/>
                  </a:lnTo>
                  <a:lnTo>
                    <a:pt x="79603" y="397486"/>
                  </a:lnTo>
                  <a:lnTo>
                    <a:pt x="46686" y="362911"/>
                  </a:lnTo>
                  <a:lnTo>
                    <a:pt x="21598" y="321457"/>
                  </a:lnTo>
                  <a:lnTo>
                    <a:pt x="5611" y="274462"/>
                  </a:lnTo>
                  <a:lnTo>
                    <a:pt x="0" y="22326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2202560" y="4266946"/>
            <a:ext cx="1333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1092453" y="5028946"/>
            <a:ext cx="439420" cy="459740"/>
            <a:chOff x="1092453" y="5028946"/>
            <a:chExt cx="439420" cy="459740"/>
          </a:xfrm>
        </p:grpSpPr>
        <p:sp>
          <p:nvSpPr>
            <p:cNvPr id="39" name="object 39" descr=""/>
            <p:cNvSpPr/>
            <p:nvPr/>
          </p:nvSpPr>
          <p:spPr>
            <a:xfrm>
              <a:off x="1098803" y="5035296"/>
              <a:ext cx="426720" cy="447040"/>
            </a:xfrm>
            <a:custGeom>
              <a:avLst/>
              <a:gdLst/>
              <a:ahLst/>
              <a:cxnLst/>
              <a:rect l="l" t="t" r="r" b="b"/>
              <a:pathLst>
                <a:path w="426719" h="447039">
                  <a:moveTo>
                    <a:pt x="213359" y="0"/>
                  </a:moveTo>
                  <a:lnTo>
                    <a:pt x="164440" y="5896"/>
                  </a:lnTo>
                  <a:lnTo>
                    <a:pt x="119531" y="22691"/>
                  </a:lnTo>
                  <a:lnTo>
                    <a:pt x="79916" y="49045"/>
                  </a:lnTo>
                  <a:lnTo>
                    <a:pt x="46874" y="83620"/>
                  </a:lnTo>
                  <a:lnTo>
                    <a:pt x="21687" y="125074"/>
                  </a:lnTo>
                  <a:lnTo>
                    <a:pt x="5635" y="172069"/>
                  </a:lnTo>
                  <a:lnTo>
                    <a:pt x="0" y="223265"/>
                  </a:lnTo>
                  <a:lnTo>
                    <a:pt x="5635" y="274462"/>
                  </a:lnTo>
                  <a:lnTo>
                    <a:pt x="21687" y="321457"/>
                  </a:lnTo>
                  <a:lnTo>
                    <a:pt x="46874" y="362911"/>
                  </a:lnTo>
                  <a:lnTo>
                    <a:pt x="79916" y="397486"/>
                  </a:lnTo>
                  <a:lnTo>
                    <a:pt x="119531" y="423840"/>
                  </a:lnTo>
                  <a:lnTo>
                    <a:pt x="164440" y="440635"/>
                  </a:lnTo>
                  <a:lnTo>
                    <a:pt x="213359" y="446531"/>
                  </a:lnTo>
                  <a:lnTo>
                    <a:pt x="262287" y="440635"/>
                  </a:lnTo>
                  <a:lnTo>
                    <a:pt x="307199" y="423840"/>
                  </a:lnTo>
                  <a:lnTo>
                    <a:pt x="346814" y="397486"/>
                  </a:lnTo>
                  <a:lnTo>
                    <a:pt x="379853" y="362911"/>
                  </a:lnTo>
                  <a:lnTo>
                    <a:pt x="405037" y="321457"/>
                  </a:lnTo>
                  <a:lnTo>
                    <a:pt x="421086" y="274462"/>
                  </a:lnTo>
                  <a:lnTo>
                    <a:pt x="426720" y="223265"/>
                  </a:lnTo>
                  <a:lnTo>
                    <a:pt x="421086" y="172069"/>
                  </a:lnTo>
                  <a:lnTo>
                    <a:pt x="405037" y="125074"/>
                  </a:lnTo>
                  <a:lnTo>
                    <a:pt x="379853" y="83620"/>
                  </a:lnTo>
                  <a:lnTo>
                    <a:pt x="346814" y="49045"/>
                  </a:lnTo>
                  <a:lnTo>
                    <a:pt x="307199" y="22691"/>
                  </a:lnTo>
                  <a:lnTo>
                    <a:pt x="262287" y="5896"/>
                  </a:lnTo>
                  <a:lnTo>
                    <a:pt x="213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098803" y="5035296"/>
              <a:ext cx="426720" cy="447040"/>
            </a:xfrm>
            <a:custGeom>
              <a:avLst/>
              <a:gdLst/>
              <a:ahLst/>
              <a:cxnLst/>
              <a:rect l="l" t="t" r="r" b="b"/>
              <a:pathLst>
                <a:path w="426719" h="447039">
                  <a:moveTo>
                    <a:pt x="0" y="223265"/>
                  </a:moveTo>
                  <a:lnTo>
                    <a:pt x="5635" y="172069"/>
                  </a:lnTo>
                  <a:lnTo>
                    <a:pt x="21687" y="125074"/>
                  </a:lnTo>
                  <a:lnTo>
                    <a:pt x="46874" y="83620"/>
                  </a:lnTo>
                  <a:lnTo>
                    <a:pt x="79916" y="49045"/>
                  </a:lnTo>
                  <a:lnTo>
                    <a:pt x="119531" y="22691"/>
                  </a:lnTo>
                  <a:lnTo>
                    <a:pt x="164440" y="5896"/>
                  </a:lnTo>
                  <a:lnTo>
                    <a:pt x="213359" y="0"/>
                  </a:lnTo>
                  <a:lnTo>
                    <a:pt x="262287" y="5896"/>
                  </a:lnTo>
                  <a:lnTo>
                    <a:pt x="307199" y="22691"/>
                  </a:lnTo>
                  <a:lnTo>
                    <a:pt x="346814" y="49045"/>
                  </a:lnTo>
                  <a:lnTo>
                    <a:pt x="379853" y="83620"/>
                  </a:lnTo>
                  <a:lnTo>
                    <a:pt x="405037" y="125074"/>
                  </a:lnTo>
                  <a:lnTo>
                    <a:pt x="421086" y="172069"/>
                  </a:lnTo>
                  <a:lnTo>
                    <a:pt x="426720" y="223265"/>
                  </a:lnTo>
                  <a:lnTo>
                    <a:pt x="421086" y="274462"/>
                  </a:lnTo>
                  <a:lnTo>
                    <a:pt x="405037" y="321457"/>
                  </a:lnTo>
                  <a:lnTo>
                    <a:pt x="379853" y="362911"/>
                  </a:lnTo>
                  <a:lnTo>
                    <a:pt x="346814" y="397486"/>
                  </a:lnTo>
                  <a:lnTo>
                    <a:pt x="307199" y="423840"/>
                  </a:lnTo>
                  <a:lnTo>
                    <a:pt x="262287" y="440635"/>
                  </a:lnTo>
                  <a:lnTo>
                    <a:pt x="213359" y="446531"/>
                  </a:lnTo>
                  <a:lnTo>
                    <a:pt x="164440" y="440635"/>
                  </a:lnTo>
                  <a:lnTo>
                    <a:pt x="119531" y="423840"/>
                  </a:lnTo>
                  <a:lnTo>
                    <a:pt x="79916" y="397486"/>
                  </a:lnTo>
                  <a:lnTo>
                    <a:pt x="46874" y="362911"/>
                  </a:lnTo>
                  <a:lnTo>
                    <a:pt x="21687" y="321457"/>
                  </a:lnTo>
                  <a:lnTo>
                    <a:pt x="5635" y="274462"/>
                  </a:lnTo>
                  <a:lnTo>
                    <a:pt x="0" y="22326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1166164" y="5120766"/>
            <a:ext cx="23367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𝑖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2997454" y="5028946"/>
            <a:ext cx="438150" cy="459740"/>
            <a:chOff x="2997454" y="5028946"/>
            <a:chExt cx="438150" cy="459740"/>
          </a:xfrm>
        </p:grpSpPr>
        <p:sp>
          <p:nvSpPr>
            <p:cNvPr id="43" name="object 43" descr=""/>
            <p:cNvSpPr/>
            <p:nvPr/>
          </p:nvSpPr>
          <p:spPr>
            <a:xfrm>
              <a:off x="3003804" y="5035296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212597" y="0"/>
                  </a:moveTo>
                  <a:lnTo>
                    <a:pt x="163832" y="5896"/>
                  </a:lnTo>
                  <a:lnTo>
                    <a:pt x="119076" y="22691"/>
                  </a:lnTo>
                  <a:lnTo>
                    <a:pt x="79603" y="49045"/>
                  </a:lnTo>
                  <a:lnTo>
                    <a:pt x="46686" y="83620"/>
                  </a:lnTo>
                  <a:lnTo>
                    <a:pt x="21598" y="125074"/>
                  </a:lnTo>
                  <a:lnTo>
                    <a:pt x="5611" y="172069"/>
                  </a:lnTo>
                  <a:lnTo>
                    <a:pt x="0" y="223265"/>
                  </a:lnTo>
                  <a:lnTo>
                    <a:pt x="5611" y="274462"/>
                  </a:lnTo>
                  <a:lnTo>
                    <a:pt x="21598" y="321457"/>
                  </a:lnTo>
                  <a:lnTo>
                    <a:pt x="46686" y="362911"/>
                  </a:lnTo>
                  <a:lnTo>
                    <a:pt x="79603" y="397486"/>
                  </a:lnTo>
                  <a:lnTo>
                    <a:pt x="119076" y="423840"/>
                  </a:lnTo>
                  <a:lnTo>
                    <a:pt x="163832" y="440635"/>
                  </a:lnTo>
                  <a:lnTo>
                    <a:pt x="212597" y="446531"/>
                  </a:lnTo>
                  <a:lnTo>
                    <a:pt x="261363" y="440635"/>
                  </a:lnTo>
                  <a:lnTo>
                    <a:pt x="306119" y="423840"/>
                  </a:lnTo>
                  <a:lnTo>
                    <a:pt x="345592" y="397486"/>
                  </a:lnTo>
                  <a:lnTo>
                    <a:pt x="378509" y="362911"/>
                  </a:lnTo>
                  <a:lnTo>
                    <a:pt x="403597" y="321457"/>
                  </a:lnTo>
                  <a:lnTo>
                    <a:pt x="419584" y="274462"/>
                  </a:lnTo>
                  <a:lnTo>
                    <a:pt x="425195" y="223265"/>
                  </a:lnTo>
                  <a:lnTo>
                    <a:pt x="419584" y="172069"/>
                  </a:lnTo>
                  <a:lnTo>
                    <a:pt x="403597" y="125074"/>
                  </a:lnTo>
                  <a:lnTo>
                    <a:pt x="378509" y="83620"/>
                  </a:lnTo>
                  <a:lnTo>
                    <a:pt x="345592" y="49045"/>
                  </a:lnTo>
                  <a:lnTo>
                    <a:pt x="306119" y="22691"/>
                  </a:lnTo>
                  <a:lnTo>
                    <a:pt x="261363" y="5896"/>
                  </a:lnTo>
                  <a:lnTo>
                    <a:pt x="212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003804" y="5035296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0" y="223265"/>
                  </a:moveTo>
                  <a:lnTo>
                    <a:pt x="5611" y="172069"/>
                  </a:lnTo>
                  <a:lnTo>
                    <a:pt x="21598" y="125074"/>
                  </a:lnTo>
                  <a:lnTo>
                    <a:pt x="46686" y="83620"/>
                  </a:lnTo>
                  <a:lnTo>
                    <a:pt x="79603" y="49045"/>
                  </a:lnTo>
                  <a:lnTo>
                    <a:pt x="119076" y="22691"/>
                  </a:lnTo>
                  <a:lnTo>
                    <a:pt x="163832" y="5896"/>
                  </a:lnTo>
                  <a:lnTo>
                    <a:pt x="212597" y="0"/>
                  </a:lnTo>
                  <a:lnTo>
                    <a:pt x="261363" y="5896"/>
                  </a:lnTo>
                  <a:lnTo>
                    <a:pt x="306119" y="22691"/>
                  </a:lnTo>
                  <a:lnTo>
                    <a:pt x="345592" y="49045"/>
                  </a:lnTo>
                  <a:lnTo>
                    <a:pt x="378509" y="83620"/>
                  </a:lnTo>
                  <a:lnTo>
                    <a:pt x="403597" y="125074"/>
                  </a:lnTo>
                  <a:lnTo>
                    <a:pt x="419584" y="172069"/>
                  </a:lnTo>
                  <a:lnTo>
                    <a:pt x="425195" y="223265"/>
                  </a:lnTo>
                  <a:lnTo>
                    <a:pt x="419584" y="274462"/>
                  </a:lnTo>
                  <a:lnTo>
                    <a:pt x="403597" y="321457"/>
                  </a:lnTo>
                  <a:lnTo>
                    <a:pt x="378509" y="362911"/>
                  </a:lnTo>
                  <a:lnTo>
                    <a:pt x="345592" y="397486"/>
                  </a:lnTo>
                  <a:lnTo>
                    <a:pt x="306119" y="423840"/>
                  </a:lnTo>
                  <a:lnTo>
                    <a:pt x="261363" y="440635"/>
                  </a:lnTo>
                  <a:lnTo>
                    <a:pt x="212597" y="446531"/>
                  </a:lnTo>
                  <a:lnTo>
                    <a:pt x="163832" y="440635"/>
                  </a:lnTo>
                  <a:lnTo>
                    <a:pt x="119076" y="423840"/>
                  </a:lnTo>
                  <a:lnTo>
                    <a:pt x="79603" y="397486"/>
                  </a:lnTo>
                  <a:lnTo>
                    <a:pt x="46686" y="362911"/>
                  </a:lnTo>
                  <a:lnTo>
                    <a:pt x="21598" y="321457"/>
                  </a:lnTo>
                  <a:lnTo>
                    <a:pt x="5611" y="274462"/>
                  </a:lnTo>
                  <a:lnTo>
                    <a:pt x="0" y="22326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3061970" y="5107940"/>
            <a:ext cx="2508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𝑗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1454785" y="4565141"/>
            <a:ext cx="668655" cy="548640"/>
          </a:xfrm>
          <a:custGeom>
            <a:avLst/>
            <a:gdLst/>
            <a:ahLst/>
            <a:cxnLst/>
            <a:rect l="l" t="t" r="r" b="b"/>
            <a:pathLst>
              <a:path w="668655" h="548639">
                <a:moveTo>
                  <a:pt x="592933" y="43059"/>
                </a:moveTo>
                <a:lnTo>
                  <a:pt x="0" y="526033"/>
                </a:lnTo>
                <a:lnTo>
                  <a:pt x="18034" y="548258"/>
                </a:lnTo>
                <a:lnTo>
                  <a:pt x="610948" y="65175"/>
                </a:lnTo>
                <a:lnTo>
                  <a:pt x="592933" y="43059"/>
                </a:lnTo>
                <a:close/>
              </a:path>
              <a:path w="668655" h="548639">
                <a:moveTo>
                  <a:pt x="653142" y="34035"/>
                </a:moveTo>
                <a:lnTo>
                  <a:pt x="604012" y="34035"/>
                </a:lnTo>
                <a:lnTo>
                  <a:pt x="622046" y="56133"/>
                </a:lnTo>
                <a:lnTo>
                  <a:pt x="610948" y="65175"/>
                </a:lnTo>
                <a:lnTo>
                  <a:pt x="629031" y="87375"/>
                </a:lnTo>
                <a:lnTo>
                  <a:pt x="653142" y="34035"/>
                </a:lnTo>
                <a:close/>
              </a:path>
              <a:path w="668655" h="548639">
                <a:moveTo>
                  <a:pt x="604012" y="34035"/>
                </a:moveTo>
                <a:lnTo>
                  <a:pt x="592933" y="43059"/>
                </a:lnTo>
                <a:lnTo>
                  <a:pt x="610948" y="65175"/>
                </a:lnTo>
                <a:lnTo>
                  <a:pt x="622046" y="56133"/>
                </a:lnTo>
                <a:lnTo>
                  <a:pt x="604012" y="34035"/>
                </a:lnTo>
                <a:close/>
              </a:path>
              <a:path w="668655" h="548639">
                <a:moveTo>
                  <a:pt x="668528" y="0"/>
                </a:moveTo>
                <a:lnTo>
                  <a:pt x="574929" y="20954"/>
                </a:lnTo>
                <a:lnTo>
                  <a:pt x="592933" y="43059"/>
                </a:lnTo>
                <a:lnTo>
                  <a:pt x="604012" y="34035"/>
                </a:lnTo>
                <a:lnTo>
                  <a:pt x="653142" y="34035"/>
                </a:lnTo>
                <a:lnTo>
                  <a:pt x="66852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1484122" y="4569917"/>
            <a:ext cx="25272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𝑟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8" name="object 48" descr=""/>
          <p:cNvSpPr/>
          <p:nvPr/>
        </p:nvSpPr>
        <p:spPr>
          <a:xfrm>
            <a:off x="2414778" y="4247641"/>
            <a:ext cx="652780" cy="854710"/>
          </a:xfrm>
          <a:custGeom>
            <a:avLst/>
            <a:gdLst/>
            <a:ahLst/>
            <a:cxnLst/>
            <a:rect l="l" t="t" r="r" b="b"/>
            <a:pathLst>
              <a:path w="652780" h="854710">
                <a:moveTo>
                  <a:pt x="264147" y="119380"/>
                </a:moveTo>
                <a:lnTo>
                  <a:pt x="264033" y="106553"/>
                </a:lnTo>
                <a:lnTo>
                  <a:pt x="263017" y="95377"/>
                </a:lnTo>
                <a:lnTo>
                  <a:pt x="261620" y="84455"/>
                </a:lnTo>
                <a:lnTo>
                  <a:pt x="259626" y="74295"/>
                </a:lnTo>
                <a:lnTo>
                  <a:pt x="259588" y="74041"/>
                </a:lnTo>
                <a:lnTo>
                  <a:pt x="245376" y="40132"/>
                </a:lnTo>
                <a:lnTo>
                  <a:pt x="245237" y="39878"/>
                </a:lnTo>
                <a:lnTo>
                  <a:pt x="242277" y="35814"/>
                </a:lnTo>
                <a:lnTo>
                  <a:pt x="241541" y="34798"/>
                </a:lnTo>
                <a:lnTo>
                  <a:pt x="240157" y="32893"/>
                </a:lnTo>
                <a:lnTo>
                  <a:pt x="236080" y="28448"/>
                </a:lnTo>
                <a:lnTo>
                  <a:pt x="234569" y="26797"/>
                </a:lnTo>
                <a:lnTo>
                  <a:pt x="228473" y="21209"/>
                </a:lnTo>
                <a:lnTo>
                  <a:pt x="207264" y="8636"/>
                </a:lnTo>
                <a:lnTo>
                  <a:pt x="192278" y="3810"/>
                </a:lnTo>
                <a:lnTo>
                  <a:pt x="176149" y="889"/>
                </a:lnTo>
                <a:lnTo>
                  <a:pt x="159258" y="0"/>
                </a:lnTo>
                <a:lnTo>
                  <a:pt x="141732" y="635"/>
                </a:lnTo>
                <a:lnTo>
                  <a:pt x="86360" y="9779"/>
                </a:lnTo>
                <a:lnTo>
                  <a:pt x="47879" y="20066"/>
                </a:lnTo>
                <a:lnTo>
                  <a:pt x="55740" y="47637"/>
                </a:lnTo>
                <a:lnTo>
                  <a:pt x="74803" y="42164"/>
                </a:lnTo>
                <a:lnTo>
                  <a:pt x="93345" y="37465"/>
                </a:lnTo>
                <a:lnTo>
                  <a:pt x="111252" y="33782"/>
                </a:lnTo>
                <a:lnTo>
                  <a:pt x="128651" y="30734"/>
                </a:lnTo>
                <a:lnTo>
                  <a:pt x="144907" y="28956"/>
                </a:lnTo>
                <a:lnTo>
                  <a:pt x="160274" y="28448"/>
                </a:lnTo>
                <a:lnTo>
                  <a:pt x="174371" y="29464"/>
                </a:lnTo>
                <a:lnTo>
                  <a:pt x="211328" y="44069"/>
                </a:lnTo>
                <a:lnTo>
                  <a:pt x="232156" y="81788"/>
                </a:lnTo>
                <a:lnTo>
                  <a:pt x="235699" y="118999"/>
                </a:lnTo>
                <a:lnTo>
                  <a:pt x="235712" y="119380"/>
                </a:lnTo>
                <a:lnTo>
                  <a:pt x="231267" y="158115"/>
                </a:lnTo>
                <a:lnTo>
                  <a:pt x="212725" y="195834"/>
                </a:lnTo>
                <a:lnTo>
                  <a:pt x="171323" y="219456"/>
                </a:lnTo>
                <a:lnTo>
                  <a:pt x="160489" y="221284"/>
                </a:lnTo>
                <a:lnTo>
                  <a:pt x="154152" y="220903"/>
                </a:lnTo>
                <a:lnTo>
                  <a:pt x="154292" y="219964"/>
                </a:lnTo>
                <a:lnTo>
                  <a:pt x="158242" y="193929"/>
                </a:lnTo>
                <a:lnTo>
                  <a:pt x="67056" y="223520"/>
                </a:lnTo>
                <a:lnTo>
                  <a:pt x="145415" y="278638"/>
                </a:lnTo>
                <a:lnTo>
                  <a:pt x="149733" y="250063"/>
                </a:lnTo>
                <a:lnTo>
                  <a:pt x="149860" y="249275"/>
                </a:lnTo>
                <a:lnTo>
                  <a:pt x="160020" y="249936"/>
                </a:lnTo>
                <a:lnTo>
                  <a:pt x="161163" y="250063"/>
                </a:lnTo>
                <a:lnTo>
                  <a:pt x="162306" y="249936"/>
                </a:lnTo>
                <a:lnTo>
                  <a:pt x="162775" y="249936"/>
                </a:lnTo>
                <a:lnTo>
                  <a:pt x="179578" y="246761"/>
                </a:lnTo>
                <a:lnTo>
                  <a:pt x="193294" y="242570"/>
                </a:lnTo>
                <a:lnTo>
                  <a:pt x="194056" y="242316"/>
                </a:lnTo>
                <a:lnTo>
                  <a:pt x="195326" y="241808"/>
                </a:lnTo>
                <a:lnTo>
                  <a:pt x="208026" y="235712"/>
                </a:lnTo>
                <a:lnTo>
                  <a:pt x="208788" y="235458"/>
                </a:lnTo>
                <a:lnTo>
                  <a:pt x="209423" y="235077"/>
                </a:lnTo>
                <a:lnTo>
                  <a:pt x="209931" y="234696"/>
                </a:lnTo>
                <a:lnTo>
                  <a:pt x="221615" y="226695"/>
                </a:lnTo>
                <a:lnTo>
                  <a:pt x="222250" y="226187"/>
                </a:lnTo>
                <a:lnTo>
                  <a:pt x="223012" y="225679"/>
                </a:lnTo>
                <a:lnTo>
                  <a:pt x="227063" y="221615"/>
                </a:lnTo>
                <a:lnTo>
                  <a:pt x="227330" y="221361"/>
                </a:lnTo>
                <a:lnTo>
                  <a:pt x="232651" y="216027"/>
                </a:lnTo>
                <a:lnTo>
                  <a:pt x="233413" y="215265"/>
                </a:lnTo>
                <a:lnTo>
                  <a:pt x="234950" y="213741"/>
                </a:lnTo>
                <a:lnTo>
                  <a:pt x="237172" y="210947"/>
                </a:lnTo>
                <a:lnTo>
                  <a:pt x="237972" y="209931"/>
                </a:lnTo>
                <a:lnTo>
                  <a:pt x="240411" y="206883"/>
                </a:lnTo>
                <a:lnTo>
                  <a:pt x="241820" y="204724"/>
                </a:lnTo>
                <a:lnTo>
                  <a:pt x="242900" y="203073"/>
                </a:lnTo>
                <a:lnTo>
                  <a:pt x="245237" y="199517"/>
                </a:lnTo>
                <a:lnTo>
                  <a:pt x="249555" y="191516"/>
                </a:lnTo>
                <a:lnTo>
                  <a:pt x="261366" y="153670"/>
                </a:lnTo>
                <a:lnTo>
                  <a:pt x="263906" y="131064"/>
                </a:lnTo>
                <a:lnTo>
                  <a:pt x="264147" y="119380"/>
                </a:lnTo>
                <a:close/>
              </a:path>
              <a:path w="652780" h="854710">
                <a:moveTo>
                  <a:pt x="652526" y="854583"/>
                </a:moveTo>
                <a:lnTo>
                  <a:pt x="637311" y="819785"/>
                </a:lnTo>
                <a:lnTo>
                  <a:pt x="614172" y="766826"/>
                </a:lnTo>
                <a:lnTo>
                  <a:pt x="595820" y="788784"/>
                </a:lnTo>
                <a:lnTo>
                  <a:pt x="18288" y="306578"/>
                </a:lnTo>
                <a:lnTo>
                  <a:pt x="0" y="328422"/>
                </a:lnTo>
                <a:lnTo>
                  <a:pt x="577545" y="810641"/>
                </a:lnTo>
                <a:lnTo>
                  <a:pt x="559181" y="832612"/>
                </a:lnTo>
                <a:lnTo>
                  <a:pt x="652526" y="85458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 txBox="1"/>
          <p:nvPr/>
        </p:nvSpPr>
        <p:spPr>
          <a:xfrm>
            <a:off x="2683129" y="4141978"/>
            <a:ext cx="335915" cy="741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𝑟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  <a:p>
            <a:pPr marL="116205">
              <a:lnSpc>
                <a:spcPct val="100000"/>
              </a:lnSpc>
              <a:spcBef>
                <a:spcPts val="1315"/>
              </a:spcBef>
            </a:pPr>
            <a:r>
              <a:rPr dirty="0" sz="1800" spc="-25">
                <a:latin typeface="Cambria Math"/>
                <a:cs typeface="Cambria Math"/>
              </a:rPr>
              <a:t>𝑟</a:t>
            </a:r>
            <a:r>
              <a:rPr dirty="0" baseline="-14957" sz="1950" spc="-37">
                <a:latin typeface="Cambria Math"/>
                <a:cs typeface="Cambria Math"/>
              </a:rPr>
              <a:t>3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50" name="object 50" descr=""/>
          <p:cNvSpPr/>
          <p:nvPr/>
        </p:nvSpPr>
        <p:spPr>
          <a:xfrm>
            <a:off x="1526286" y="5217159"/>
            <a:ext cx="1479550" cy="85725"/>
          </a:xfrm>
          <a:custGeom>
            <a:avLst/>
            <a:gdLst/>
            <a:ahLst/>
            <a:cxnLst/>
            <a:rect l="l" t="t" r="r" b="b"/>
            <a:pathLst>
              <a:path w="1479550" h="85725">
                <a:moveTo>
                  <a:pt x="1393316" y="0"/>
                </a:moveTo>
                <a:lnTo>
                  <a:pt x="1393316" y="85724"/>
                </a:lnTo>
                <a:lnTo>
                  <a:pt x="1450551" y="57149"/>
                </a:lnTo>
                <a:lnTo>
                  <a:pt x="1407668" y="57149"/>
                </a:lnTo>
                <a:lnTo>
                  <a:pt x="1407668" y="28574"/>
                </a:lnTo>
                <a:lnTo>
                  <a:pt x="1450382" y="28574"/>
                </a:lnTo>
                <a:lnTo>
                  <a:pt x="1393316" y="0"/>
                </a:lnTo>
                <a:close/>
              </a:path>
              <a:path w="1479550" h="85725">
                <a:moveTo>
                  <a:pt x="1393316" y="28574"/>
                </a:moveTo>
                <a:lnTo>
                  <a:pt x="0" y="28574"/>
                </a:lnTo>
                <a:lnTo>
                  <a:pt x="0" y="57149"/>
                </a:lnTo>
                <a:lnTo>
                  <a:pt x="1393316" y="57149"/>
                </a:lnTo>
                <a:lnTo>
                  <a:pt x="1393316" y="28574"/>
                </a:lnTo>
                <a:close/>
              </a:path>
              <a:path w="1479550" h="85725">
                <a:moveTo>
                  <a:pt x="1450382" y="28574"/>
                </a:moveTo>
                <a:lnTo>
                  <a:pt x="1407668" y="28574"/>
                </a:lnTo>
                <a:lnTo>
                  <a:pt x="1407668" y="57149"/>
                </a:lnTo>
                <a:lnTo>
                  <a:pt x="1450551" y="57149"/>
                </a:lnTo>
                <a:lnTo>
                  <a:pt x="1479041" y="42925"/>
                </a:lnTo>
                <a:lnTo>
                  <a:pt x="1450382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 txBox="1"/>
          <p:nvPr/>
        </p:nvSpPr>
        <p:spPr>
          <a:xfrm>
            <a:off x="2150491" y="5215585"/>
            <a:ext cx="1346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𝑟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2225167" y="5324347"/>
            <a:ext cx="12255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latin typeface="Cambria Math"/>
                <a:cs typeface="Cambria Math"/>
              </a:rPr>
              <a:t>4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6046342" y="5056073"/>
            <a:ext cx="23367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𝑖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7828533" y="4974082"/>
            <a:ext cx="438150" cy="457834"/>
            <a:chOff x="7828533" y="4974082"/>
            <a:chExt cx="438150" cy="457834"/>
          </a:xfrm>
        </p:grpSpPr>
        <p:sp>
          <p:nvSpPr>
            <p:cNvPr id="55" name="object 55" descr=""/>
            <p:cNvSpPr/>
            <p:nvPr/>
          </p:nvSpPr>
          <p:spPr>
            <a:xfrm>
              <a:off x="7834883" y="4980432"/>
              <a:ext cx="425450" cy="445134"/>
            </a:xfrm>
            <a:custGeom>
              <a:avLst/>
              <a:gdLst/>
              <a:ahLst/>
              <a:cxnLst/>
              <a:rect l="l" t="t" r="r" b="b"/>
              <a:pathLst>
                <a:path w="425450" h="445135">
                  <a:moveTo>
                    <a:pt x="212598" y="0"/>
                  </a:moveTo>
                  <a:lnTo>
                    <a:pt x="163832" y="5873"/>
                  </a:lnTo>
                  <a:lnTo>
                    <a:pt x="119076" y="22606"/>
                  </a:lnTo>
                  <a:lnTo>
                    <a:pt x="79603" y="48865"/>
                  </a:lnTo>
                  <a:lnTo>
                    <a:pt x="46686" y="83317"/>
                  </a:lnTo>
                  <a:lnTo>
                    <a:pt x="21598" y="124630"/>
                  </a:lnTo>
                  <a:lnTo>
                    <a:pt x="5611" y="171469"/>
                  </a:lnTo>
                  <a:lnTo>
                    <a:pt x="0" y="222504"/>
                  </a:lnTo>
                  <a:lnTo>
                    <a:pt x="5611" y="273538"/>
                  </a:lnTo>
                  <a:lnTo>
                    <a:pt x="21598" y="320377"/>
                  </a:lnTo>
                  <a:lnTo>
                    <a:pt x="46686" y="361690"/>
                  </a:lnTo>
                  <a:lnTo>
                    <a:pt x="79603" y="396142"/>
                  </a:lnTo>
                  <a:lnTo>
                    <a:pt x="119076" y="422401"/>
                  </a:lnTo>
                  <a:lnTo>
                    <a:pt x="163832" y="439134"/>
                  </a:lnTo>
                  <a:lnTo>
                    <a:pt x="212598" y="445008"/>
                  </a:lnTo>
                  <a:lnTo>
                    <a:pt x="261363" y="439134"/>
                  </a:lnTo>
                  <a:lnTo>
                    <a:pt x="306119" y="422401"/>
                  </a:lnTo>
                  <a:lnTo>
                    <a:pt x="345592" y="396142"/>
                  </a:lnTo>
                  <a:lnTo>
                    <a:pt x="378509" y="361690"/>
                  </a:lnTo>
                  <a:lnTo>
                    <a:pt x="403597" y="320377"/>
                  </a:lnTo>
                  <a:lnTo>
                    <a:pt x="419584" y="273538"/>
                  </a:lnTo>
                  <a:lnTo>
                    <a:pt x="425196" y="222504"/>
                  </a:lnTo>
                  <a:lnTo>
                    <a:pt x="419584" y="171469"/>
                  </a:lnTo>
                  <a:lnTo>
                    <a:pt x="403597" y="124630"/>
                  </a:lnTo>
                  <a:lnTo>
                    <a:pt x="378509" y="83317"/>
                  </a:lnTo>
                  <a:lnTo>
                    <a:pt x="345592" y="48865"/>
                  </a:lnTo>
                  <a:lnTo>
                    <a:pt x="306119" y="22606"/>
                  </a:lnTo>
                  <a:lnTo>
                    <a:pt x="261363" y="5873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7834883" y="4980432"/>
              <a:ext cx="425450" cy="445134"/>
            </a:xfrm>
            <a:custGeom>
              <a:avLst/>
              <a:gdLst/>
              <a:ahLst/>
              <a:cxnLst/>
              <a:rect l="l" t="t" r="r" b="b"/>
              <a:pathLst>
                <a:path w="425450" h="445135">
                  <a:moveTo>
                    <a:pt x="0" y="222504"/>
                  </a:moveTo>
                  <a:lnTo>
                    <a:pt x="5611" y="171469"/>
                  </a:lnTo>
                  <a:lnTo>
                    <a:pt x="21598" y="124630"/>
                  </a:lnTo>
                  <a:lnTo>
                    <a:pt x="46686" y="83317"/>
                  </a:lnTo>
                  <a:lnTo>
                    <a:pt x="79603" y="48865"/>
                  </a:lnTo>
                  <a:lnTo>
                    <a:pt x="119076" y="22606"/>
                  </a:lnTo>
                  <a:lnTo>
                    <a:pt x="163832" y="5873"/>
                  </a:lnTo>
                  <a:lnTo>
                    <a:pt x="212598" y="0"/>
                  </a:lnTo>
                  <a:lnTo>
                    <a:pt x="261363" y="5873"/>
                  </a:lnTo>
                  <a:lnTo>
                    <a:pt x="306119" y="22606"/>
                  </a:lnTo>
                  <a:lnTo>
                    <a:pt x="345592" y="48865"/>
                  </a:lnTo>
                  <a:lnTo>
                    <a:pt x="378509" y="83317"/>
                  </a:lnTo>
                  <a:lnTo>
                    <a:pt x="403597" y="124630"/>
                  </a:lnTo>
                  <a:lnTo>
                    <a:pt x="419584" y="171469"/>
                  </a:lnTo>
                  <a:lnTo>
                    <a:pt x="425196" y="222504"/>
                  </a:lnTo>
                  <a:lnTo>
                    <a:pt x="419584" y="273538"/>
                  </a:lnTo>
                  <a:lnTo>
                    <a:pt x="403597" y="320377"/>
                  </a:lnTo>
                  <a:lnTo>
                    <a:pt x="378509" y="361690"/>
                  </a:lnTo>
                  <a:lnTo>
                    <a:pt x="345592" y="396142"/>
                  </a:lnTo>
                  <a:lnTo>
                    <a:pt x="306119" y="422401"/>
                  </a:lnTo>
                  <a:lnTo>
                    <a:pt x="261363" y="439134"/>
                  </a:lnTo>
                  <a:lnTo>
                    <a:pt x="212598" y="445008"/>
                  </a:lnTo>
                  <a:lnTo>
                    <a:pt x="163832" y="439134"/>
                  </a:lnTo>
                  <a:lnTo>
                    <a:pt x="119076" y="422401"/>
                  </a:lnTo>
                  <a:lnTo>
                    <a:pt x="79603" y="396142"/>
                  </a:lnTo>
                  <a:lnTo>
                    <a:pt x="46686" y="361690"/>
                  </a:lnTo>
                  <a:lnTo>
                    <a:pt x="21598" y="320377"/>
                  </a:lnTo>
                  <a:lnTo>
                    <a:pt x="5611" y="273538"/>
                  </a:lnTo>
                  <a:lnTo>
                    <a:pt x="0" y="22250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7893050" y="5052136"/>
            <a:ext cx="2508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6908" sz="1725" spc="-37">
                <a:latin typeface="Cambria Math"/>
                <a:cs typeface="Cambria Math"/>
              </a:rPr>
              <a:t>𝑗</a:t>
            </a:r>
            <a:endParaRPr baseline="-16908" sz="1725">
              <a:latin typeface="Cambria Math"/>
              <a:cs typeface="Cambria Math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6355715" y="4100829"/>
            <a:ext cx="1479550" cy="1145540"/>
            <a:chOff x="6355715" y="4100829"/>
            <a:chExt cx="1479550" cy="1145540"/>
          </a:xfrm>
        </p:grpSpPr>
        <p:sp>
          <p:nvSpPr>
            <p:cNvPr id="59" name="object 59" descr=""/>
            <p:cNvSpPr/>
            <p:nvPr/>
          </p:nvSpPr>
          <p:spPr>
            <a:xfrm>
              <a:off x="6355715" y="5160136"/>
              <a:ext cx="1479550" cy="85725"/>
            </a:xfrm>
            <a:custGeom>
              <a:avLst/>
              <a:gdLst/>
              <a:ahLst/>
              <a:cxnLst/>
              <a:rect l="l" t="t" r="r" b="b"/>
              <a:pathLst>
                <a:path w="1479550" h="85725">
                  <a:moveTo>
                    <a:pt x="1393698" y="0"/>
                  </a:moveTo>
                  <a:lnTo>
                    <a:pt x="1393189" y="85725"/>
                  </a:lnTo>
                  <a:lnTo>
                    <a:pt x="1450852" y="57276"/>
                  </a:lnTo>
                  <a:lnTo>
                    <a:pt x="1407667" y="57276"/>
                  </a:lnTo>
                  <a:lnTo>
                    <a:pt x="1407794" y="28701"/>
                  </a:lnTo>
                  <a:lnTo>
                    <a:pt x="1450344" y="28701"/>
                  </a:lnTo>
                  <a:lnTo>
                    <a:pt x="1393698" y="0"/>
                  </a:lnTo>
                  <a:close/>
                </a:path>
                <a:path w="1479550" h="85725">
                  <a:moveTo>
                    <a:pt x="254" y="21589"/>
                  </a:moveTo>
                  <a:lnTo>
                    <a:pt x="60" y="43306"/>
                  </a:lnTo>
                  <a:lnTo>
                    <a:pt x="0" y="50164"/>
                  </a:lnTo>
                  <a:lnTo>
                    <a:pt x="1407668" y="57276"/>
                  </a:lnTo>
                  <a:lnTo>
                    <a:pt x="1393358" y="57276"/>
                  </a:lnTo>
                  <a:lnTo>
                    <a:pt x="1393441" y="43306"/>
                  </a:lnTo>
                  <a:lnTo>
                    <a:pt x="1393527" y="28701"/>
                  </a:lnTo>
                  <a:lnTo>
                    <a:pt x="1407795" y="28701"/>
                  </a:lnTo>
                  <a:lnTo>
                    <a:pt x="254" y="21589"/>
                  </a:lnTo>
                  <a:close/>
                </a:path>
                <a:path w="1479550" h="85725">
                  <a:moveTo>
                    <a:pt x="1450344" y="28701"/>
                  </a:moveTo>
                  <a:lnTo>
                    <a:pt x="1407794" y="28701"/>
                  </a:lnTo>
                  <a:lnTo>
                    <a:pt x="1407667" y="57276"/>
                  </a:lnTo>
                  <a:lnTo>
                    <a:pt x="1450852" y="57276"/>
                  </a:lnTo>
                  <a:lnTo>
                    <a:pt x="1479168" y="43306"/>
                  </a:lnTo>
                  <a:lnTo>
                    <a:pt x="1450344" y="287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6940296" y="4107179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212598" y="0"/>
                  </a:moveTo>
                  <a:lnTo>
                    <a:pt x="163832" y="5896"/>
                  </a:lnTo>
                  <a:lnTo>
                    <a:pt x="119076" y="22691"/>
                  </a:lnTo>
                  <a:lnTo>
                    <a:pt x="79603" y="49045"/>
                  </a:lnTo>
                  <a:lnTo>
                    <a:pt x="46686" y="83620"/>
                  </a:lnTo>
                  <a:lnTo>
                    <a:pt x="21598" y="125074"/>
                  </a:lnTo>
                  <a:lnTo>
                    <a:pt x="5611" y="172069"/>
                  </a:lnTo>
                  <a:lnTo>
                    <a:pt x="0" y="223266"/>
                  </a:lnTo>
                  <a:lnTo>
                    <a:pt x="5611" y="274462"/>
                  </a:lnTo>
                  <a:lnTo>
                    <a:pt x="21598" y="321457"/>
                  </a:lnTo>
                  <a:lnTo>
                    <a:pt x="46686" y="362911"/>
                  </a:lnTo>
                  <a:lnTo>
                    <a:pt x="79603" y="397486"/>
                  </a:lnTo>
                  <a:lnTo>
                    <a:pt x="119076" y="423840"/>
                  </a:lnTo>
                  <a:lnTo>
                    <a:pt x="163832" y="440635"/>
                  </a:lnTo>
                  <a:lnTo>
                    <a:pt x="212598" y="446532"/>
                  </a:lnTo>
                  <a:lnTo>
                    <a:pt x="261363" y="440635"/>
                  </a:lnTo>
                  <a:lnTo>
                    <a:pt x="306119" y="423840"/>
                  </a:lnTo>
                  <a:lnTo>
                    <a:pt x="345592" y="397486"/>
                  </a:lnTo>
                  <a:lnTo>
                    <a:pt x="378509" y="362911"/>
                  </a:lnTo>
                  <a:lnTo>
                    <a:pt x="403597" y="321457"/>
                  </a:lnTo>
                  <a:lnTo>
                    <a:pt x="419584" y="274462"/>
                  </a:lnTo>
                  <a:lnTo>
                    <a:pt x="425196" y="223266"/>
                  </a:lnTo>
                  <a:lnTo>
                    <a:pt x="419584" y="172069"/>
                  </a:lnTo>
                  <a:lnTo>
                    <a:pt x="403597" y="125074"/>
                  </a:lnTo>
                  <a:lnTo>
                    <a:pt x="378509" y="83620"/>
                  </a:lnTo>
                  <a:lnTo>
                    <a:pt x="345592" y="49045"/>
                  </a:lnTo>
                  <a:lnTo>
                    <a:pt x="306119" y="22691"/>
                  </a:lnTo>
                  <a:lnTo>
                    <a:pt x="261363" y="5896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FFFFFF">
                <a:alpha val="2784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6940296" y="4107179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0" y="223266"/>
                  </a:moveTo>
                  <a:lnTo>
                    <a:pt x="5611" y="172069"/>
                  </a:lnTo>
                  <a:lnTo>
                    <a:pt x="21598" y="125074"/>
                  </a:lnTo>
                  <a:lnTo>
                    <a:pt x="46686" y="83620"/>
                  </a:lnTo>
                  <a:lnTo>
                    <a:pt x="79603" y="49045"/>
                  </a:lnTo>
                  <a:lnTo>
                    <a:pt x="119076" y="22691"/>
                  </a:lnTo>
                  <a:lnTo>
                    <a:pt x="163832" y="5896"/>
                  </a:lnTo>
                  <a:lnTo>
                    <a:pt x="212598" y="0"/>
                  </a:lnTo>
                  <a:lnTo>
                    <a:pt x="261363" y="5896"/>
                  </a:lnTo>
                  <a:lnTo>
                    <a:pt x="306119" y="22691"/>
                  </a:lnTo>
                  <a:lnTo>
                    <a:pt x="345592" y="49045"/>
                  </a:lnTo>
                  <a:lnTo>
                    <a:pt x="378509" y="83620"/>
                  </a:lnTo>
                  <a:lnTo>
                    <a:pt x="403597" y="125074"/>
                  </a:lnTo>
                  <a:lnTo>
                    <a:pt x="419584" y="172069"/>
                  </a:lnTo>
                  <a:lnTo>
                    <a:pt x="425196" y="223266"/>
                  </a:lnTo>
                  <a:lnTo>
                    <a:pt x="419584" y="274462"/>
                  </a:lnTo>
                  <a:lnTo>
                    <a:pt x="403597" y="321457"/>
                  </a:lnTo>
                  <a:lnTo>
                    <a:pt x="378509" y="362911"/>
                  </a:lnTo>
                  <a:lnTo>
                    <a:pt x="345592" y="397486"/>
                  </a:lnTo>
                  <a:lnTo>
                    <a:pt x="306119" y="423840"/>
                  </a:lnTo>
                  <a:lnTo>
                    <a:pt x="261363" y="440635"/>
                  </a:lnTo>
                  <a:lnTo>
                    <a:pt x="212598" y="446532"/>
                  </a:lnTo>
                  <a:lnTo>
                    <a:pt x="163832" y="440635"/>
                  </a:lnTo>
                  <a:lnTo>
                    <a:pt x="119076" y="423840"/>
                  </a:lnTo>
                  <a:lnTo>
                    <a:pt x="79603" y="397486"/>
                  </a:lnTo>
                  <a:lnTo>
                    <a:pt x="46686" y="362911"/>
                  </a:lnTo>
                  <a:lnTo>
                    <a:pt x="21598" y="321457"/>
                  </a:lnTo>
                  <a:lnTo>
                    <a:pt x="5611" y="274462"/>
                  </a:lnTo>
                  <a:lnTo>
                    <a:pt x="0" y="22326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7061072" y="4192270"/>
            <a:ext cx="1333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9B9B9B"/>
                </a:solidFill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63" name="object 63" descr=""/>
          <p:cNvSpPr/>
          <p:nvPr/>
        </p:nvSpPr>
        <p:spPr>
          <a:xfrm>
            <a:off x="6696202" y="5308853"/>
            <a:ext cx="338455" cy="212090"/>
          </a:xfrm>
          <a:custGeom>
            <a:avLst/>
            <a:gdLst/>
            <a:ahLst/>
            <a:cxnLst/>
            <a:rect l="l" t="t" r="r" b="b"/>
            <a:pathLst>
              <a:path w="338454" h="212089">
                <a:moveTo>
                  <a:pt x="270637" y="0"/>
                </a:moveTo>
                <a:lnTo>
                  <a:pt x="267589" y="8509"/>
                </a:lnTo>
                <a:lnTo>
                  <a:pt x="279856" y="13892"/>
                </a:lnTo>
                <a:lnTo>
                  <a:pt x="290385" y="21288"/>
                </a:lnTo>
                <a:lnTo>
                  <a:pt x="311804" y="55375"/>
                </a:lnTo>
                <a:lnTo>
                  <a:pt x="317972" y="86483"/>
                </a:lnTo>
                <a:lnTo>
                  <a:pt x="318004" y="86705"/>
                </a:lnTo>
                <a:lnTo>
                  <a:pt x="315642" y="140398"/>
                </a:lnTo>
                <a:lnTo>
                  <a:pt x="299206" y="180784"/>
                </a:lnTo>
                <a:lnTo>
                  <a:pt x="267970" y="203073"/>
                </a:lnTo>
                <a:lnTo>
                  <a:pt x="270637" y="211709"/>
                </a:lnTo>
                <a:lnTo>
                  <a:pt x="311034" y="187706"/>
                </a:lnTo>
                <a:lnTo>
                  <a:pt x="333755" y="143335"/>
                </a:lnTo>
                <a:lnTo>
                  <a:pt x="338074" y="105918"/>
                </a:lnTo>
                <a:lnTo>
                  <a:pt x="337010" y="86705"/>
                </a:lnTo>
                <a:lnTo>
                  <a:pt x="336998" y="86483"/>
                </a:lnTo>
                <a:lnTo>
                  <a:pt x="320675" y="37084"/>
                </a:lnTo>
                <a:lnTo>
                  <a:pt x="285974" y="5526"/>
                </a:lnTo>
                <a:lnTo>
                  <a:pt x="270637" y="0"/>
                </a:lnTo>
                <a:close/>
              </a:path>
              <a:path w="338454" h="212089">
                <a:moveTo>
                  <a:pt x="67564" y="0"/>
                </a:moveTo>
                <a:lnTo>
                  <a:pt x="27094" y="24056"/>
                </a:lnTo>
                <a:lnTo>
                  <a:pt x="4365" y="68548"/>
                </a:lnTo>
                <a:lnTo>
                  <a:pt x="0" y="105918"/>
                </a:lnTo>
                <a:lnTo>
                  <a:pt x="985" y="123444"/>
                </a:lnTo>
                <a:lnTo>
                  <a:pt x="17399" y="174752"/>
                </a:lnTo>
                <a:lnTo>
                  <a:pt x="52135" y="206184"/>
                </a:lnTo>
                <a:lnTo>
                  <a:pt x="67564" y="211709"/>
                </a:lnTo>
                <a:lnTo>
                  <a:pt x="70230" y="203073"/>
                </a:lnTo>
                <a:lnTo>
                  <a:pt x="58130" y="197739"/>
                </a:lnTo>
                <a:lnTo>
                  <a:pt x="47720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3" y="104775"/>
                </a:lnTo>
                <a:lnTo>
                  <a:pt x="20089" y="86705"/>
                </a:lnTo>
                <a:lnTo>
                  <a:pt x="31876" y="42164"/>
                </a:lnTo>
                <a:lnTo>
                  <a:pt x="58291" y="13892"/>
                </a:lnTo>
                <a:lnTo>
                  <a:pt x="70484" y="8509"/>
                </a:lnTo>
                <a:lnTo>
                  <a:pt x="6756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 txBox="1"/>
          <p:nvPr/>
        </p:nvSpPr>
        <p:spPr>
          <a:xfrm>
            <a:off x="6441694" y="5239258"/>
            <a:ext cx="1359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𝑟</a:t>
            </a:r>
            <a:r>
              <a:rPr dirty="0" baseline="-14957" sz="195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dirty="0" baseline="-14957" sz="1950" spc="5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𝑟</a:t>
            </a:r>
            <a:r>
              <a:rPr dirty="0" baseline="-14957" sz="195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r>
              <a:rPr dirty="0" baseline="-14957" sz="1950" spc="562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7777" sz="195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𝑟</a:t>
            </a:r>
            <a:r>
              <a:rPr dirty="0" baseline="-14957" sz="1950">
                <a:solidFill>
                  <a:srgbClr val="C00000"/>
                </a:solidFill>
                <a:latin typeface="Cambria Math"/>
                <a:cs typeface="Cambria Math"/>
              </a:rPr>
              <a:t>3</a:t>
            </a:r>
            <a:r>
              <a:rPr dirty="0" baseline="-14957" sz="1950" spc="142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∪</a:t>
            </a:r>
            <a:r>
              <a:rPr dirty="0" sz="1800" spc="-75">
                <a:latin typeface="Cambria Math"/>
                <a:cs typeface="Cambria Math"/>
              </a:rPr>
              <a:t> </a:t>
            </a:r>
            <a:r>
              <a:rPr dirty="0" sz="1800" spc="-25">
                <a:latin typeface="Cambria Math"/>
                <a:cs typeface="Cambria Math"/>
              </a:rPr>
              <a:t>𝑟</a:t>
            </a:r>
            <a:r>
              <a:rPr dirty="0" baseline="-14957" sz="1950" spc="-37">
                <a:latin typeface="Cambria Math"/>
                <a:cs typeface="Cambria Math"/>
              </a:rPr>
              <a:t>4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9390633" y="3157854"/>
            <a:ext cx="2156460" cy="1303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14300">
              <a:lnSpc>
                <a:spcPct val="100000"/>
              </a:lnSpc>
              <a:spcBef>
                <a:spcPts val="100"/>
              </a:spcBef>
              <a:buChar char="-"/>
              <a:tabLst>
                <a:tab pos="127000" algn="l"/>
              </a:tabLst>
            </a:pPr>
            <a:r>
              <a:rPr dirty="0" sz="1800" spc="-20">
                <a:latin typeface="Franklin Gothic Medium"/>
                <a:cs typeface="Franklin Gothic Medium"/>
              </a:rPr>
              <a:t>Pick</a:t>
            </a:r>
            <a:r>
              <a:rPr dirty="0" sz="1800" spc="-80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any</a:t>
            </a:r>
            <a:r>
              <a:rPr dirty="0" sz="1800" spc="-8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state</a:t>
            </a:r>
            <a:r>
              <a:rPr dirty="0" sz="1800" spc="-80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except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4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start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and</a:t>
            </a:r>
            <a:r>
              <a:rPr dirty="0" sz="1800" spc="-3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accept states.</a:t>
            </a:r>
            <a:endParaRPr sz="1800">
              <a:latin typeface="Franklin Gothic Medium"/>
              <a:cs typeface="Franklin Gothic Medium"/>
            </a:endParaRPr>
          </a:p>
          <a:p>
            <a:pPr marL="127000" indent="-114300">
              <a:lnSpc>
                <a:spcPct val="100000"/>
              </a:lnSpc>
              <a:spcBef>
                <a:spcPts val="1425"/>
              </a:spcBef>
              <a:buChar char="-"/>
              <a:tabLst>
                <a:tab pos="127000" algn="l"/>
              </a:tabLst>
            </a:pPr>
            <a:r>
              <a:rPr dirty="0" sz="1800" spc="-50">
                <a:latin typeface="Franklin Gothic Medium"/>
                <a:cs typeface="Franklin Gothic Medium"/>
              </a:rPr>
              <a:t>Remove</a:t>
            </a:r>
            <a:r>
              <a:rPr dirty="0" sz="1800" spc="-3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4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state.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9311640" y="4582667"/>
            <a:ext cx="2711450" cy="92392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1275" rIns="0" bIns="0" rtlCol="0" vert="horz">
            <a:spAutoFit/>
          </a:bodyPr>
          <a:lstStyle/>
          <a:p>
            <a:pPr marL="91440" marR="290195">
              <a:lnSpc>
                <a:spcPct val="100000"/>
              </a:lnSpc>
              <a:spcBef>
                <a:spcPts val="325"/>
              </a:spcBef>
            </a:pPr>
            <a:r>
              <a:rPr dirty="0" sz="1800">
                <a:latin typeface="Franklin Gothic Medium"/>
                <a:cs typeface="Franklin Gothic Medium"/>
              </a:rPr>
              <a:t>-</a:t>
            </a:r>
            <a:r>
              <a:rPr dirty="0" sz="1800" spc="-50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Repair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40">
                <a:latin typeface="Franklin Gothic Medium"/>
                <a:cs typeface="Franklin Gothic Medium"/>
              </a:rPr>
              <a:t> </a:t>
            </a:r>
            <a:r>
              <a:rPr dirty="0" sz="1800" spc="-35">
                <a:latin typeface="Franklin Gothic Medium"/>
                <a:cs typeface="Franklin Gothic Medium"/>
              </a:rPr>
              <a:t>damage</a:t>
            </a:r>
            <a:r>
              <a:rPr dirty="0" sz="1800" spc="-45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by </a:t>
            </a:r>
            <a:r>
              <a:rPr dirty="0" sz="1800" spc="-20">
                <a:latin typeface="Franklin Gothic Medium"/>
                <a:cs typeface="Franklin Gothic Medium"/>
              </a:rPr>
              <a:t>recovering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all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paths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that </a:t>
            </a:r>
            <a:r>
              <a:rPr dirty="0" sz="1800" spc="-10">
                <a:latin typeface="Franklin Gothic Medium"/>
                <a:cs typeface="Franklin Gothic Medium"/>
              </a:rPr>
              <a:t>went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through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state.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5"/>
              <a:t>GNFA</a:t>
            </a:r>
            <a:r>
              <a:rPr dirty="0" spc="-190"/>
              <a:t> </a:t>
            </a:r>
            <a:r>
              <a:rPr dirty="0" spc="-10"/>
              <a:t>conversion</a:t>
            </a:r>
            <a:r>
              <a:rPr dirty="0" spc="-215"/>
              <a:t> </a:t>
            </a:r>
            <a:r>
              <a:rPr dirty="0"/>
              <a:t>to</a:t>
            </a:r>
            <a:r>
              <a:rPr dirty="0" spc="-200"/>
              <a:t> </a:t>
            </a:r>
            <a:r>
              <a:rPr dirty="0" spc="-55"/>
              <a:t>Regular</a:t>
            </a:r>
            <a:r>
              <a:rPr dirty="0" spc="-220"/>
              <a:t> </a:t>
            </a:r>
            <a:r>
              <a:rPr dirty="0" spc="-10"/>
              <a:t>Expressions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208110"/>
            <a:ext cx="10780395" cy="1689735"/>
          </a:xfrm>
          <a:prstGeom prst="rect">
            <a:avLst/>
          </a:prstGeom>
        </p:spPr>
        <p:txBody>
          <a:bodyPr wrap="square" lIns="0" tIns="152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800" spc="-60">
                <a:latin typeface="Franklin Gothic Medium"/>
                <a:cs typeface="Franklin Gothic Medium"/>
              </a:rPr>
              <a:t>Lemma: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Every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GNFA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𝐺</a:t>
            </a:r>
            <a:r>
              <a:rPr dirty="0" sz="2800" spc="11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has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equivalent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r>
              <a:rPr dirty="0" sz="2800" spc="-3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2800" spc="-25" i="1">
                <a:latin typeface="Franklin Gothic Medium"/>
                <a:cs typeface="Franklin Gothic Medium"/>
              </a:rPr>
              <a:t>Proof</a:t>
            </a:r>
            <a:r>
              <a:rPr dirty="0" sz="2800" spc="-25">
                <a:latin typeface="Franklin Gothic Medium"/>
                <a:cs typeface="Franklin Gothic Medium"/>
              </a:rPr>
              <a:t>: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Induction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on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number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states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𝑘</a:t>
            </a:r>
            <a:r>
              <a:rPr dirty="0" sz="2800" spc="6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solidFill>
                  <a:srgbClr val="6F2F9F"/>
                </a:solidFill>
                <a:latin typeface="Cambria Math"/>
                <a:cs typeface="Cambria Math"/>
              </a:rPr>
              <a:t>𝐺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  <a:tabLst>
                <a:tab pos="3164205" algn="l"/>
              </a:tabLst>
            </a:pPr>
            <a:r>
              <a:rPr dirty="0" u="sng" baseline="4629" sz="3600" spc="-15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Induction</a:t>
            </a:r>
            <a:r>
              <a:rPr dirty="0" u="sng" baseline="4629" sz="3600" spc="-112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u="sng" baseline="4629" sz="360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step</a:t>
            </a:r>
            <a:r>
              <a:rPr dirty="0" u="sng" baseline="4629" sz="3600" spc="-82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 </a:t>
            </a:r>
            <a:r>
              <a:rPr dirty="0" baseline="4629" sz="3600">
                <a:latin typeface="Cambria Math"/>
                <a:cs typeface="Cambria Math"/>
              </a:rPr>
              <a:t>(𝑘</a:t>
            </a:r>
            <a:r>
              <a:rPr dirty="0" baseline="4629" sz="3600" spc="217">
                <a:latin typeface="Cambria Math"/>
                <a:cs typeface="Cambria Math"/>
              </a:rPr>
              <a:t> </a:t>
            </a:r>
            <a:r>
              <a:rPr dirty="0" baseline="4629" sz="3600">
                <a:latin typeface="Cambria Math"/>
                <a:cs typeface="Cambria Math"/>
              </a:rPr>
              <a:t>&gt;</a:t>
            </a:r>
            <a:r>
              <a:rPr dirty="0" baseline="4629" sz="3600" spc="104">
                <a:latin typeface="Cambria Math"/>
                <a:cs typeface="Cambria Math"/>
              </a:rPr>
              <a:t> </a:t>
            </a:r>
            <a:r>
              <a:rPr dirty="0" baseline="4629" sz="3600" spc="-37">
                <a:latin typeface="Cambria Math"/>
                <a:cs typeface="Cambria Math"/>
              </a:rPr>
              <a:t>2)</a:t>
            </a:r>
            <a:r>
              <a:rPr dirty="0" baseline="4629" sz="3600" spc="-37">
                <a:latin typeface="Franklin Gothic Medium"/>
                <a:cs typeface="Franklin Gothic Medium"/>
              </a:rPr>
              <a:t>:</a:t>
            </a:r>
            <a:r>
              <a:rPr dirty="0" baseline="4629" sz="3600">
                <a:latin typeface="Franklin Gothic Medium"/>
                <a:cs typeface="Franklin Gothic Medium"/>
              </a:rPr>
              <a:t>	</a:t>
            </a:r>
            <a:r>
              <a:rPr dirty="0" sz="2400" spc="-45">
                <a:latin typeface="Franklin Gothic Medium"/>
                <a:cs typeface="Franklin Gothic Medium"/>
              </a:rPr>
              <a:t>Assume</a:t>
            </a:r>
            <a:r>
              <a:rPr dirty="0" sz="2400" spc="-65">
                <a:latin typeface="Franklin Gothic Medium"/>
                <a:cs typeface="Franklin Gothic Medium"/>
              </a:rPr>
              <a:t> Lemma </a:t>
            </a:r>
            <a:r>
              <a:rPr dirty="0" sz="2400">
                <a:latin typeface="Franklin Gothic Medium"/>
                <a:cs typeface="Franklin Gothic Medium"/>
              </a:rPr>
              <a:t>true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for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 spc="1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−</a:t>
            </a:r>
            <a:r>
              <a:rPr dirty="0" sz="2400" spc="-6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1</a:t>
            </a:r>
            <a:r>
              <a:rPr dirty="0" sz="2400" spc="10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states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prove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for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 spc="70">
                <a:latin typeface="Cambria Math"/>
                <a:cs typeface="Cambria Math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states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6016878" y="3033776"/>
            <a:ext cx="909955" cy="282575"/>
          </a:xfrm>
          <a:custGeom>
            <a:avLst/>
            <a:gdLst/>
            <a:ahLst/>
            <a:cxnLst/>
            <a:rect l="l" t="t" r="r" b="b"/>
            <a:pathLst>
              <a:path w="909954" h="282575">
                <a:moveTo>
                  <a:pt x="819530" y="0"/>
                </a:moveTo>
                <a:lnTo>
                  <a:pt x="815594" y="11429"/>
                </a:lnTo>
                <a:lnTo>
                  <a:pt x="831901" y="18522"/>
                </a:lnTo>
                <a:lnTo>
                  <a:pt x="845947" y="28352"/>
                </a:lnTo>
                <a:lnTo>
                  <a:pt x="874470" y="73852"/>
                </a:lnTo>
                <a:lnTo>
                  <a:pt x="882725" y="115341"/>
                </a:lnTo>
                <a:lnTo>
                  <a:pt x="882765" y="115623"/>
                </a:lnTo>
                <a:lnTo>
                  <a:pt x="882747" y="164635"/>
                </a:lnTo>
                <a:lnTo>
                  <a:pt x="874416" y="207601"/>
                </a:lnTo>
                <a:lnTo>
                  <a:pt x="845994" y="253857"/>
                </a:lnTo>
                <a:lnTo>
                  <a:pt x="815975" y="270890"/>
                </a:lnTo>
                <a:lnTo>
                  <a:pt x="819530" y="282321"/>
                </a:lnTo>
                <a:lnTo>
                  <a:pt x="858027" y="264255"/>
                </a:lnTo>
                <a:lnTo>
                  <a:pt x="886332" y="233045"/>
                </a:lnTo>
                <a:lnTo>
                  <a:pt x="903763" y="191135"/>
                </a:lnTo>
                <a:lnTo>
                  <a:pt x="909574" y="141224"/>
                </a:lnTo>
                <a:lnTo>
                  <a:pt x="908137" y="115623"/>
                </a:lnTo>
                <a:lnTo>
                  <a:pt x="896500" y="69482"/>
                </a:lnTo>
                <a:lnTo>
                  <a:pt x="873377" y="32146"/>
                </a:lnTo>
                <a:lnTo>
                  <a:pt x="839987" y="7381"/>
                </a:lnTo>
                <a:lnTo>
                  <a:pt x="819530" y="0"/>
                </a:lnTo>
                <a:close/>
              </a:path>
              <a:path w="909954" h="282575">
                <a:moveTo>
                  <a:pt x="90043" y="0"/>
                </a:moveTo>
                <a:lnTo>
                  <a:pt x="51641" y="18097"/>
                </a:lnTo>
                <a:lnTo>
                  <a:pt x="23241" y="49529"/>
                </a:lnTo>
                <a:lnTo>
                  <a:pt x="5810" y="91424"/>
                </a:lnTo>
                <a:lnTo>
                  <a:pt x="85" y="139700"/>
                </a:lnTo>
                <a:lnTo>
                  <a:pt x="0" y="141224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281"/>
                </a:lnTo>
                <a:lnTo>
                  <a:pt x="69514" y="274943"/>
                </a:lnTo>
                <a:lnTo>
                  <a:pt x="90043" y="282321"/>
                </a:lnTo>
                <a:lnTo>
                  <a:pt x="93599" y="270890"/>
                </a:lnTo>
                <a:lnTo>
                  <a:pt x="77529" y="263773"/>
                </a:lnTo>
                <a:lnTo>
                  <a:pt x="63627" y="253857"/>
                </a:lnTo>
                <a:lnTo>
                  <a:pt x="35157" y="207601"/>
                </a:lnTo>
                <a:lnTo>
                  <a:pt x="26826" y="164635"/>
                </a:lnTo>
                <a:lnTo>
                  <a:pt x="25781" y="139700"/>
                </a:lnTo>
                <a:lnTo>
                  <a:pt x="26826" y="115623"/>
                </a:lnTo>
                <a:lnTo>
                  <a:pt x="35157" y="73852"/>
                </a:lnTo>
                <a:lnTo>
                  <a:pt x="63738" y="28352"/>
                </a:lnTo>
                <a:lnTo>
                  <a:pt x="94107" y="11429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162813" y="3846321"/>
            <a:ext cx="4163060" cy="2263775"/>
            <a:chOff x="162813" y="3846321"/>
            <a:chExt cx="4163060" cy="2263775"/>
          </a:xfrm>
        </p:grpSpPr>
        <p:sp>
          <p:nvSpPr>
            <p:cNvPr id="11" name="object 11" descr=""/>
            <p:cNvSpPr/>
            <p:nvPr/>
          </p:nvSpPr>
          <p:spPr>
            <a:xfrm>
              <a:off x="1028700" y="3852671"/>
              <a:ext cx="2466340" cy="2251075"/>
            </a:xfrm>
            <a:custGeom>
              <a:avLst/>
              <a:gdLst/>
              <a:ahLst/>
              <a:cxnLst/>
              <a:rect l="l" t="t" r="r" b="b"/>
              <a:pathLst>
                <a:path w="2466340" h="2251075">
                  <a:moveTo>
                    <a:pt x="2090674" y="0"/>
                  </a:moveTo>
                  <a:lnTo>
                    <a:pt x="375158" y="0"/>
                  </a:lnTo>
                  <a:lnTo>
                    <a:pt x="328100" y="2923"/>
                  </a:lnTo>
                  <a:lnTo>
                    <a:pt x="282786" y="11461"/>
                  </a:lnTo>
                  <a:lnTo>
                    <a:pt x="239568" y="25259"/>
                  </a:lnTo>
                  <a:lnTo>
                    <a:pt x="198797" y="43966"/>
                  </a:lnTo>
                  <a:lnTo>
                    <a:pt x="160824" y="67231"/>
                  </a:lnTo>
                  <a:lnTo>
                    <a:pt x="126003" y="94700"/>
                  </a:lnTo>
                  <a:lnTo>
                    <a:pt x="94683" y="126023"/>
                  </a:lnTo>
                  <a:lnTo>
                    <a:pt x="67217" y="160847"/>
                  </a:lnTo>
                  <a:lnTo>
                    <a:pt x="43956" y="198819"/>
                  </a:lnTo>
                  <a:lnTo>
                    <a:pt x="25253" y="239588"/>
                  </a:lnTo>
                  <a:lnTo>
                    <a:pt x="11458" y="282803"/>
                  </a:lnTo>
                  <a:lnTo>
                    <a:pt x="2923" y="328110"/>
                  </a:lnTo>
                  <a:lnTo>
                    <a:pt x="0" y="375157"/>
                  </a:lnTo>
                  <a:lnTo>
                    <a:pt x="0" y="1875777"/>
                  </a:lnTo>
                  <a:lnTo>
                    <a:pt x="2923" y="1922837"/>
                  </a:lnTo>
                  <a:lnTo>
                    <a:pt x="11458" y="1968153"/>
                  </a:lnTo>
                  <a:lnTo>
                    <a:pt x="25253" y="2011374"/>
                  </a:lnTo>
                  <a:lnTo>
                    <a:pt x="43956" y="2052146"/>
                  </a:lnTo>
                  <a:lnTo>
                    <a:pt x="67217" y="2090120"/>
                  </a:lnTo>
                  <a:lnTo>
                    <a:pt x="94683" y="2124942"/>
                  </a:lnTo>
                  <a:lnTo>
                    <a:pt x="126003" y="2156263"/>
                  </a:lnTo>
                  <a:lnTo>
                    <a:pt x="160824" y="2183729"/>
                  </a:lnTo>
                  <a:lnTo>
                    <a:pt x="198797" y="2206990"/>
                  </a:lnTo>
                  <a:lnTo>
                    <a:pt x="239568" y="2225694"/>
                  </a:lnTo>
                  <a:lnTo>
                    <a:pt x="282786" y="2239489"/>
                  </a:lnTo>
                  <a:lnTo>
                    <a:pt x="328100" y="2248024"/>
                  </a:lnTo>
                  <a:lnTo>
                    <a:pt x="375158" y="2250947"/>
                  </a:lnTo>
                  <a:lnTo>
                    <a:pt x="2090674" y="2250947"/>
                  </a:lnTo>
                  <a:lnTo>
                    <a:pt x="2137721" y="2248024"/>
                  </a:lnTo>
                  <a:lnTo>
                    <a:pt x="2183028" y="2239489"/>
                  </a:lnTo>
                  <a:lnTo>
                    <a:pt x="2226243" y="2225694"/>
                  </a:lnTo>
                  <a:lnTo>
                    <a:pt x="2267012" y="2206990"/>
                  </a:lnTo>
                  <a:lnTo>
                    <a:pt x="2304984" y="2183729"/>
                  </a:lnTo>
                  <a:lnTo>
                    <a:pt x="2339808" y="2156263"/>
                  </a:lnTo>
                  <a:lnTo>
                    <a:pt x="2371131" y="2124942"/>
                  </a:lnTo>
                  <a:lnTo>
                    <a:pt x="2398600" y="2090120"/>
                  </a:lnTo>
                  <a:lnTo>
                    <a:pt x="2421865" y="2052146"/>
                  </a:lnTo>
                  <a:lnTo>
                    <a:pt x="2440572" y="2011374"/>
                  </a:lnTo>
                  <a:lnTo>
                    <a:pt x="2454370" y="1968153"/>
                  </a:lnTo>
                  <a:lnTo>
                    <a:pt x="2462908" y="1922837"/>
                  </a:lnTo>
                  <a:lnTo>
                    <a:pt x="2465832" y="1875777"/>
                  </a:lnTo>
                  <a:lnTo>
                    <a:pt x="2465832" y="375157"/>
                  </a:lnTo>
                  <a:lnTo>
                    <a:pt x="2462908" y="328110"/>
                  </a:lnTo>
                  <a:lnTo>
                    <a:pt x="2454370" y="282803"/>
                  </a:lnTo>
                  <a:lnTo>
                    <a:pt x="2440572" y="239588"/>
                  </a:lnTo>
                  <a:lnTo>
                    <a:pt x="2421865" y="198819"/>
                  </a:lnTo>
                  <a:lnTo>
                    <a:pt x="2398600" y="160847"/>
                  </a:lnTo>
                  <a:lnTo>
                    <a:pt x="2371131" y="126023"/>
                  </a:lnTo>
                  <a:lnTo>
                    <a:pt x="2339808" y="94700"/>
                  </a:lnTo>
                  <a:lnTo>
                    <a:pt x="2304984" y="67231"/>
                  </a:lnTo>
                  <a:lnTo>
                    <a:pt x="2267012" y="43966"/>
                  </a:lnTo>
                  <a:lnTo>
                    <a:pt x="2226243" y="25259"/>
                  </a:lnTo>
                  <a:lnTo>
                    <a:pt x="2183028" y="11461"/>
                  </a:lnTo>
                  <a:lnTo>
                    <a:pt x="2137721" y="2923"/>
                  </a:lnTo>
                  <a:lnTo>
                    <a:pt x="209067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28700" y="3852671"/>
              <a:ext cx="2466340" cy="2251075"/>
            </a:xfrm>
            <a:custGeom>
              <a:avLst/>
              <a:gdLst/>
              <a:ahLst/>
              <a:cxnLst/>
              <a:rect l="l" t="t" r="r" b="b"/>
              <a:pathLst>
                <a:path w="2466340" h="2251075">
                  <a:moveTo>
                    <a:pt x="0" y="375157"/>
                  </a:moveTo>
                  <a:lnTo>
                    <a:pt x="2923" y="328110"/>
                  </a:lnTo>
                  <a:lnTo>
                    <a:pt x="11458" y="282803"/>
                  </a:lnTo>
                  <a:lnTo>
                    <a:pt x="25253" y="239588"/>
                  </a:lnTo>
                  <a:lnTo>
                    <a:pt x="43956" y="198819"/>
                  </a:lnTo>
                  <a:lnTo>
                    <a:pt x="67217" y="160847"/>
                  </a:lnTo>
                  <a:lnTo>
                    <a:pt x="94683" y="126023"/>
                  </a:lnTo>
                  <a:lnTo>
                    <a:pt x="126003" y="94700"/>
                  </a:lnTo>
                  <a:lnTo>
                    <a:pt x="160824" y="67231"/>
                  </a:lnTo>
                  <a:lnTo>
                    <a:pt x="198797" y="43966"/>
                  </a:lnTo>
                  <a:lnTo>
                    <a:pt x="239568" y="25259"/>
                  </a:lnTo>
                  <a:lnTo>
                    <a:pt x="282786" y="11461"/>
                  </a:lnTo>
                  <a:lnTo>
                    <a:pt x="328100" y="2923"/>
                  </a:lnTo>
                  <a:lnTo>
                    <a:pt x="375158" y="0"/>
                  </a:lnTo>
                  <a:lnTo>
                    <a:pt x="2090674" y="0"/>
                  </a:lnTo>
                  <a:lnTo>
                    <a:pt x="2137721" y="2923"/>
                  </a:lnTo>
                  <a:lnTo>
                    <a:pt x="2183028" y="11461"/>
                  </a:lnTo>
                  <a:lnTo>
                    <a:pt x="2226243" y="25259"/>
                  </a:lnTo>
                  <a:lnTo>
                    <a:pt x="2267012" y="43966"/>
                  </a:lnTo>
                  <a:lnTo>
                    <a:pt x="2304984" y="67231"/>
                  </a:lnTo>
                  <a:lnTo>
                    <a:pt x="2339808" y="94700"/>
                  </a:lnTo>
                  <a:lnTo>
                    <a:pt x="2371131" y="126023"/>
                  </a:lnTo>
                  <a:lnTo>
                    <a:pt x="2398600" y="160847"/>
                  </a:lnTo>
                  <a:lnTo>
                    <a:pt x="2421865" y="198819"/>
                  </a:lnTo>
                  <a:lnTo>
                    <a:pt x="2440572" y="239588"/>
                  </a:lnTo>
                  <a:lnTo>
                    <a:pt x="2454370" y="282803"/>
                  </a:lnTo>
                  <a:lnTo>
                    <a:pt x="2462908" y="328110"/>
                  </a:lnTo>
                  <a:lnTo>
                    <a:pt x="2465832" y="375157"/>
                  </a:lnTo>
                  <a:lnTo>
                    <a:pt x="2465832" y="1875777"/>
                  </a:lnTo>
                  <a:lnTo>
                    <a:pt x="2462908" y="1922837"/>
                  </a:lnTo>
                  <a:lnTo>
                    <a:pt x="2454370" y="1968153"/>
                  </a:lnTo>
                  <a:lnTo>
                    <a:pt x="2440572" y="2011374"/>
                  </a:lnTo>
                  <a:lnTo>
                    <a:pt x="2421865" y="2052146"/>
                  </a:lnTo>
                  <a:lnTo>
                    <a:pt x="2398600" y="2090120"/>
                  </a:lnTo>
                  <a:lnTo>
                    <a:pt x="2371131" y="2124942"/>
                  </a:lnTo>
                  <a:lnTo>
                    <a:pt x="2339808" y="2156263"/>
                  </a:lnTo>
                  <a:lnTo>
                    <a:pt x="2304984" y="2183729"/>
                  </a:lnTo>
                  <a:lnTo>
                    <a:pt x="2267012" y="2206990"/>
                  </a:lnTo>
                  <a:lnTo>
                    <a:pt x="2226243" y="2225694"/>
                  </a:lnTo>
                  <a:lnTo>
                    <a:pt x="2183028" y="2239489"/>
                  </a:lnTo>
                  <a:lnTo>
                    <a:pt x="2137721" y="2248024"/>
                  </a:lnTo>
                  <a:lnTo>
                    <a:pt x="2090674" y="2250947"/>
                  </a:lnTo>
                  <a:lnTo>
                    <a:pt x="375158" y="2250947"/>
                  </a:lnTo>
                  <a:lnTo>
                    <a:pt x="328100" y="2248024"/>
                  </a:lnTo>
                  <a:lnTo>
                    <a:pt x="282786" y="2239489"/>
                  </a:lnTo>
                  <a:lnTo>
                    <a:pt x="239568" y="2225694"/>
                  </a:lnTo>
                  <a:lnTo>
                    <a:pt x="198797" y="2206990"/>
                  </a:lnTo>
                  <a:lnTo>
                    <a:pt x="160824" y="2183729"/>
                  </a:lnTo>
                  <a:lnTo>
                    <a:pt x="126003" y="2156263"/>
                  </a:lnTo>
                  <a:lnTo>
                    <a:pt x="94683" y="2124942"/>
                  </a:lnTo>
                  <a:lnTo>
                    <a:pt x="67217" y="2090120"/>
                  </a:lnTo>
                  <a:lnTo>
                    <a:pt x="43956" y="2052146"/>
                  </a:lnTo>
                  <a:lnTo>
                    <a:pt x="25253" y="2011374"/>
                  </a:lnTo>
                  <a:lnTo>
                    <a:pt x="11458" y="1968153"/>
                  </a:lnTo>
                  <a:lnTo>
                    <a:pt x="2923" y="1922837"/>
                  </a:lnTo>
                  <a:lnTo>
                    <a:pt x="0" y="1875777"/>
                  </a:lnTo>
                  <a:lnTo>
                    <a:pt x="0" y="37515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89609" y="4941569"/>
              <a:ext cx="339090" cy="76200"/>
            </a:xfrm>
            <a:custGeom>
              <a:avLst/>
              <a:gdLst/>
              <a:ahLst/>
              <a:cxnLst/>
              <a:rect l="l" t="t" r="r" b="b"/>
              <a:pathLst>
                <a:path w="339090" h="76200">
                  <a:moveTo>
                    <a:pt x="262737" y="0"/>
                  </a:moveTo>
                  <a:lnTo>
                    <a:pt x="262737" y="76199"/>
                  </a:lnTo>
                  <a:lnTo>
                    <a:pt x="319887" y="47624"/>
                  </a:lnTo>
                  <a:lnTo>
                    <a:pt x="275437" y="47624"/>
                  </a:lnTo>
                  <a:lnTo>
                    <a:pt x="275437" y="28574"/>
                  </a:lnTo>
                  <a:lnTo>
                    <a:pt x="319887" y="28574"/>
                  </a:lnTo>
                  <a:lnTo>
                    <a:pt x="262737" y="0"/>
                  </a:lnTo>
                  <a:close/>
                </a:path>
                <a:path w="339090" h="76200">
                  <a:moveTo>
                    <a:pt x="262737" y="28574"/>
                  </a:moveTo>
                  <a:lnTo>
                    <a:pt x="0" y="28574"/>
                  </a:lnTo>
                  <a:lnTo>
                    <a:pt x="0" y="47624"/>
                  </a:lnTo>
                  <a:lnTo>
                    <a:pt x="262737" y="47624"/>
                  </a:lnTo>
                  <a:lnTo>
                    <a:pt x="262737" y="28574"/>
                  </a:lnTo>
                  <a:close/>
                </a:path>
                <a:path w="339090" h="76200">
                  <a:moveTo>
                    <a:pt x="319887" y="28574"/>
                  </a:moveTo>
                  <a:lnTo>
                    <a:pt x="275437" y="28574"/>
                  </a:lnTo>
                  <a:lnTo>
                    <a:pt x="275437" y="47624"/>
                  </a:lnTo>
                  <a:lnTo>
                    <a:pt x="319887" y="47624"/>
                  </a:lnTo>
                  <a:lnTo>
                    <a:pt x="338937" y="38099"/>
                  </a:lnTo>
                  <a:lnTo>
                    <a:pt x="319887" y="285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69163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5" h="524510">
                  <a:moveTo>
                    <a:pt x="259842" y="0"/>
                  </a:moveTo>
                  <a:lnTo>
                    <a:pt x="213134" y="4222"/>
                  </a:lnTo>
                  <a:lnTo>
                    <a:pt x="169173" y="16398"/>
                  </a:lnTo>
                  <a:lnTo>
                    <a:pt x="128693" y="35785"/>
                  </a:lnTo>
                  <a:lnTo>
                    <a:pt x="92427" y="61645"/>
                  </a:lnTo>
                  <a:lnTo>
                    <a:pt x="61110" y="93237"/>
                  </a:lnTo>
                  <a:lnTo>
                    <a:pt x="35475" y="129822"/>
                  </a:lnTo>
                  <a:lnTo>
                    <a:pt x="16255" y="170658"/>
                  </a:lnTo>
                  <a:lnTo>
                    <a:pt x="4186" y="215007"/>
                  </a:lnTo>
                  <a:lnTo>
                    <a:pt x="0" y="262128"/>
                  </a:lnTo>
                  <a:lnTo>
                    <a:pt x="4186" y="309248"/>
                  </a:lnTo>
                  <a:lnTo>
                    <a:pt x="16256" y="353597"/>
                  </a:lnTo>
                  <a:lnTo>
                    <a:pt x="35475" y="394433"/>
                  </a:lnTo>
                  <a:lnTo>
                    <a:pt x="61110" y="431018"/>
                  </a:lnTo>
                  <a:lnTo>
                    <a:pt x="92427" y="462610"/>
                  </a:lnTo>
                  <a:lnTo>
                    <a:pt x="128693" y="488470"/>
                  </a:lnTo>
                  <a:lnTo>
                    <a:pt x="169173" y="507857"/>
                  </a:lnTo>
                  <a:lnTo>
                    <a:pt x="213134" y="520033"/>
                  </a:lnTo>
                  <a:lnTo>
                    <a:pt x="259842" y="524256"/>
                  </a:lnTo>
                  <a:lnTo>
                    <a:pt x="306549" y="520033"/>
                  </a:lnTo>
                  <a:lnTo>
                    <a:pt x="350510" y="507857"/>
                  </a:lnTo>
                  <a:lnTo>
                    <a:pt x="390990" y="488470"/>
                  </a:lnTo>
                  <a:lnTo>
                    <a:pt x="427256" y="462610"/>
                  </a:lnTo>
                  <a:lnTo>
                    <a:pt x="458573" y="431018"/>
                  </a:lnTo>
                  <a:lnTo>
                    <a:pt x="484208" y="394433"/>
                  </a:lnTo>
                  <a:lnTo>
                    <a:pt x="503428" y="353597"/>
                  </a:lnTo>
                  <a:lnTo>
                    <a:pt x="515497" y="309248"/>
                  </a:lnTo>
                  <a:lnTo>
                    <a:pt x="519684" y="262128"/>
                  </a:lnTo>
                  <a:lnTo>
                    <a:pt x="515497" y="215007"/>
                  </a:lnTo>
                  <a:lnTo>
                    <a:pt x="503428" y="170658"/>
                  </a:lnTo>
                  <a:lnTo>
                    <a:pt x="484208" y="129822"/>
                  </a:lnTo>
                  <a:lnTo>
                    <a:pt x="458573" y="93237"/>
                  </a:lnTo>
                  <a:lnTo>
                    <a:pt x="427256" y="61645"/>
                  </a:lnTo>
                  <a:lnTo>
                    <a:pt x="390990" y="35785"/>
                  </a:lnTo>
                  <a:lnTo>
                    <a:pt x="350510" y="16398"/>
                  </a:lnTo>
                  <a:lnTo>
                    <a:pt x="306549" y="4222"/>
                  </a:lnTo>
                  <a:lnTo>
                    <a:pt x="259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69163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5" h="524510">
                  <a:moveTo>
                    <a:pt x="0" y="262128"/>
                  </a:moveTo>
                  <a:lnTo>
                    <a:pt x="4186" y="215007"/>
                  </a:lnTo>
                  <a:lnTo>
                    <a:pt x="16255" y="170658"/>
                  </a:lnTo>
                  <a:lnTo>
                    <a:pt x="35475" y="129822"/>
                  </a:lnTo>
                  <a:lnTo>
                    <a:pt x="61110" y="93237"/>
                  </a:lnTo>
                  <a:lnTo>
                    <a:pt x="92427" y="61645"/>
                  </a:lnTo>
                  <a:lnTo>
                    <a:pt x="128693" y="35785"/>
                  </a:lnTo>
                  <a:lnTo>
                    <a:pt x="169173" y="16398"/>
                  </a:lnTo>
                  <a:lnTo>
                    <a:pt x="213134" y="4222"/>
                  </a:lnTo>
                  <a:lnTo>
                    <a:pt x="259842" y="0"/>
                  </a:lnTo>
                  <a:lnTo>
                    <a:pt x="306549" y="4222"/>
                  </a:lnTo>
                  <a:lnTo>
                    <a:pt x="350510" y="16398"/>
                  </a:lnTo>
                  <a:lnTo>
                    <a:pt x="390990" y="35785"/>
                  </a:lnTo>
                  <a:lnTo>
                    <a:pt x="427256" y="61645"/>
                  </a:lnTo>
                  <a:lnTo>
                    <a:pt x="458573" y="93237"/>
                  </a:lnTo>
                  <a:lnTo>
                    <a:pt x="484208" y="129822"/>
                  </a:lnTo>
                  <a:lnTo>
                    <a:pt x="503428" y="170658"/>
                  </a:lnTo>
                  <a:lnTo>
                    <a:pt x="515497" y="215007"/>
                  </a:lnTo>
                  <a:lnTo>
                    <a:pt x="519684" y="262128"/>
                  </a:lnTo>
                  <a:lnTo>
                    <a:pt x="515497" y="309248"/>
                  </a:lnTo>
                  <a:lnTo>
                    <a:pt x="503428" y="353597"/>
                  </a:lnTo>
                  <a:lnTo>
                    <a:pt x="484208" y="394433"/>
                  </a:lnTo>
                  <a:lnTo>
                    <a:pt x="458573" y="431018"/>
                  </a:lnTo>
                  <a:lnTo>
                    <a:pt x="427256" y="462610"/>
                  </a:lnTo>
                  <a:lnTo>
                    <a:pt x="390990" y="488470"/>
                  </a:lnTo>
                  <a:lnTo>
                    <a:pt x="350510" y="507857"/>
                  </a:lnTo>
                  <a:lnTo>
                    <a:pt x="306549" y="520033"/>
                  </a:lnTo>
                  <a:lnTo>
                    <a:pt x="259842" y="524256"/>
                  </a:lnTo>
                  <a:lnTo>
                    <a:pt x="213134" y="520033"/>
                  </a:lnTo>
                  <a:lnTo>
                    <a:pt x="169173" y="507857"/>
                  </a:lnTo>
                  <a:lnTo>
                    <a:pt x="128693" y="488470"/>
                  </a:lnTo>
                  <a:lnTo>
                    <a:pt x="92427" y="462610"/>
                  </a:lnTo>
                  <a:lnTo>
                    <a:pt x="61110" y="431018"/>
                  </a:lnTo>
                  <a:lnTo>
                    <a:pt x="35475" y="394433"/>
                  </a:lnTo>
                  <a:lnTo>
                    <a:pt x="16256" y="353597"/>
                  </a:lnTo>
                  <a:lnTo>
                    <a:pt x="4186" y="309248"/>
                  </a:lnTo>
                  <a:lnTo>
                    <a:pt x="0" y="26212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799331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4" h="524510">
                  <a:moveTo>
                    <a:pt x="259841" y="0"/>
                  </a:moveTo>
                  <a:lnTo>
                    <a:pt x="213134" y="4222"/>
                  </a:lnTo>
                  <a:lnTo>
                    <a:pt x="169173" y="16398"/>
                  </a:lnTo>
                  <a:lnTo>
                    <a:pt x="128693" y="35785"/>
                  </a:lnTo>
                  <a:lnTo>
                    <a:pt x="92427" y="61645"/>
                  </a:lnTo>
                  <a:lnTo>
                    <a:pt x="61110" y="93237"/>
                  </a:lnTo>
                  <a:lnTo>
                    <a:pt x="35475" y="129822"/>
                  </a:lnTo>
                  <a:lnTo>
                    <a:pt x="16255" y="170658"/>
                  </a:lnTo>
                  <a:lnTo>
                    <a:pt x="4186" y="215007"/>
                  </a:lnTo>
                  <a:lnTo>
                    <a:pt x="0" y="262128"/>
                  </a:lnTo>
                  <a:lnTo>
                    <a:pt x="4186" y="309248"/>
                  </a:lnTo>
                  <a:lnTo>
                    <a:pt x="16255" y="353597"/>
                  </a:lnTo>
                  <a:lnTo>
                    <a:pt x="35475" y="394433"/>
                  </a:lnTo>
                  <a:lnTo>
                    <a:pt x="61110" y="431018"/>
                  </a:lnTo>
                  <a:lnTo>
                    <a:pt x="92427" y="462610"/>
                  </a:lnTo>
                  <a:lnTo>
                    <a:pt x="128693" y="488470"/>
                  </a:lnTo>
                  <a:lnTo>
                    <a:pt x="169173" y="507857"/>
                  </a:lnTo>
                  <a:lnTo>
                    <a:pt x="213134" y="520033"/>
                  </a:lnTo>
                  <a:lnTo>
                    <a:pt x="259841" y="524256"/>
                  </a:lnTo>
                  <a:lnTo>
                    <a:pt x="306549" y="520033"/>
                  </a:lnTo>
                  <a:lnTo>
                    <a:pt x="350510" y="507857"/>
                  </a:lnTo>
                  <a:lnTo>
                    <a:pt x="390990" y="488470"/>
                  </a:lnTo>
                  <a:lnTo>
                    <a:pt x="427256" y="462610"/>
                  </a:lnTo>
                  <a:lnTo>
                    <a:pt x="458573" y="431018"/>
                  </a:lnTo>
                  <a:lnTo>
                    <a:pt x="484208" y="394433"/>
                  </a:lnTo>
                  <a:lnTo>
                    <a:pt x="503427" y="353597"/>
                  </a:lnTo>
                  <a:lnTo>
                    <a:pt x="515497" y="309248"/>
                  </a:lnTo>
                  <a:lnTo>
                    <a:pt x="519683" y="262128"/>
                  </a:lnTo>
                  <a:lnTo>
                    <a:pt x="515497" y="215007"/>
                  </a:lnTo>
                  <a:lnTo>
                    <a:pt x="503428" y="170658"/>
                  </a:lnTo>
                  <a:lnTo>
                    <a:pt x="484208" y="129822"/>
                  </a:lnTo>
                  <a:lnTo>
                    <a:pt x="458573" y="93237"/>
                  </a:lnTo>
                  <a:lnTo>
                    <a:pt x="427256" y="61645"/>
                  </a:lnTo>
                  <a:lnTo>
                    <a:pt x="390990" y="35785"/>
                  </a:lnTo>
                  <a:lnTo>
                    <a:pt x="350510" y="16398"/>
                  </a:lnTo>
                  <a:lnTo>
                    <a:pt x="306549" y="4222"/>
                  </a:lnTo>
                  <a:lnTo>
                    <a:pt x="2598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799331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4" h="524510">
                  <a:moveTo>
                    <a:pt x="0" y="262128"/>
                  </a:moveTo>
                  <a:lnTo>
                    <a:pt x="4186" y="215007"/>
                  </a:lnTo>
                  <a:lnTo>
                    <a:pt x="16255" y="170658"/>
                  </a:lnTo>
                  <a:lnTo>
                    <a:pt x="35475" y="129822"/>
                  </a:lnTo>
                  <a:lnTo>
                    <a:pt x="61110" y="93237"/>
                  </a:lnTo>
                  <a:lnTo>
                    <a:pt x="92427" y="61645"/>
                  </a:lnTo>
                  <a:lnTo>
                    <a:pt x="128693" y="35785"/>
                  </a:lnTo>
                  <a:lnTo>
                    <a:pt x="169173" y="16398"/>
                  </a:lnTo>
                  <a:lnTo>
                    <a:pt x="213134" y="4222"/>
                  </a:lnTo>
                  <a:lnTo>
                    <a:pt x="259841" y="0"/>
                  </a:lnTo>
                  <a:lnTo>
                    <a:pt x="306549" y="4222"/>
                  </a:lnTo>
                  <a:lnTo>
                    <a:pt x="350510" y="16398"/>
                  </a:lnTo>
                  <a:lnTo>
                    <a:pt x="390990" y="35785"/>
                  </a:lnTo>
                  <a:lnTo>
                    <a:pt x="427256" y="61645"/>
                  </a:lnTo>
                  <a:lnTo>
                    <a:pt x="458573" y="93237"/>
                  </a:lnTo>
                  <a:lnTo>
                    <a:pt x="484208" y="129822"/>
                  </a:lnTo>
                  <a:lnTo>
                    <a:pt x="503428" y="170658"/>
                  </a:lnTo>
                  <a:lnTo>
                    <a:pt x="515497" y="215007"/>
                  </a:lnTo>
                  <a:lnTo>
                    <a:pt x="519683" y="262128"/>
                  </a:lnTo>
                  <a:lnTo>
                    <a:pt x="515497" y="309248"/>
                  </a:lnTo>
                  <a:lnTo>
                    <a:pt x="503427" y="353597"/>
                  </a:lnTo>
                  <a:lnTo>
                    <a:pt x="484208" y="394433"/>
                  </a:lnTo>
                  <a:lnTo>
                    <a:pt x="458573" y="431018"/>
                  </a:lnTo>
                  <a:lnTo>
                    <a:pt x="427256" y="462610"/>
                  </a:lnTo>
                  <a:lnTo>
                    <a:pt x="390990" y="488470"/>
                  </a:lnTo>
                  <a:lnTo>
                    <a:pt x="350510" y="507857"/>
                  </a:lnTo>
                  <a:lnTo>
                    <a:pt x="306549" y="520033"/>
                  </a:lnTo>
                  <a:lnTo>
                    <a:pt x="259841" y="524256"/>
                  </a:lnTo>
                  <a:lnTo>
                    <a:pt x="213134" y="520033"/>
                  </a:lnTo>
                  <a:lnTo>
                    <a:pt x="169173" y="507857"/>
                  </a:lnTo>
                  <a:lnTo>
                    <a:pt x="128693" y="488470"/>
                  </a:lnTo>
                  <a:lnTo>
                    <a:pt x="92427" y="462610"/>
                  </a:lnTo>
                  <a:lnTo>
                    <a:pt x="61110" y="431018"/>
                  </a:lnTo>
                  <a:lnTo>
                    <a:pt x="35475" y="394433"/>
                  </a:lnTo>
                  <a:lnTo>
                    <a:pt x="16255" y="353597"/>
                  </a:lnTo>
                  <a:lnTo>
                    <a:pt x="4186" y="309248"/>
                  </a:lnTo>
                  <a:lnTo>
                    <a:pt x="0" y="262128"/>
                  </a:lnTo>
                  <a:close/>
                </a:path>
                <a:path w="520064" h="524510">
                  <a:moveTo>
                    <a:pt x="36575" y="261366"/>
                  </a:moveTo>
                  <a:lnTo>
                    <a:pt x="41111" y="216046"/>
                  </a:lnTo>
                  <a:lnTo>
                    <a:pt x="54119" y="173843"/>
                  </a:lnTo>
                  <a:lnTo>
                    <a:pt x="74703" y="135658"/>
                  </a:lnTo>
                  <a:lnTo>
                    <a:pt x="101965" y="102393"/>
                  </a:lnTo>
                  <a:lnTo>
                    <a:pt x="135007" y="74951"/>
                  </a:lnTo>
                  <a:lnTo>
                    <a:pt x="172932" y="54232"/>
                  </a:lnTo>
                  <a:lnTo>
                    <a:pt x="214843" y="41140"/>
                  </a:lnTo>
                  <a:lnTo>
                    <a:pt x="259841" y="36576"/>
                  </a:lnTo>
                  <a:lnTo>
                    <a:pt x="304840" y="41140"/>
                  </a:lnTo>
                  <a:lnTo>
                    <a:pt x="346751" y="54232"/>
                  </a:lnTo>
                  <a:lnTo>
                    <a:pt x="384676" y="74951"/>
                  </a:lnTo>
                  <a:lnTo>
                    <a:pt x="417718" y="102393"/>
                  </a:lnTo>
                  <a:lnTo>
                    <a:pt x="444980" y="135658"/>
                  </a:lnTo>
                  <a:lnTo>
                    <a:pt x="465564" y="173843"/>
                  </a:lnTo>
                  <a:lnTo>
                    <a:pt x="478572" y="216046"/>
                  </a:lnTo>
                  <a:lnTo>
                    <a:pt x="483107" y="261366"/>
                  </a:lnTo>
                  <a:lnTo>
                    <a:pt x="478572" y="306685"/>
                  </a:lnTo>
                  <a:lnTo>
                    <a:pt x="465564" y="348888"/>
                  </a:lnTo>
                  <a:lnTo>
                    <a:pt x="444980" y="387073"/>
                  </a:lnTo>
                  <a:lnTo>
                    <a:pt x="417718" y="420338"/>
                  </a:lnTo>
                  <a:lnTo>
                    <a:pt x="384676" y="447780"/>
                  </a:lnTo>
                  <a:lnTo>
                    <a:pt x="346751" y="468499"/>
                  </a:lnTo>
                  <a:lnTo>
                    <a:pt x="304840" y="481591"/>
                  </a:lnTo>
                  <a:lnTo>
                    <a:pt x="259841" y="486156"/>
                  </a:lnTo>
                  <a:lnTo>
                    <a:pt x="214843" y="481591"/>
                  </a:lnTo>
                  <a:lnTo>
                    <a:pt x="172932" y="468499"/>
                  </a:lnTo>
                  <a:lnTo>
                    <a:pt x="135007" y="447780"/>
                  </a:lnTo>
                  <a:lnTo>
                    <a:pt x="101965" y="420338"/>
                  </a:lnTo>
                  <a:lnTo>
                    <a:pt x="74703" y="387073"/>
                  </a:lnTo>
                  <a:lnTo>
                    <a:pt x="54119" y="348888"/>
                  </a:lnTo>
                  <a:lnTo>
                    <a:pt x="41111" y="306685"/>
                  </a:lnTo>
                  <a:lnTo>
                    <a:pt x="36575" y="26136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495294" y="4561712"/>
              <a:ext cx="380365" cy="835660"/>
            </a:xfrm>
            <a:custGeom>
              <a:avLst/>
              <a:gdLst/>
              <a:ahLst/>
              <a:cxnLst/>
              <a:rect l="l" t="t" r="r" b="b"/>
              <a:pathLst>
                <a:path w="380364" h="835660">
                  <a:moveTo>
                    <a:pt x="304800" y="417957"/>
                  </a:moveTo>
                  <a:lnTo>
                    <a:pt x="285750" y="408432"/>
                  </a:lnTo>
                  <a:lnTo>
                    <a:pt x="228600" y="379857"/>
                  </a:lnTo>
                  <a:lnTo>
                    <a:pt x="228600" y="408432"/>
                  </a:lnTo>
                  <a:lnTo>
                    <a:pt x="0" y="408432"/>
                  </a:lnTo>
                  <a:lnTo>
                    <a:pt x="0" y="427482"/>
                  </a:lnTo>
                  <a:lnTo>
                    <a:pt x="228600" y="427482"/>
                  </a:lnTo>
                  <a:lnTo>
                    <a:pt x="228600" y="456057"/>
                  </a:lnTo>
                  <a:lnTo>
                    <a:pt x="285750" y="427482"/>
                  </a:lnTo>
                  <a:lnTo>
                    <a:pt x="304800" y="417957"/>
                  </a:lnTo>
                  <a:close/>
                </a:path>
                <a:path w="380364" h="835660">
                  <a:moveTo>
                    <a:pt x="380238" y="602361"/>
                  </a:moveTo>
                  <a:lnTo>
                    <a:pt x="295783" y="612775"/>
                  </a:lnTo>
                  <a:lnTo>
                    <a:pt x="311505" y="636549"/>
                  </a:lnTo>
                  <a:lnTo>
                    <a:pt x="35941" y="819404"/>
                  </a:lnTo>
                  <a:lnTo>
                    <a:pt x="46355" y="835279"/>
                  </a:lnTo>
                  <a:lnTo>
                    <a:pt x="322033" y="652437"/>
                  </a:lnTo>
                  <a:lnTo>
                    <a:pt x="337820" y="676275"/>
                  </a:lnTo>
                  <a:lnTo>
                    <a:pt x="364629" y="629539"/>
                  </a:lnTo>
                  <a:lnTo>
                    <a:pt x="380238" y="602361"/>
                  </a:lnTo>
                  <a:close/>
                </a:path>
                <a:path w="380364" h="835660">
                  <a:moveTo>
                    <a:pt x="380238" y="232918"/>
                  </a:moveTo>
                  <a:lnTo>
                    <a:pt x="364604" y="205740"/>
                  </a:lnTo>
                  <a:lnTo>
                    <a:pt x="337820" y="159131"/>
                  </a:lnTo>
                  <a:lnTo>
                    <a:pt x="322059" y="182867"/>
                  </a:lnTo>
                  <a:lnTo>
                    <a:pt x="46355" y="0"/>
                  </a:lnTo>
                  <a:lnTo>
                    <a:pt x="35941" y="15875"/>
                  </a:lnTo>
                  <a:lnTo>
                    <a:pt x="311518" y="198742"/>
                  </a:lnTo>
                  <a:lnTo>
                    <a:pt x="295656" y="222631"/>
                  </a:lnTo>
                  <a:lnTo>
                    <a:pt x="380238" y="2329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058924" y="4183379"/>
              <a:ext cx="426720" cy="447040"/>
            </a:xfrm>
            <a:custGeom>
              <a:avLst/>
              <a:gdLst/>
              <a:ahLst/>
              <a:cxnLst/>
              <a:rect l="l" t="t" r="r" b="b"/>
              <a:pathLst>
                <a:path w="426719" h="447039">
                  <a:moveTo>
                    <a:pt x="213359" y="0"/>
                  </a:moveTo>
                  <a:lnTo>
                    <a:pt x="164432" y="5896"/>
                  </a:lnTo>
                  <a:lnTo>
                    <a:pt x="119520" y="22691"/>
                  </a:lnTo>
                  <a:lnTo>
                    <a:pt x="79905" y="49045"/>
                  </a:lnTo>
                  <a:lnTo>
                    <a:pt x="46866" y="83620"/>
                  </a:lnTo>
                  <a:lnTo>
                    <a:pt x="21682" y="125074"/>
                  </a:lnTo>
                  <a:lnTo>
                    <a:pt x="5633" y="172069"/>
                  </a:lnTo>
                  <a:lnTo>
                    <a:pt x="0" y="223266"/>
                  </a:lnTo>
                  <a:lnTo>
                    <a:pt x="5633" y="274462"/>
                  </a:lnTo>
                  <a:lnTo>
                    <a:pt x="21682" y="321457"/>
                  </a:lnTo>
                  <a:lnTo>
                    <a:pt x="46866" y="362911"/>
                  </a:lnTo>
                  <a:lnTo>
                    <a:pt x="79905" y="397486"/>
                  </a:lnTo>
                  <a:lnTo>
                    <a:pt x="119520" y="423840"/>
                  </a:lnTo>
                  <a:lnTo>
                    <a:pt x="164432" y="440635"/>
                  </a:lnTo>
                  <a:lnTo>
                    <a:pt x="213359" y="446532"/>
                  </a:lnTo>
                  <a:lnTo>
                    <a:pt x="262287" y="440635"/>
                  </a:lnTo>
                  <a:lnTo>
                    <a:pt x="307199" y="423840"/>
                  </a:lnTo>
                  <a:lnTo>
                    <a:pt x="346814" y="397486"/>
                  </a:lnTo>
                  <a:lnTo>
                    <a:pt x="379853" y="362911"/>
                  </a:lnTo>
                  <a:lnTo>
                    <a:pt x="405037" y="321457"/>
                  </a:lnTo>
                  <a:lnTo>
                    <a:pt x="421086" y="274462"/>
                  </a:lnTo>
                  <a:lnTo>
                    <a:pt x="426719" y="223266"/>
                  </a:lnTo>
                  <a:lnTo>
                    <a:pt x="421086" y="172069"/>
                  </a:lnTo>
                  <a:lnTo>
                    <a:pt x="405037" y="125074"/>
                  </a:lnTo>
                  <a:lnTo>
                    <a:pt x="379853" y="83620"/>
                  </a:lnTo>
                  <a:lnTo>
                    <a:pt x="346814" y="49045"/>
                  </a:lnTo>
                  <a:lnTo>
                    <a:pt x="307199" y="22691"/>
                  </a:lnTo>
                  <a:lnTo>
                    <a:pt x="262287" y="5896"/>
                  </a:lnTo>
                  <a:lnTo>
                    <a:pt x="213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058924" y="4183379"/>
              <a:ext cx="426720" cy="447040"/>
            </a:xfrm>
            <a:custGeom>
              <a:avLst/>
              <a:gdLst/>
              <a:ahLst/>
              <a:cxnLst/>
              <a:rect l="l" t="t" r="r" b="b"/>
              <a:pathLst>
                <a:path w="426719" h="447039">
                  <a:moveTo>
                    <a:pt x="0" y="223266"/>
                  </a:moveTo>
                  <a:lnTo>
                    <a:pt x="5633" y="172069"/>
                  </a:lnTo>
                  <a:lnTo>
                    <a:pt x="21682" y="125074"/>
                  </a:lnTo>
                  <a:lnTo>
                    <a:pt x="46866" y="83620"/>
                  </a:lnTo>
                  <a:lnTo>
                    <a:pt x="79905" y="49045"/>
                  </a:lnTo>
                  <a:lnTo>
                    <a:pt x="119520" y="22691"/>
                  </a:lnTo>
                  <a:lnTo>
                    <a:pt x="164432" y="5896"/>
                  </a:lnTo>
                  <a:lnTo>
                    <a:pt x="213359" y="0"/>
                  </a:lnTo>
                  <a:lnTo>
                    <a:pt x="262287" y="5896"/>
                  </a:lnTo>
                  <a:lnTo>
                    <a:pt x="307199" y="22691"/>
                  </a:lnTo>
                  <a:lnTo>
                    <a:pt x="346814" y="49045"/>
                  </a:lnTo>
                  <a:lnTo>
                    <a:pt x="379853" y="83620"/>
                  </a:lnTo>
                  <a:lnTo>
                    <a:pt x="405037" y="125074"/>
                  </a:lnTo>
                  <a:lnTo>
                    <a:pt x="421086" y="172069"/>
                  </a:lnTo>
                  <a:lnTo>
                    <a:pt x="426719" y="223266"/>
                  </a:lnTo>
                  <a:lnTo>
                    <a:pt x="421086" y="274462"/>
                  </a:lnTo>
                  <a:lnTo>
                    <a:pt x="405037" y="321457"/>
                  </a:lnTo>
                  <a:lnTo>
                    <a:pt x="379853" y="362911"/>
                  </a:lnTo>
                  <a:lnTo>
                    <a:pt x="346814" y="397486"/>
                  </a:lnTo>
                  <a:lnTo>
                    <a:pt x="307199" y="423840"/>
                  </a:lnTo>
                  <a:lnTo>
                    <a:pt x="262287" y="440635"/>
                  </a:lnTo>
                  <a:lnTo>
                    <a:pt x="213359" y="446532"/>
                  </a:lnTo>
                  <a:lnTo>
                    <a:pt x="164432" y="440635"/>
                  </a:lnTo>
                  <a:lnTo>
                    <a:pt x="119520" y="423840"/>
                  </a:lnTo>
                  <a:lnTo>
                    <a:pt x="79905" y="397486"/>
                  </a:lnTo>
                  <a:lnTo>
                    <a:pt x="46866" y="362911"/>
                  </a:lnTo>
                  <a:lnTo>
                    <a:pt x="21682" y="321457"/>
                  </a:lnTo>
                  <a:lnTo>
                    <a:pt x="5633" y="274462"/>
                  </a:lnTo>
                  <a:lnTo>
                    <a:pt x="0" y="223266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69442" y="2825556"/>
            <a:ext cx="7870190" cy="915035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35"/>
              </a:spcBef>
              <a:tabLst>
                <a:tab pos="5434965" algn="l"/>
                <a:tab pos="6346190" algn="l"/>
              </a:tabLst>
            </a:pPr>
            <a:r>
              <a:rPr dirty="0" u="sng" sz="2400" spc="-10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IDEA</a:t>
            </a:r>
            <a:r>
              <a:rPr dirty="0" sz="2400" spc="-10">
                <a:latin typeface="Franklin Gothic Medium"/>
                <a:cs typeface="Franklin Gothic Medium"/>
              </a:rPr>
              <a:t>: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Convert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>
                <a:latin typeface="Franklin Gothic Medium"/>
                <a:cs typeface="Franklin Gothic Medium"/>
              </a:rPr>
              <a:t>-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60">
                <a:latin typeface="Franklin Gothic Medium"/>
                <a:cs typeface="Franklin Gothic Medium"/>
              </a:rPr>
              <a:t>GNFA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equivalent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 spc="6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−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>
                <a:latin typeface="Franklin Gothic Medium"/>
                <a:cs typeface="Franklin Gothic Medium"/>
              </a:rPr>
              <a:t>-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GNFA</a:t>
            </a:r>
            <a:endParaRPr sz="2400">
              <a:latin typeface="Franklin Gothic Medium"/>
              <a:cs typeface="Franklin Gothic Medium"/>
            </a:endParaRPr>
          </a:p>
          <a:p>
            <a:pPr algn="ctr" marL="273685">
              <a:lnSpc>
                <a:spcPct val="100000"/>
              </a:lnSpc>
              <a:spcBef>
                <a:spcPts val="785"/>
              </a:spcBef>
              <a:tabLst>
                <a:tab pos="4949190" algn="l"/>
              </a:tabLst>
            </a:pPr>
            <a:r>
              <a:rPr dirty="0" sz="2000">
                <a:latin typeface="Cambria Math"/>
                <a:cs typeface="Cambria Math"/>
              </a:rPr>
              <a:t>𝑘</a:t>
            </a:r>
            <a:r>
              <a:rPr dirty="0" sz="2000" spc="110">
                <a:latin typeface="Cambria Math"/>
                <a:cs typeface="Cambria Math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states</a:t>
            </a:r>
            <a:r>
              <a:rPr dirty="0" sz="2000">
                <a:latin typeface="Franklin Gothic Medium"/>
                <a:cs typeface="Franklin Gothic Medium"/>
              </a:rPr>
              <a:t>	</a:t>
            </a:r>
            <a:r>
              <a:rPr dirty="0" sz="2000">
                <a:latin typeface="Cambria Math"/>
                <a:cs typeface="Cambria Math"/>
              </a:rPr>
              <a:t>𝑘</a:t>
            </a:r>
            <a:r>
              <a:rPr dirty="0" sz="2000" spc="5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-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1</a:t>
            </a:r>
            <a:r>
              <a:rPr dirty="0" sz="2000" spc="45">
                <a:latin typeface="Cambria Math"/>
                <a:cs typeface="Cambria Math"/>
              </a:rPr>
              <a:t> </a:t>
            </a:r>
            <a:r>
              <a:rPr dirty="0" sz="2000" spc="-10">
                <a:latin typeface="Franklin Gothic Medium"/>
                <a:cs typeface="Franklin Gothic Medium"/>
              </a:rPr>
              <a:t>states</a:t>
            </a:r>
            <a:endParaRPr sz="2000">
              <a:latin typeface="Franklin Gothic Medium"/>
              <a:cs typeface="Franklin Gothic Medium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4434649" y="4821745"/>
            <a:ext cx="412115" cy="314325"/>
            <a:chOff x="4434649" y="4821745"/>
            <a:chExt cx="412115" cy="314325"/>
          </a:xfrm>
        </p:grpSpPr>
        <p:sp>
          <p:nvSpPr>
            <p:cNvPr id="23" name="object 23" descr=""/>
            <p:cNvSpPr/>
            <p:nvPr/>
          </p:nvSpPr>
          <p:spPr>
            <a:xfrm>
              <a:off x="4439411" y="4826508"/>
              <a:ext cx="402590" cy="304800"/>
            </a:xfrm>
            <a:custGeom>
              <a:avLst/>
              <a:gdLst/>
              <a:ahLst/>
              <a:cxnLst/>
              <a:rect l="l" t="t" r="r" b="b"/>
              <a:pathLst>
                <a:path w="402589" h="304800">
                  <a:moveTo>
                    <a:pt x="249936" y="0"/>
                  </a:moveTo>
                  <a:lnTo>
                    <a:pt x="249936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249936" y="228600"/>
                  </a:lnTo>
                  <a:lnTo>
                    <a:pt x="249936" y="304800"/>
                  </a:lnTo>
                  <a:lnTo>
                    <a:pt x="402336" y="152400"/>
                  </a:lnTo>
                  <a:lnTo>
                    <a:pt x="24993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439411" y="4826508"/>
              <a:ext cx="402590" cy="304800"/>
            </a:xfrm>
            <a:custGeom>
              <a:avLst/>
              <a:gdLst/>
              <a:ahLst/>
              <a:cxnLst/>
              <a:rect l="l" t="t" r="r" b="b"/>
              <a:pathLst>
                <a:path w="402589" h="304800">
                  <a:moveTo>
                    <a:pt x="0" y="76200"/>
                  </a:moveTo>
                  <a:lnTo>
                    <a:pt x="249936" y="76200"/>
                  </a:lnTo>
                  <a:lnTo>
                    <a:pt x="249936" y="0"/>
                  </a:lnTo>
                  <a:lnTo>
                    <a:pt x="402336" y="152400"/>
                  </a:lnTo>
                  <a:lnTo>
                    <a:pt x="249936" y="304800"/>
                  </a:lnTo>
                  <a:lnTo>
                    <a:pt x="249936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4998465" y="3817620"/>
            <a:ext cx="4161154" cy="2292350"/>
            <a:chOff x="4998465" y="3817620"/>
            <a:chExt cx="4161154" cy="2292350"/>
          </a:xfrm>
        </p:grpSpPr>
        <p:sp>
          <p:nvSpPr>
            <p:cNvPr id="26" name="object 26" descr=""/>
            <p:cNvSpPr/>
            <p:nvPr/>
          </p:nvSpPr>
          <p:spPr>
            <a:xfrm>
              <a:off x="5862827" y="3852672"/>
              <a:ext cx="2466340" cy="2251075"/>
            </a:xfrm>
            <a:custGeom>
              <a:avLst/>
              <a:gdLst/>
              <a:ahLst/>
              <a:cxnLst/>
              <a:rect l="l" t="t" r="r" b="b"/>
              <a:pathLst>
                <a:path w="2466340" h="2251075">
                  <a:moveTo>
                    <a:pt x="2090674" y="0"/>
                  </a:moveTo>
                  <a:lnTo>
                    <a:pt x="375158" y="0"/>
                  </a:lnTo>
                  <a:lnTo>
                    <a:pt x="328110" y="2923"/>
                  </a:lnTo>
                  <a:lnTo>
                    <a:pt x="282803" y="11461"/>
                  </a:lnTo>
                  <a:lnTo>
                    <a:pt x="239588" y="25259"/>
                  </a:lnTo>
                  <a:lnTo>
                    <a:pt x="198819" y="43966"/>
                  </a:lnTo>
                  <a:lnTo>
                    <a:pt x="160847" y="67231"/>
                  </a:lnTo>
                  <a:lnTo>
                    <a:pt x="126023" y="94700"/>
                  </a:lnTo>
                  <a:lnTo>
                    <a:pt x="94700" y="126023"/>
                  </a:lnTo>
                  <a:lnTo>
                    <a:pt x="67231" y="160847"/>
                  </a:lnTo>
                  <a:lnTo>
                    <a:pt x="43966" y="198819"/>
                  </a:lnTo>
                  <a:lnTo>
                    <a:pt x="25259" y="239588"/>
                  </a:lnTo>
                  <a:lnTo>
                    <a:pt x="11461" y="282803"/>
                  </a:lnTo>
                  <a:lnTo>
                    <a:pt x="2923" y="328110"/>
                  </a:lnTo>
                  <a:lnTo>
                    <a:pt x="0" y="375157"/>
                  </a:lnTo>
                  <a:lnTo>
                    <a:pt x="0" y="1875777"/>
                  </a:lnTo>
                  <a:lnTo>
                    <a:pt x="2923" y="1922837"/>
                  </a:lnTo>
                  <a:lnTo>
                    <a:pt x="11461" y="1968153"/>
                  </a:lnTo>
                  <a:lnTo>
                    <a:pt x="25259" y="2011374"/>
                  </a:lnTo>
                  <a:lnTo>
                    <a:pt x="43966" y="2052146"/>
                  </a:lnTo>
                  <a:lnTo>
                    <a:pt x="67231" y="2090120"/>
                  </a:lnTo>
                  <a:lnTo>
                    <a:pt x="94700" y="2124942"/>
                  </a:lnTo>
                  <a:lnTo>
                    <a:pt x="126023" y="2156263"/>
                  </a:lnTo>
                  <a:lnTo>
                    <a:pt x="160847" y="2183729"/>
                  </a:lnTo>
                  <a:lnTo>
                    <a:pt x="198819" y="2206990"/>
                  </a:lnTo>
                  <a:lnTo>
                    <a:pt x="239588" y="2225694"/>
                  </a:lnTo>
                  <a:lnTo>
                    <a:pt x="282803" y="2239489"/>
                  </a:lnTo>
                  <a:lnTo>
                    <a:pt x="328110" y="2248024"/>
                  </a:lnTo>
                  <a:lnTo>
                    <a:pt x="375158" y="2250947"/>
                  </a:lnTo>
                  <a:lnTo>
                    <a:pt x="2090674" y="2250947"/>
                  </a:lnTo>
                  <a:lnTo>
                    <a:pt x="2137721" y="2248024"/>
                  </a:lnTo>
                  <a:lnTo>
                    <a:pt x="2183028" y="2239489"/>
                  </a:lnTo>
                  <a:lnTo>
                    <a:pt x="2226243" y="2225694"/>
                  </a:lnTo>
                  <a:lnTo>
                    <a:pt x="2267012" y="2206990"/>
                  </a:lnTo>
                  <a:lnTo>
                    <a:pt x="2304984" y="2183729"/>
                  </a:lnTo>
                  <a:lnTo>
                    <a:pt x="2339808" y="2156263"/>
                  </a:lnTo>
                  <a:lnTo>
                    <a:pt x="2371131" y="2124942"/>
                  </a:lnTo>
                  <a:lnTo>
                    <a:pt x="2398600" y="2090120"/>
                  </a:lnTo>
                  <a:lnTo>
                    <a:pt x="2421865" y="2052146"/>
                  </a:lnTo>
                  <a:lnTo>
                    <a:pt x="2440572" y="2011374"/>
                  </a:lnTo>
                  <a:lnTo>
                    <a:pt x="2454370" y="1968153"/>
                  </a:lnTo>
                  <a:lnTo>
                    <a:pt x="2462908" y="1922837"/>
                  </a:lnTo>
                  <a:lnTo>
                    <a:pt x="2465831" y="1875777"/>
                  </a:lnTo>
                  <a:lnTo>
                    <a:pt x="2465831" y="375157"/>
                  </a:lnTo>
                  <a:lnTo>
                    <a:pt x="2462908" y="328110"/>
                  </a:lnTo>
                  <a:lnTo>
                    <a:pt x="2454370" y="282803"/>
                  </a:lnTo>
                  <a:lnTo>
                    <a:pt x="2440572" y="239588"/>
                  </a:lnTo>
                  <a:lnTo>
                    <a:pt x="2421865" y="198819"/>
                  </a:lnTo>
                  <a:lnTo>
                    <a:pt x="2398600" y="160847"/>
                  </a:lnTo>
                  <a:lnTo>
                    <a:pt x="2371131" y="126023"/>
                  </a:lnTo>
                  <a:lnTo>
                    <a:pt x="2339808" y="94700"/>
                  </a:lnTo>
                  <a:lnTo>
                    <a:pt x="2304984" y="67231"/>
                  </a:lnTo>
                  <a:lnTo>
                    <a:pt x="2267012" y="43966"/>
                  </a:lnTo>
                  <a:lnTo>
                    <a:pt x="2226243" y="25259"/>
                  </a:lnTo>
                  <a:lnTo>
                    <a:pt x="2183028" y="11461"/>
                  </a:lnTo>
                  <a:lnTo>
                    <a:pt x="2137721" y="2923"/>
                  </a:lnTo>
                  <a:lnTo>
                    <a:pt x="209067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862827" y="3852672"/>
              <a:ext cx="2466340" cy="2251075"/>
            </a:xfrm>
            <a:custGeom>
              <a:avLst/>
              <a:gdLst/>
              <a:ahLst/>
              <a:cxnLst/>
              <a:rect l="l" t="t" r="r" b="b"/>
              <a:pathLst>
                <a:path w="2466340" h="2251075">
                  <a:moveTo>
                    <a:pt x="0" y="375157"/>
                  </a:moveTo>
                  <a:lnTo>
                    <a:pt x="2923" y="328110"/>
                  </a:lnTo>
                  <a:lnTo>
                    <a:pt x="11461" y="282803"/>
                  </a:lnTo>
                  <a:lnTo>
                    <a:pt x="25259" y="239588"/>
                  </a:lnTo>
                  <a:lnTo>
                    <a:pt x="43966" y="198819"/>
                  </a:lnTo>
                  <a:lnTo>
                    <a:pt x="67231" y="160847"/>
                  </a:lnTo>
                  <a:lnTo>
                    <a:pt x="94700" y="126023"/>
                  </a:lnTo>
                  <a:lnTo>
                    <a:pt x="126023" y="94700"/>
                  </a:lnTo>
                  <a:lnTo>
                    <a:pt x="160847" y="67231"/>
                  </a:lnTo>
                  <a:lnTo>
                    <a:pt x="198819" y="43966"/>
                  </a:lnTo>
                  <a:lnTo>
                    <a:pt x="239588" y="25259"/>
                  </a:lnTo>
                  <a:lnTo>
                    <a:pt x="282803" y="11461"/>
                  </a:lnTo>
                  <a:lnTo>
                    <a:pt x="328110" y="2923"/>
                  </a:lnTo>
                  <a:lnTo>
                    <a:pt x="375158" y="0"/>
                  </a:lnTo>
                  <a:lnTo>
                    <a:pt x="2090674" y="0"/>
                  </a:lnTo>
                  <a:lnTo>
                    <a:pt x="2137721" y="2923"/>
                  </a:lnTo>
                  <a:lnTo>
                    <a:pt x="2183028" y="11461"/>
                  </a:lnTo>
                  <a:lnTo>
                    <a:pt x="2226243" y="25259"/>
                  </a:lnTo>
                  <a:lnTo>
                    <a:pt x="2267012" y="43966"/>
                  </a:lnTo>
                  <a:lnTo>
                    <a:pt x="2304984" y="67231"/>
                  </a:lnTo>
                  <a:lnTo>
                    <a:pt x="2339808" y="94700"/>
                  </a:lnTo>
                  <a:lnTo>
                    <a:pt x="2371131" y="126023"/>
                  </a:lnTo>
                  <a:lnTo>
                    <a:pt x="2398600" y="160847"/>
                  </a:lnTo>
                  <a:lnTo>
                    <a:pt x="2421865" y="198819"/>
                  </a:lnTo>
                  <a:lnTo>
                    <a:pt x="2440572" y="239588"/>
                  </a:lnTo>
                  <a:lnTo>
                    <a:pt x="2454370" y="282803"/>
                  </a:lnTo>
                  <a:lnTo>
                    <a:pt x="2462908" y="328110"/>
                  </a:lnTo>
                  <a:lnTo>
                    <a:pt x="2465831" y="375157"/>
                  </a:lnTo>
                  <a:lnTo>
                    <a:pt x="2465831" y="1875777"/>
                  </a:lnTo>
                  <a:lnTo>
                    <a:pt x="2462908" y="1922837"/>
                  </a:lnTo>
                  <a:lnTo>
                    <a:pt x="2454370" y="1968153"/>
                  </a:lnTo>
                  <a:lnTo>
                    <a:pt x="2440572" y="2011374"/>
                  </a:lnTo>
                  <a:lnTo>
                    <a:pt x="2421865" y="2052146"/>
                  </a:lnTo>
                  <a:lnTo>
                    <a:pt x="2398600" y="2090120"/>
                  </a:lnTo>
                  <a:lnTo>
                    <a:pt x="2371131" y="2124942"/>
                  </a:lnTo>
                  <a:lnTo>
                    <a:pt x="2339808" y="2156263"/>
                  </a:lnTo>
                  <a:lnTo>
                    <a:pt x="2304984" y="2183729"/>
                  </a:lnTo>
                  <a:lnTo>
                    <a:pt x="2267012" y="2206990"/>
                  </a:lnTo>
                  <a:lnTo>
                    <a:pt x="2226243" y="2225694"/>
                  </a:lnTo>
                  <a:lnTo>
                    <a:pt x="2183028" y="2239489"/>
                  </a:lnTo>
                  <a:lnTo>
                    <a:pt x="2137721" y="2248024"/>
                  </a:lnTo>
                  <a:lnTo>
                    <a:pt x="2090674" y="2250947"/>
                  </a:lnTo>
                  <a:lnTo>
                    <a:pt x="375158" y="2250947"/>
                  </a:lnTo>
                  <a:lnTo>
                    <a:pt x="328110" y="2248024"/>
                  </a:lnTo>
                  <a:lnTo>
                    <a:pt x="282803" y="2239489"/>
                  </a:lnTo>
                  <a:lnTo>
                    <a:pt x="239588" y="2225694"/>
                  </a:lnTo>
                  <a:lnTo>
                    <a:pt x="198819" y="2206990"/>
                  </a:lnTo>
                  <a:lnTo>
                    <a:pt x="160847" y="2183729"/>
                  </a:lnTo>
                  <a:lnTo>
                    <a:pt x="126023" y="2156263"/>
                  </a:lnTo>
                  <a:lnTo>
                    <a:pt x="94700" y="2124942"/>
                  </a:lnTo>
                  <a:lnTo>
                    <a:pt x="67231" y="2090120"/>
                  </a:lnTo>
                  <a:lnTo>
                    <a:pt x="43966" y="2052146"/>
                  </a:lnTo>
                  <a:lnTo>
                    <a:pt x="25259" y="2011374"/>
                  </a:lnTo>
                  <a:lnTo>
                    <a:pt x="11461" y="1968153"/>
                  </a:lnTo>
                  <a:lnTo>
                    <a:pt x="2923" y="1922837"/>
                  </a:lnTo>
                  <a:lnTo>
                    <a:pt x="0" y="1875777"/>
                  </a:lnTo>
                  <a:lnTo>
                    <a:pt x="0" y="37515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525261" y="4941570"/>
              <a:ext cx="339090" cy="76200"/>
            </a:xfrm>
            <a:custGeom>
              <a:avLst/>
              <a:gdLst/>
              <a:ahLst/>
              <a:cxnLst/>
              <a:rect l="l" t="t" r="r" b="b"/>
              <a:pathLst>
                <a:path w="339089" h="76200">
                  <a:moveTo>
                    <a:pt x="262763" y="0"/>
                  </a:moveTo>
                  <a:lnTo>
                    <a:pt x="262763" y="76199"/>
                  </a:lnTo>
                  <a:lnTo>
                    <a:pt x="319913" y="47624"/>
                  </a:lnTo>
                  <a:lnTo>
                    <a:pt x="275463" y="47624"/>
                  </a:lnTo>
                  <a:lnTo>
                    <a:pt x="275463" y="28574"/>
                  </a:lnTo>
                  <a:lnTo>
                    <a:pt x="319913" y="28574"/>
                  </a:lnTo>
                  <a:lnTo>
                    <a:pt x="262763" y="0"/>
                  </a:lnTo>
                  <a:close/>
                </a:path>
                <a:path w="339089" h="76200">
                  <a:moveTo>
                    <a:pt x="262763" y="28574"/>
                  </a:moveTo>
                  <a:lnTo>
                    <a:pt x="0" y="28574"/>
                  </a:lnTo>
                  <a:lnTo>
                    <a:pt x="0" y="47624"/>
                  </a:lnTo>
                  <a:lnTo>
                    <a:pt x="262763" y="47624"/>
                  </a:lnTo>
                  <a:lnTo>
                    <a:pt x="262763" y="28574"/>
                  </a:lnTo>
                  <a:close/>
                </a:path>
                <a:path w="339089" h="76200">
                  <a:moveTo>
                    <a:pt x="319913" y="28574"/>
                  </a:moveTo>
                  <a:lnTo>
                    <a:pt x="275463" y="28574"/>
                  </a:lnTo>
                  <a:lnTo>
                    <a:pt x="275463" y="47624"/>
                  </a:lnTo>
                  <a:lnTo>
                    <a:pt x="319913" y="47624"/>
                  </a:lnTo>
                  <a:lnTo>
                    <a:pt x="338963" y="38099"/>
                  </a:lnTo>
                  <a:lnTo>
                    <a:pt x="319913" y="285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004815" y="4716780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4" h="524510">
                  <a:moveTo>
                    <a:pt x="259842" y="0"/>
                  </a:moveTo>
                  <a:lnTo>
                    <a:pt x="213134" y="4222"/>
                  </a:lnTo>
                  <a:lnTo>
                    <a:pt x="169173" y="16398"/>
                  </a:lnTo>
                  <a:lnTo>
                    <a:pt x="128693" y="35785"/>
                  </a:lnTo>
                  <a:lnTo>
                    <a:pt x="92427" y="61645"/>
                  </a:lnTo>
                  <a:lnTo>
                    <a:pt x="61110" y="93237"/>
                  </a:lnTo>
                  <a:lnTo>
                    <a:pt x="35475" y="129822"/>
                  </a:lnTo>
                  <a:lnTo>
                    <a:pt x="16255" y="170658"/>
                  </a:lnTo>
                  <a:lnTo>
                    <a:pt x="4186" y="215007"/>
                  </a:lnTo>
                  <a:lnTo>
                    <a:pt x="0" y="262128"/>
                  </a:lnTo>
                  <a:lnTo>
                    <a:pt x="4186" y="309248"/>
                  </a:lnTo>
                  <a:lnTo>
                    <a:pt x="16255" y="353597"/>
                  </a:lnTo>
                  <a:lnTo>
                    <a:pt x="35475" y="394433"/>
                  </a:lnTo>
                  <a:lnTo>
                    <a:pt x="61110" y="431018"/>
                  </a:lnTo>
                  <a:lnTo>
                    <a:pt x="92427" y="462610"/>
                  </a:lnTo>
                  <a:lnTo>
                    <a:pt x="128693" y="488470"/>
                  </a:lnTo>
                  <a:lnTo>
                    <a:pt x="169173" y="507857"/>
                  </a:lnTo>
                  <a:lnTo>
                    <a:pt x="213134" y="520033"/>
                  </a:lnTo>
                  <a:lnTo>
                    <a:pt x="259842" y="524256"/>
                  </a:lnTo>
                  <a:lnTo>
                    <a:pt x="306549" y="520033"/>
                  </a:lnTo>
                  <a:lnTo>
                    <a:pt x="350510" y="507857"/>
                  </a:lnTo>
                  <a:lnTo>
                    <a:pt x="390990" y="488470"/>
                  </a:lnTo>
                  <a:lnTo>
                    <a:pt x="427256" y="462610"/>
                  </a:lnTo>
                  <a:lnTo>
                    <a:pt x="458573" y="431018"/>
                  </a:lnTo>
                  <a:lnTo>
                    <a:pt x="484208" y="394433"/>
                  </a:lnTo>
                  <a:lnTo>
                    <a:pt x="503428" y="353597"/>
                  </a:lnTo>
                  <a:lnTo>
                    <a:pt x="515497" y="309248"/>
                  </a:lnTo>
                  <a:lnTo>
                    <a:pt x="519684" y="262128"/>
                  </a:lnTo>
                  <a:lnTo>
                    <a:pt x="515497" y="215007"/>
                  </a:lnTo>
                  <a:lnTo>
                    <a:pt x="503428" y="170658"/>
                  </a:lnTo>
                  <a:lnTo>
                    <a:pt x="484208" y="129822"/>
                  </a:lnTo>
                  <a:lnTo>
                    <a:pt x="458573" y="93237"/>
                  </a:lnTo>
                  <a:lnTo>
                    <a:pt x="427256" y="61645"/>
                  </a:lnTo>
                  <a:lnTo>
                    <a:pt x="390990" y="35785"/>
                  </a:lnTo>
                  <a:lnTo>
                    <a:pt x="350510" y="16398"/>
                  </a:lnTo>
                  <a:lnTo>
                    <a:pt x="306549" y="4222"/>
                  </a:lnTo>
                  <a:lnTo>
                    <a:pt x="259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004815" y="4716780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4" h="524510">
                  <a:moveTo>
                    <a:pt x="0" y="262128"/>
                  </a:moveTo>
                  <a:lnTo>
                    <a:pt x="4186" y="215007"/>
                  </a:lnTo>
                  <a:lnTo>
                    <a:pt x="16255" y="170658"/>
                  </a:lnTo>
                  <a:lnTo>
                    <a:pt x="35475" y="129822"/>
                  </a:lnTo>
                  <a:lnTo>
                    <a:pt x="61110" y="93237"/>
                  </a:lnTo>
                  <a:lnTo>
                    <a:pt x="92427" y="61645"/>
                  </a:lnTo>
                  <a:lnTo>
                    <a:pt x="128693" y="35785"/>
                  </a:lnTo>
                  <a:lnTo>
                    <a:pt x="169173" y="16398"/>
                  </a:lnTo>
                  <a:lnTo>
                    <a:pt x="213134" y="4222"/>
                  </a:lnTo>
                  <a:lnTo>
                    <a:pt x="259842" y="0"/>
                  </a:lnTo>
                  <a:lnTo>
                    <a:pt x="306549" y="4222"/>
                  </a:lnTo>
                  <a:lnTo>
                    <a:pt x="350510" y="16398"/>
                  </a:lnTo>
                  <a:lnTo>
                    <a:pt x="390990" y="35785"/>
                  </a:lnTo>
                  <a:lnTo>
                    <a:pt x="427256" y="61645"/>
                  </a:lnTo>
                  <a:lnTo>
                    <a:pt x="458573" y="93237"/>
                  </a:lnTo>
                  <a:lnTo>
                    <a:pt x="484208" y="129822"/>
                  </a:lnTo>
                  <a:lnTo>
                    <a:pt x="503428" y="170658"/>
                  </a:lnTo>
                  <a:lnTo>
                    <a:pt x="515497" y="215007"/>
                  </a:lnTo>
                  <a:lnTo>
                    <a:pt x="519684" y="262128"/>
                  </a:lnTo>
                  <a:lnTo>
                    <a:pt x="515497" y="309248"/>
                  </a:lnTo>
                  <a:lnTo>
                    <a:pt x="503428" y="353597"/>
                  </a:lnTo>
                  <a:lnTo>
                    <a:pt x="484208" y="394433"/>
                  </a:lnTo>
                  <a:lnTo>
                    <a:pt x="458573" y="431018"/>
                  </a:lnTo>
                  <a:lnTo>
                    <a:pt x="427256" y="462610"/>
                  </a:lnTo>
                  <a:lnTo>
                    <a:pt x="390990" y="488470"/>
                  </a:lnTo>
                  <a:lnTo>
                    <a:pt x="350510" y="507857"/>
                  </a:lnTo>
                  <a:lnTo>
                    <a:pt x="306549" y="520033"/>
                  </a:lnTo>
                  <a:lnTo>
                    <a:pt x="259842" y="524256"/>
                  </a:lnTo>
                  <a:lnTo>
                    <a:pt x="213134" y="520033"/>
                  </a:lnTo>
                  <a:lnTo>
                    <a:pt x="169173" y="507857"/>
                  </a:lnTo>
                  <a:lnTo>
                    <a:pt x="128693" y="488470"/>
                  </a:lnTo>
                  <a:lnTo>
                    <a:pt x="92427" y="462610"/>
                  </a:lnTo>
                  <a:lnTo>
                    <a:pt x="61110" y="431018"/>
                  </a:lnTo>
                  <a:lnTo>
                    <a:pt x="35475" y="394433"/>
                  </a:lnTo>
                  <a:lnTo>
                    <a:pt x="16255" y="353597"/>
                  </a:lnTo>
                  <a:lnTo>
                    <a:pt x="4186" y="309248"/>
                  </a:lnTo>
                  <a:lnTo>
                    <a:pt x="0" y="26212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633459" y="4716780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5" h="524510">
                  <a:moveTo>
                    <a:pt x="259842" y="0"/>
                  </a:moveTo>
                  <a:lnTo>
                    <a:pt x="213134" y="4222"/>
                  </a:lnTo>
                  <a:lnTo>
                    <a:pt x="169173" y="16398"/>
                  </a:lnTo>
                  <a:lnTo>
                    <a:pt x="128693" y="35785"/>
                  </a:lnTo>
                  <a:lnTo>
                    <a:pt x="92427" y="61645"/>
                  </a:lnTo>
                  <a:lnTo>
                    <a:pt x="61110" y="93237"/>
                  </a:lnTo>
                  <a:lnTo>
                    <a:pt x="35475" y="129822"/>
                  </a:lnTo>
                  <a:lnTo>
                    <a:pt x="16255" y="170658"/>
                  </a:lnTo>
                  <a:lnTo>
                    <a:pt x="4186" y="215007"/>
                  </a:lnTo>
                  <a:lnTo>
                    <a:pt x="0" y="262128"/>
                  </a:lnTo>
                  <a:lnTo>
                    <a:pt x="4186" y="309248"/>
                  </a:lnTo>
                  <a:lnTo>
                    <a:pt x="16256" y="353597"/>
                  </a:lnTo>
                  <a:lnTo>
                    <a:pt x="35475" y="394433"/>
                  </a:lnTo>
                  <a:lnTo>
                    <a:pt x="61110" y="431018"/>
                  </a:lnTo>
                  <a:lnTo>
                    <a:pt x="92427" y="462610"/>
                  </a:lnTo>
                  <a:lnTo>
                    <a:pt x="128693" y="488470"/>
                  </a:lnTo>
                  <a:lnTo>
                    <a:pt x="169173" y="507857"/>
                  </a:lnTo>
                  <a:lnTo>
                    <a:pt x="213134" y="520033"/>
                  </a:lnTo>
                  <a:lnTo>
                    <a:pt x="259842" y="524256"/>
                  </a:lnTo>
                  <a:lnTo>
                    <a:pt x="306549" y="520033"/>
                  </a:lnTo>
                  <a:lnTo>
                    <a:pt x="350510" y="507857"/>
                  </a:lnTo>
                  <a:lnTo>
                    <a:pt x="390990" y="488470"/>
                  </a:lnTo>
                  <a:lnTo>
                    <a:pt x="427256" y="462610"/>
                  </a:lnTo>
                  <a:lnTo>
                    <a:pt x="458573" y="431018"/>
                  </a:lnTo>
                  <a:lnTo>
                    <a:pt x="484208" y="394433"/>
                  </a:lnTo>
                  <a:lnTo>
                    <a:pt x="503428" y="353597"/>
                  </a:lnTo>
                  <a:lnTo>
                    <a:pt x="515497" y="309248"/>
                  </a:lnTo>
                  <a:lnTo>
                    <a:pt x="519684" y="262128"/>
                  </a:lnTo>
                  <a:lnTo>
                    <a:pt x="515497" y="215007"/>
                  </a:lnTo>
                  <a:lnTo>
                    <a:pt x="503427" y="170658"/>
                  </a:lnTo>
                  <a:lnTo>
                    <a:pt x="484208" y="129822"/>
                  </a:lnTo>
                  <a:lnTo>
                    <a:pt x="458573" y="93237"/>
                  </a:lnTo>
                  <a:lnTo>
                    <a:pt x="427256" y="61645"/>
                  </a:lnTo>
                  <a:lnTo>
                    <a:pt x="390990" y="35785"/>
                  </a:lnTo>
                  <a:lnTo>
                    <a:pt x="350510" y="16398"/>
                  </a:lnTo>
                  <a:lnTo>
                    <a:pt x="306549" y="4222"/>
                  </a:lnTo>
                  <a:lnTo>
                    <a:pt x="259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633459" y="4716780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5" h="524510">
                  <a:moveTo>
                    <a:pt x="0" y="262128"/>
                  </a:moveTo>
                  <a:lnTo>
                    <a:pt x="4186" y="215007"/>
                  </a:lnTo>
                  <a:lnTo>
                    <a:pt x="16255" y="170658"/>
                  </a:lnTo>
                  <a:lnTo>
                    <a:pt x="35475" y="129822"/>
                  </a:lnTo>
                  <a:lnTo>
                    <a:pt x="61110" y="93237"/>
                  </a:lnTo>
                  <a:lnTo>
                    <a:pt x="92427" y="61645"/>
                  </a:lnTo>
                  <a:lnTo>
                    <a:pt x="128693" y="35785"/>
                  </a:lnTo>
                  <a:lnTo>
                    <a:pt x="169173" y="16398"/>
                  </a:lnTo>
                  <a:lnTo>
                    <a:pt x="213134" y="4222"/>
                  </a:lnTo>
                  <a:lnTo>
                    <a:pt x="259842" y="0"/>
                  </a:lnTo>
                  <a:lnTo>
                    <a:pt x="306549" y="4222"/>
                  </a:lnTo>
                  <a:lnTo>
                    <a:pt x="350510" y="16398"/>
                  </a:lnTo>
                  <a:lnTo>
                    <a:pt x="390990" y="35785"/>
                  </a:lnTo>
                  <a:lnTo>
                    <a:pt x="427256" y="61645"/>
                  </a:lnTo>
                  <a:lnTo>
                    <a:pt x="458573" y="93237"/>
                  </a:lnTo>
                  <a:lnTo>
                    <a:pt x="484208" y="129822"/>
                  </a:lnTo>
                  <a:lnTo>
                    <a:pt x="503427" y="170658"/>
                  </a:lnTo>
                  <a:lnTo>
                    <a:pt x="515497" y="215007"/>
                  </a:lnTo>
                  <a:lnTo>
                    <a:pt x="519684" y="262128"/>
                  </a:lnTo>
                  <a:lnTo>
                    <a:pt x="515497" y="309248"/>
                  </a:lnTo>
                  <a:lnTo>
                    <a:pt x="503428" y="353597"/>
                  </a:lnTo>
                  <a:lnTo>
                    <a:pt x="484208" y="394433"/>
                  </a:lnTo>
                  <a:lnTo>
                    <a:pt x="458573" y="431018"/>
                  </a:lnTo>
                  <a:lnTo>
                    <a:pt x="427256" y="462610"/>
                  </a:lnTo>
                  <a:lnTo>
                    <a:pt x="390990" y="488470"/>
                  </a:lnTo>
                  <a:lnTo>
                    <a:pt x="350510" y="507857"/>
                  </a:lnTo>
                  <a:lnTo>
                    <a:pt x="306549" y="520033"/>
                  </a:lnTo>
                  <a:lnTo>
                    <a:pt x="259842" y="524256"/>
                  </a:lnTo>
                  <a:lnTo>
                    <a:pt x="213134" y="520033"/>
                  </a:lnTo>
                  <a:lnTo>
                    <a:pt x="169173" y="507857"/>
                  </a:lnTo>
                  <a:lnTo>
                    <a:pt x="128693" y="488470"/>
                  </a:lnTo>
                  <a:lnTo>
                    <a:pt x="92427" y="462610"/>
                  </a:lnTo>
                  <a:lnTo>
                    <a:pt x="61110" y="431018"/>
                  </a:lnTo>
                  <a:lnTo>
                    <a:pt x="35475" y="394433"/>
                  </a:lnTo>
                  <a:lnTo>
                    <a:pt x="16256" y="353597"/>
                  </a:lnTo>
                  <a:lnTo>
                    <a:pt x="4186" y="309248"/>
                  </a:lnTo>
                  <a:lnTo>
                    <a:pt x="0" y="262128"/>
                  </a:lnTo>
                  <a:close/>
                </a:path>
                <a:path w="520065" h="524510">
                  <a:moveTo>
                    <a:pt x="36575" y="261366"/>
                  </a:moveTo>
                  <a:lnTo>
                    <a:pt x="41111" y="216046"/>
                  </a:lnTo>
                  <a:lnTo>
                    <a:pt x="54119" y="173843"/>
                  </a:lnTo>
                  <a:lnTo>
                    <a:pt x="74703" y="135658"/>
                  </a:lnTo>
                  <a:lnTo>
                    <a:pt x="101965" y="102393"/>
                  </a:lnTo>
                  <a:lnTo>
                    <a:pt x="135007" y="74951"/>
                  </a:lnTo>
                  <a:lnTo>
                    <a:pt x="172932" y="54232"/>
                  </a:lnTo>
                  <a:lnTo>
                    <a:pt x="214843" y="41140"/>
                  </a:lnTo>
                  <a:lnTo>
                    <a:pt x="259842" y="36576"/>
                  </a:lnTo>
                  <a:lnTo>
                    <a:pt x="304840" y="41140"/>
                  </a:lnTo>
                  <a:lnTo>
                    <a:pt x="346751" y="54232"/>
                  </a:lnTo>
                  <a:lnTo>
                    <a:pt x="384676" y="74951"/>
                  </a:lnTo>
                  <a:lnTo>
                    <a:pt x="417718" y="102393"/>
                  </a:lnTo>
                  <a:lnTo>
                    <a:pt x="444980" y="135658"/>
                  </a:lnTo>
                  <a:lnTo>
                    <a:pt x="465564" y="173843"/>
                  </a:lnTo>
                  <a:lnTo>
                    <a:pt x="478572" y="216046"/>
                  </a:lnTo>
                  <a:lnTo>
                    <a:pt x="483108" y="261366"/>
                  </a:lnTo>
                  <a:lnTo>
                    <a:pt x="478572" y="306685"/>
                  </a:lnTo>
                  <a:lnTo>
                    <a:pt x="465564" y="348888"/>
                  </a:lnTo>
                  <a:lnTo>
                    <a:pt x="444980" y="387073"/>
                  </a:lnTo>
                  <a:lnTo>
                    <a:pt x="417718" y="420338"/>
                  </a:lnTo>
                  <a:lnTo>
                    <a:pt x="384676" y="447780"/>
                  </a:lnTo>
                  <a:lnTo>
                    <a:pt x="346751" y="468499"/>
                  </a:lnTo>
                  <a:lnTo>
                    <a:pt x="304840" y="481591"/>
                  </a:lnTo>
                  <a:lnTo>
                    <a:pt x="259842" y="486156"/>
                  </a:lnTo>
                  <a:lnTo>
                    <a:pt x="214843" y="481591"/>
                  </a:lnTo>
                  <a:lnTo>
                    <a:pt x="172932" y="468499"/>
                  </a:lnTo>
                  <a:lnTo>
                    <a:pt x="135007" y="447780"/>
                  </a:lnTo>
                  <a:lnTo>
                    <a:pt x="101965" y="420338"/>
                  </a:lnTo>
                  <a:lnTo>
                    <a:pt x="74703" y="387073"/>
                  </a:lnTo>
                  <a:lnTo>
                    <a:pt x="54119" y="348888"/>
                  </a:lnTo>
                  <a:lnTo>
                    <a:pt x="41111" y="306685"/>
                  </a:lnTo>
                  <a:lnTo>
                    <a:pt x="36575" y="26136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329422" y="4561712"/>
              <a:ext cx="382270" cy="835660"/>
            </a:xfrm>
            <a:custGeom>
              <a:avLst/>
              <a:gdLst/>
              <a:ahLst/>
              <a:cxnLst/>
              <a:rect l="l" t="t" r="r" b="b"/>
              <a:pathLst>
                <a:path w="382270" h="835660">
                  <a:moveTo>
                    <a:pt x="304800" y="417957"/>
                  </a:moveTo>
                  <a:lnTo>
                    <a:pt x="285750" y="408432"/>
                  </a:lnTo>
                  <a:lnTo>
                    <a:pt x="228600" y="379857"/>
                  </a:lnTo>
                  <a:lnTo>
                    <a:pt x="228600" y="408432"/>
                  </a:lnTo>
                  <a:lnTo>
                    <a:pt x="0" y="408432"/>
                  </a:lnTo>
                  <a:lnTo>
                    <a:pt x="0" y="427482"/>
                  </a:lnTo>
                  <a:lnTo>
                    <a:pt x="228600" y="427482"/>
                  </a:lnTo>
                  <a:lnTo>
                    <a:pt x="228600" y="456057"/>
                  </a:lnTo>
                  <a:lnTo>
                    <a:pt x="285750" y="427482"/>
                  </a:lnTo>
                  <a:lnTo>
                    <a:pt x="304800" y="417957"/>
                  </a:lnTo>
                  <a:close/>
                </a:path>
                <a:path w="382270" h="835660">
                  <a:moveTo>
                    <a:pt x="381762" y="602361"/>
                  </a:moveTo>
                  <a:lnTo>
                    <a:pt x="297307" y="612775"/>
                  </a:lnTo>
                  <a:lnTo>
                    <a:pt x="313029" y="636549"/>
                  </a:lnTo>
                  <a:lnTo>
                    <a:pt x="37465" y="819404"/>
                  </a:lnTo>
                  <a:lnTo>
                    <a:pt x="47879" y="835279"/>
                  </a:lnTo>
                  <a:lnTo>
                    <a:pt x="323557" y="652437"/>
                  </a:lnTo>
                  <a:lnTo>
                    <a:pt x="339344" y="676275"/>
                  </a:lnTo>
                  <a:lnTo>
                    <a:pt x="366153" y="629539"/>
                  </a:lnTo>
                  <a:lnTo>
                    <a:pt x="381762" y="602361"/>
                  </a:lnTo>
                  <a:close/>
                </a:path>
                <a:path w="382270" h="835660">
                  <a:moveTo>
                    <a:pt x="381762" y="232918"/>
                  </a:moveTo>
                  <a:lnTo>
                    <a:pt x="366128" y="205740"/>
                  </a:lnTo>
                  <a:lnTo>
                    <a:pt x="339344" y="159131"/>
                  </a:lnTo>
                  <a:lnTo>
                    <a:pt x="323583" y="182867"/>
                  </a:lnTo>
                  <a:lnTo>
                    <a:pt x="47879" y="0"/>
                  </a:lnTo>
                  <a:lnTo>
                    <a:pt x="37465" y="15875"/>
                  </a:lnTo>
                  <a:lnTo>
                    <a:pt x="313042" y="198742"/>
                  </a:lnTo>
                  <a:lnTo>
                    <a:pt x="297180" y="222631"/>
                  </a:lnTo>
                  <a:lnTo>
                    <a:pt x="381762" y="2329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345935" y="3817620"/>
              <a:ext cx="1499870" cy="951230"/>
            </a:xfrm>
            <a:custGeom>
              <a:avLst/>
              <a:gdLst/>
              <a:ahLst/>
              <a:cxnLst/>
              <a:rect l="l" t="t" r="r" b="b"/>
              <a:pathLst>
                <a:path w="1499870" h="951229">
                  <a:moveTo>
                    <a:pt x="0" y="0"/>
                  </a:moveTo>
                  <a:lnTo>
                    <a:pt x="73151" y="112902"/>
                  </a:lnTo>
                  <a:lnTo>
                    <a:pt x="25273" y="246125"/>
                  </a:lnTo>
                  <a:lnTo>
                    <a:pt x="118744" y="330834"/>
                  </a:lnTo>
                  <a:lnTo>
                    <a:pt x="99440" y="475487"/>
                  </a:lnTo>
                  <a:lnTo>
                    <a:pt x="206883" y="526287"/>
                  </a:lnTo>
                  <a:lnTo>
                    <a:pt x="217423" y="672464"/>
                  </a:lnTo>
                  <a:lnTo>
                    <a:pt x="331469" y="685926"/>
                  </a:lnTo>
                  <a:lnTo>
                    <a:pt x="371093" y="823594"/>
                  </a:lnTo>
                  <a:lnTo>
                    <a:pt x="483996" y="798829"/>
                  </a:lnTo>
                  <a:lnTo>
                    <a:pt x="550163" y="918590"/>
                  </a:lnTo>
                  <a:lnTo>
                    <a:pt x="654177" y="857249"/>
                  </a:lnTo>
                  <a:lnTo>
                    <a:pt x="742188" y="950975"/>
                  </a:lnTo>
                  <a:lnTo>
                    <a:pt x="830325" y="857249"/>
                  </a:lnTo>
                  <a:lnTo>
                    <a:pt x="934338" y="918590"/>
                  </a:lnTo>
                  <a:lnTo>
                    <a:pt x="1000506" y="798829"/>
                  </a:lnTo>
                  <a:lnTo>
                    <a:pt x="1113409" y="823594"/>
                  </a:lnTo>
                  <a:lnTo>
                    <a:pt x="1153033" y="685926"/>
                  </a:lnTo>
                  <a:lnTo>
                    <a:pt x="1267079" y="672464"/>
                  </a:lnTo>
                  <a:lnTo>
                    <a:pt x="1277619" y="526287"/>
                  </a:lnTo>
                  <a:lnTo>
                    <a:pt x="1385062" y="475487"/>
                  </a:lnTo>
                  <a:lnTo>
                    <a:pt x="1365758" y="330834"/>
                  </a:lnTo>
                  <a:lnTo>
                    <a:pt x="1459230" y="246125"/>
                  </a:lnTo>
                  <a:lnTo>
                    <a:pt x="1411350" y="112902"/>
                  </a:lnTo>
                  <a:lnTo>
                    <a:pt x="1499615" y="91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929883" y="4972812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212598" y="0"/>
                  </a:moveTo>
                  <a:lnTo>
                    <a:pt x="163832" y="5896"/>
                  </a:lnTo>
                  <a:lnTo>
                    <a:pt x="119076" y="22691"/>
                  </a:lnTo>
                  <a:lnTo>
                    <a:pt x="79603" y="49045"/>
                  </a:lnTo>
                  <a:lnTo>
                    <a:pt x="46686" y="83620"/>
                  </a:lnTo>
                  <a:lnTo>
                    <a:pt x="21598" y="125074"/>
                  </a:lnTo>
                  <a:lnTo>
                    <a:pt x="5611" y="172069"/>
                  </a:lnTo>
                  <a:lnTo>
                    <a:pt x="0" y="223265"/>
                  </a:lnTo>
                  <a:lnTo>
                    <a:pt x="5611" y="274462"/>
                  </a:lnTo>
                  <a:lnTo>
                    <a:pt x="21598" y="321457"/>
                  </a:lnTo>
                  <a:lnTo>
                    <a:pt x="46686" y="362911"/>
                  </a:lnTo>
                  <a:lnTo>
                    <a:pt x="79603" y="397486"/>
                  </a:lnTo>
                  <a:lnTo>
                    <a:pt x="119076" y="423840"/>
                  </a:lnTo>
                  <a:lnTo>
                    <a:pt x="163832" y="440635"/>
                  </a:lnTo>
                  <a:lnTo>
                    <a:pt x="212598" y="446531"/>
                  </a:lnTo>
                  <a:lnTo>
                    <a:pt x="261363" y="440635"/>
                  </a:lnTo>
                  <a:lnTo>
                    <a:pt x="306119" y="423840"/>
                  </a:lnTo>
                  <a:lnTo>
                    <a:pt x="345592" y="397486"/>
                  </a:lnTo>
                  <a:lnTo>
                    <a:pt x="378509" y="362911"/>
                  </a:lnTo>
                  <a:lnTo>
                    <a:pt x="403597" y="321457"/>
                  </a:lnTo>
                  <a:lnTo>
                    <a:pt x="419584" y="274462"/>
                  </a:lnTo>
                  <a:lnTo>
                    <a:pt x="425195" y="223265"/>
                  </a:lnTo>
                  <a:lnTo>
                    <a:pt x="419584" y="172069"/>
                  </a:lnTo>
                  <a:lnTo>
                    <a:pt x="403597" y="125074"/>
                  </a:lnTo>
                  <a:lnTo>
                    <a:pt x="378509" y="83620"/>
                  </a:lnTo>
                  <a:lnTo>
                    <a:pt x="345592" y="49045"/>
                  </a:lnTo>
                  <a:lnTo>
                    <a:pt x="306119" y="22691"/>
                  </a:lnTo>
                  <a:lnTo>
                    <a:pt x="261363" y="5896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929883" y="4972812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0" y="223265"/>
                  </a:moveTo>
                  <a:lnTo>
                    <a:pt x="5611" y="172069"/>
                  </a:lnTo>
                  <a:lnTo>
                    <a:pt x="21598" y="125074"/>
                  </a:lnTo>
                  <a:lnTo>
                    <a:pt x="46686" y="83620"/>
                  </a:lnTo>
                  <a:lnTo>
                    <a:pt x="79603" y="49045"/>
                  </a:lnTo>
                  <a:lnTo>
                    <a:pt x="119076" y="22691"/>
                  </a:lnTo>
                  <a:lnTo>
                    <a:pt x="163832" y="5896"/>
                  </a:lnTo>
                  <a:lnTo>
                    <a:pt x="212598" y="0"/>
                  </a:lnTo>
                  <a:lnTo>
                    <a:pt x="261363" y="5896"/>
                  </a:lnTo>
                  <a:lnTo>
                    <a:pt x="306119" y="22691"/>
                  </a:lnTo>
                  <a:lnTo>
                    <a:pt x="345592" y="49045"/>
                  </a:lnTo>
                  <a:lnTo>
                    <a:pt x="378509" y="83620"/>
                  </a:lnTo>
                  <a:lnTo>
                    <a:pt x="403597" y="125074"/>
                  </a:lnTo>
                  <a:lnTo>
                    <a:pt x="419584" y="172069"/>
                  </a:lnTo>
                  <a:lnTo>
                    <a:pt x="425195" y="223265"/>
                  </a:lnTo>
                  <a:lnTo>
                    <a:pt x="419584" y="274462"/>
                  </a:lnTo>
                  <a:lnTo>
                    <a:pt x="403597" y="321457"/>
                  </a:lnTo>
                  <a:lnTo>
                    <a:pt x="378509" y="362911"/>
                  </a:lnTo>
                  <a:lnTo>
                    <a:pt x="345592" y="397486"/>
                  </a:lnTo>
                  <a:lnTo>
                    <a:pt x="306119" y="423840"/>
                  </a:lnTo>
                  <a:lnTo>
                    <a:pt x="261363" y="440635"/>
                  </a:lnTo>
                  <a:lnTo>
                    <a:pt x="212598" y="446531"/>
                  </a:lnTo>
                  <a:lnTo>
                    <a:pt x="163832" y="440635"/>
                  </a:lnTo>
                  <a:lnTo>
                    <a:pt x="119076" y="423840"/>
                  </a:lnTo>
                  <a:lnTo>
                    <a:pt x="79603" y="397486"/>
                  </a:lnTo>
                  <a:lnTo>
                    <a:pt x="46686" y="362911"/>
                  </a:lnTo>
                  <a:lnTo>
                    <a:pt x="21598" y="321457"/>
                  </a:lnTo>
                  <a:lnTo>
                    <a:pt x="5611" y="274462"/>
                  </a:lnTo>
                  <a:lnTo>
                    <a:pt x="0" y="22326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2202560" y="4266946"/>
            <a:ext cx="1333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1092453" y="5028946"/>
            <a:ext cx="439420" cy="459740"/>
            <a:chOff x="1092453" y="5028946"/>
            <a:chExt cx="439420" cy="459740"/>
          </a:xfrm>
        </p:grpSpPr>
        <p:sp>
          <p:nvSpPr>
            <p:cNvPr id="39" name="object 39" descr=""/>
            <p:cNvSpPr/>
            <p:nvPr/>
          </p:nvSpPr>
          <p:spPr>
            <a:xfrm>
              <a:off x="1098803" y="5035296"/>
              <a:ext cx="426720" cy="447040"/>
            </a:xfrm>
            <a:custGeom>
              <a:avLst/>
              <a:gdLst/>
              <a:ahLst/>
              <a:cxnLst/>
              <a:rect l="l" t="t" r="r" b="b"/>
              <a:pathLst>
                <a:path w="426719" h="447039">
                  <a:moveTo>
                    <a:pt x="213359" y="0"/>
                  </a:moveTo>
                  <a:lnTo>
                    <a:pt x="164440" y="5896"/>
                  </a:lnTo>
                  <a:lnTo>
                    <a:pt x="119531" y="22691"/>
                  </a:lnTo>
                  <a:lnTo>
                    <a:pt x="79916" y="49045"/>
                  </a:lnTo>
                  <a:lnTo>
                    <a:pt x="46874" y="83620"/>
                  </a:lnTo>
                  <a:lnTo>
                    <a:pt x="21687" y="125074"/>
                  </a:lnTo>
                  <a:lnTo>
                    <a:pt x="5635" y="172069"/>
                  </a:lnTo>
                  <a:lnTo>
                    <a:pt x="0" y="223265"/>
                  </a:lnTo>
                  <a:lnTo>
                    <a:pt x="5635" y="274462"/>
                  </a:lnTo>
                  <a:lnTo>
                    <a:pt x="21687" y="321457"/>
                  </a:lnTo>
                  <a:lnTo>
                    <a:pt x="46874" y="362911"/>
                  </a:lnTo>
                  <a:lnTo>
                    <a:pt x="79916" y="397486"/>
                  </a:lnTo>
                  <a:lnTo>
                    <a:pt x="119531" y="423840"/>
                  </a:lnTo>
                  <a:lnTo>
                    <a:pt x="164440" y="440635"/>
                  </a:lnTo>
                  <a:lnTo>
                    <a:pt x="213359" y="446531"/>
                  </a:lnTo>
                  <a:lnTo>
                    <a:pt x="262287" y="440635"/>
                  </a:lnTo>
                  <a:lnTo>
                    <a:pt x="307199" y="423840"/>
                  </a:lnTo>
                  <a:lnTo>
                    <a:pt x="346814" y="397486"/>
                  </a:lnTo>
                  <a:lnTo>
                    <a:pt x="379853" y="362911"/>
                  </a:lnTo>
                  <a:lnTo>
                    <a:pt x="405037" y="321457"/>
                  </a:lnTo>
                  <a:lnTo>
                    <a:pt x="421086" y="274462"/>
                  </a:lnTo>
                  <a:lnTo>
                    <a:pt x="426720" y="223265"/>
                  </a:lnTo>
                  <a:lnTo>
                    <a:pt x="421086" y="172069"/>
                  </a:lnTo>
                  <a:lnTo>
                    <a:pt x="405037" y="125074"/>
                  </a:lnTo>
                  <a:lnTo>
                    <a:pt x="379853" y="83620"/>
                  </a:lnTo>
                  <a:lnTo>
                    <a:pt x="346814" y="49045"/>
                  </a:lnTo>
                  <a:lnTo>
                    <a:pt x="307199" y="22691"/>
                  </a:lnTo>
                  <a:lnTo>
                    <a:pt x="262287" y="5896"/>
                  </a:lnTo>
                  <a:lnTo>
                    <a:pt x="2133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098803" y="5035296"/>
              <a:ext cx="426720" cy="447040"/>
            </a:xfrm>
            <a:custGeom>
              <a:avLst/>
              <a:gdLst/>
              <a:ahLst/>
              <a:cxnLst/>
              <a:rect l="l" t="t" r="r" b="b"/>
              <a:pathLst>
                <a:path w="426719" h="447039">
                  <a:moveTo>
                    <a:pt x="0" y="223265"/>
                  </a:moveTo>
                  <a:lnTo>
                    <a:pt x="5635" y="172069"/>
                  </a:lnTo>
                  <a:lnTo>
                    <a:pt x="21687" y="125074"/>
                  </a:lnTo>
                  <a:lnTo>
                    <a:pt x="46874" y="83620"/>
                  </a:lnTo>
                  <a:lnTo>
                    <a:pt x="79916" y="49045"/>
                  </a:lnTo>
                  <a:lnTo>
                    <a:pt x="119531" y="22691"/>
                  </a:lnTo>
                  <a:lnTo>
                    <a:pt x="164440" y="5896"/>
                  </a:lnTo>
                  <a:lnTo>
                    <a:pt x="213359" y="0"/>
                  </a:lnTo>
                  <a:lnTo>
                    <a:pt x="262287" y="5896"/>
                  </a:lnTo>
                  <a:lnTo>
                    <a:pt x="307199" y="22691"/>
                  </a:lnTo>
                  <a:lnTo>
                    <a:pt x="346814" y="49045"/>
                  </a:lnTo>
                  <a:lnTo>
                    <a:pt x="379853" y="83620"/>
                  </a:lnTo>
                  <a:lnTo>
                    <a:pt x="405037" y="125074"/>
                  </a:lnTo>
                  <a:lnTo>
                    <a:pt x="421086" y="172069"/>
                  </a:lnTo>
                  <a:lnTo>
                    <a:pt x="426720" y="223265"/>
                  </a:lnTo>
                  <a:lnTo>
                    <a:pt x="421086" y="274462"/>
                  </a:lnTo>
                  <a:lnTo>
                    <a:pt x="405037" y="321457"/>
                  </a:lnTo>
                  <a:lnTo>
                    <a:pt x="379853" y="362911"/>
                  </a:lnTo>
                  <a:lnTo>
                    <a:pt x="346814" y="397486"/>
                  </a:lnTo>
                  <a:lnTo>
                    <a:pt x="307199" y="423840"/>
                  </a:lnTo>
                  <a:lnTo>
                    <a:pt x="262287" y="440635"/>
                  </a:lnTo>
                  <a:lnTo>
                    <a:pt x="213359" y="446531"/>
                  </a:lnTo>
                  <a:lnTo>
                    <a:pt x="164440" y="440635"/>
                  </a:lnTo>
                  <a:lnTo>
                    <a:pt x="119531" y="423840"/>
                  </a:lnTo>
                  <a:lnTo>
                    <a:pt x="79916" y="397486"/>
                  </a:lnTo>
                  <a:lnTo>
                    <a:pt x="46874" y="362911"/>
                  </a:lnTo>
                  <a:lnTo>
                    <a:pt x="21687" y="321457"/>
                  </a:lnTo>
                  <a:lnTo>
                    <a:pt x="5635" y="274462"/>
                  </a:lnTo>
                  <a:lnTo>
                    <a:pt x="0" y="22326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1166164" y="5120766"/>
            <a:ext cx="23367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𝑖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2997454" y="5028946"/>
            <a:ext cx="438150" cy="459740"/>
            <a:chOff x="2997454" y="5028946"/>
            <a:chExt cx="438150" cy="459740"/>
          </a:xfrm>
        </p:grpSpPr>
        <p:sp>
          <p:nvSpPr>
            <p:cNvPr id="43" name="object 43" descr=""/>
            <p:cNvSpPr/>
            <p:nvPr/>
          </p:nvSpPr>
          <p:spPr>
            <a:xfrm>
              <a:off x="3003804" y="5035296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212597" y="0"/>
                  </a:moveTo>
                  <a:lnTo>
                    <a:pt x="163832" y="5896"/>
                  </a:lnTo>
                  <a:lnTo>
                    <a:pt x="119076" y="22691"/>
                  </a:lnTo>
                  <a:lnTo>
                    <a:pt x="79603" y="49045"/>
                  </a:lnTo>
                  <a:lnTo>
                    <a:pt x="46686" y="83620"/>
                  </a:lnTo>
                  <a:lnTo>
                    <a:pt x="21598" y="125074"/>
                  </a:lnTo>
                  <a:lnTo>
                    <a:pt x="5611" y="172069"/>
                  </a:lnTo>
                  <a:lnTo>
                    <a:pt x="0" y="223265"/>
                  </a:lnTo>
                  <a:lnTo>
                    <a:pt x="5611" y="274462"/>
                  </a:lnTo>
                  <a:lnTo>
                    <a:pt x="21598" y="321457"/>
                  </a:lnTo>
                  <a:lnTo>
                    <a:pt x="46686" y="362911"/>
                  </a:lnTo>
                  <a:lnTo>
                    <a:pt x="79603" y="397486"/>
                  </a:lnTo>
                  <a:lnTo>
                    <a:pt x="119076" y="423840"/>
                  </a:lnTo>
                  <a:lnTo>
                    <a:pt x="163832" y="440635"/>
                  </a:lnTo>
                  <a:lnTo>
                    <a:pt x="212597" y="446531"/>
                  </a:lnTo>
                  <a:lnTo>
                    <a:pt x="261363" y="440635"/>
                  </a:lnTo>
                  <a:lnTo>
                    <a:pt x="306119" y="423840"/>
                  </a:lnTo>
                  <a:lnTo>
                    <a:pt x="345592" y="397486"/>
                  </a:lnTo>
                  <a:lnTo>
                    <a:pt x="378509" y="362911"/>
                  </a:lnTo>
                  <a:lnTo>
                    <a:pt x="403597" y="321457"/>
                  </a:lnTo>
                  <a:lnTo>
                    <a:pt x="419584" y="274462"/>
                  </a:lnTo>
                  <a:lnTo>
                    <a:pt x="425195" y="223265"/>
                  </a:lnTo>
                  <a:lnTo>
                    <a:pt x="419584" y="172069"/>
                  </a:lnTo>
                  <a:lnTo>
                    <a:pt x="403597" y="125074"/>
                  </a:lnTo>
                  <a:lnTo>
                    <a:pt x="378509" y="83620"/>
                  </a:lnTo>
                  <a:lnTo>
                    <a:pt x="345592" y="49045"/>
                  </a:lnTo>
                  <a:lnTo>
                    <a:pt x="306119" y="22691"/>
                  </a:lnTo>
                  <a:lnTo>
                    <a:pt x="261363" y="5896"/>
                  </a:lnTo>
                  <a:lnTo>
                    <a:pt x="2125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003804" y="5035296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0" y="223265"/>
                  </a:moveTo>
                  <a:lnTo>
                    <a:pt x="5611" y="172069"/>
                  </a:lnTo>
                  <a:lnTo>
                    <a:pt x="21598" y="125074"/>
                  </a:lnTo>
                  <a:lnTo>
                    <a:pt x="46686" y="83620"/>
                  </a:lnTo>
                  <a:lnTo>
                    <a:pt x="79603" y="49045"/>
                  </a:lnTo>
                  <a:lnTo>
                    <a:pt x="119076" y="22691"/>
                  </a:lnTo>
                  <a:lnTo>
                    <a:pt x="163832" y="5896"/>
                  </a:lnTo>
                  <a:lnTo>
                    <a:pt x="212597" y="0"/>
                  </a:lnTo>
                  <a:lnTo>
                    <a:pt x="261363" y="5896"/>
                  </a:lnTo>
                  <a:lnTo>
                    <a:pt x="306119" y="22691"/>
                  </a:lnTo>
                  <a:lnTo>
                    <a:pt x="345592" y="49045"/>
                  </a:lnTo>
                  <a:lnTo>
                    <a:pt x="378509" y="83620"/>
                  </a:lnTo>
                  <a:lnTo>
                    <a:pt x="403597" y="125074"/>
                  </a:lnTo>
                  <a:lnTo>
                    <a:pt x="419584" y="172069"/>
                  </a:lnTo>
                  <a:lnTo>
                    <a:pt x="425195" y="223265"/>
                  </a:lnTo>
                  <a:lnTo>
                    <a:pt x="419584" y="274462"/>
                  </a:lnTo>
                  <a:lnTo>
                    <a:pt x="403597" y="321457"/>
                  </a:lnTo>
                  <a:lnTo>
                    <a:pt x="378509" y="362911"/>
                  </a:lnTo>
                  <a:lnTo>
                    <a:pt x="345592" y="397486"/>
                  </a:lnTo>
                  <a:lnTo>
                    <a:pt x="306119" y="423840"/>
                  </a:lnTo>
                  <a:lnTo>
                    <a:pt x="261363" y="440635"/>
                  </a:lnTo>
                  <a:lnTo>
                    <a:pt x="212597" y="446531"/>
                  </a:lnTo>
                  <a:lnTo>
                    <a:pt x="163832" y="440635"/>
                  </a:lnTo>
                  <a:lnTo>
                    <a:pt x="119076" y="423840"/>
                  </a:lnTo>
                  <a:lnTo>
                    <a:pt x="79603" y="397486"/>
                  </a:lnTo>
                  <a:lnTo>
                    <a:pt x="46686" y="362911"/>
                  </a:lnTo>
                  <a:lnTo>
                    <a:pt x="21598" y="321457"/>
                  </a:lnTo>
                  <a:lnTo>
                    <a:pt x="5611" y="274462"/>
                  </a:lnTo>
                  <a:lnTo>
                    <a:pt x="0" y="22326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3061970" y="5107940"/>
            <a:ext cx="2508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𝑗</a:t>
            </a:r>
            <a:endParaRPr baseline="-14492" sz="1725">
              <a:latin typeface="Cambria Math"/>
              <a:cs typeface="Cambria Math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1454785" y="4565141"/>
            <a:ext cx="668655" cy="548640"/>
          </a:xfrm>
          <a:custGeom>
            <a:avLst/>
            <a:gdLst/>
            <a:ahLst/>
            <a:cxnLst/>
            <a:rect l="l" t="t" r="r" b="b"/>
            <a:pathLst>
              <a:path w="668655" h="548639">
                <a:moveTo>
                  <a:pt x="592933" y="43059"/>
                </a:moveTo>
                <a:lnTo>
                  <a:pt x="0" y="526033"/>
                </a:lnTo>
                <a:lnTo>
                  <a:pt x="18034" y="548258"/>
                </a:lnTo>
                <a:lnTo>
                  <a:pt x="610948" y="65175"/>
                </a:lnTo>
                <a:lnTo>
                  <a:pt x="592933" y="43059"/>
                </a:lnTo>
                <a:close/>
              </a:path>
              <a:path w="668655" h="548639">
                <a:moveTo>
                  <a:pt x="653142" y="34035"/>
                </a:moveTo>
                <a:lnTo>
                  <a:pt x="604012" y="34035"/>
                </a:lnTo>
                <a:lnTo>
                  <a:pt x="622046" y="56133"/>
                </a:lnTo>
                <a:lnTo>
                  <a:pt x="610948" y="65175"/>
                </a:lnTo>
                <a:lnTo>
                  <a:pt x="629031" y="87375"/>
                </a:lnTo>
                <a:lnTo>
                  <a:pt x="653142" y="34035"/>
                </a:lnTo>
                <a:close/>
              </a:path>
              <a:path w="668655" h="548639">
                <a:moveTo>
                  <a:pt x="604012" y="34035"/>
                </a:moveTo>
                <a:lnTo>
                  <a:pt x="592933" y="43059"/>
                </a:lnTo>
                <a:lnTo>
                  <a:pt x="610948" y="65175"/>
                </a:lnTo>
                <a:lnTo>
                  <a:pt x="622046" y="56133"/>
                </a:lnTo>
                <a:lnTo>
                  <a:pt x="604012" y="34035"/>
                </a:lnTo>
                <a:close/>
              </a:path>
              <a:path w="668655" h="548639">
                <a:moveTo>
                  <a:pt x="668528" y="0"/>
                </a:moveTo>
                <a:lnTo>
                  <a:pt x="574929" y="20954"/>
                </a:lnTo>
                <a:lnTo>
                  <a:pt x="592933" y="43059"/>
                </a:lnTo>
                <a:lnTo>
                  <a:pt x="604012" y="34035"/>
                </a:lnTo>
                <a:lnTo>
                  <a:pt x="653142" y="34035"/>
                </a:lnTo>
                <a:lnTo>
                  <a:pt x="66852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1484122" y="4569917"/>
            <a:ext cx="25272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𝑟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48" name="object 48" descr=""/>
          <p:cNvSpPr/>
          <p:nvPr/>
        </p:nvSpPr>
        <p:spPr>
          <a:xfrm>
            <a:off x="2414778" y="4247641"/>
            <a:ext cx="652780" cy="854710"/>
          </a:xfrm>
          <a:custGeom>
            <a:avLst/>
            <a:gdLst/>
            <a:ahLst/>
            <a:cxnLst/>
            <a:rect l="l" t="t" r="r" b="b"/>
            <a:pathLst>
              <a:path w="652780" h="854710">
                <a:moveTo>
                  <a:pt x="264147" y="119380"/>
                </a:moveTo>
                <a:lnTo>
                  <a:pt x="264033" y="106553"/>
                </a:lnTo>
                <a:lnTo>
                  <a:pt x="263017" y="95377"/>
                </a:lnTo>
                <a:lnTo>
                  <a:pt x="261620" y="84455"/>
                </a:lnTo>
                <a:lnTo>
                  <a:pt x="259626" y="74295"/>
                </a:lnTo>
                <a:lnTo>
                  <a:pt x="259588" y="74041"/>
                </a:lnTo>
                <a:lnTo>
                  <a:pt x="245376" y="40132"/>
                </a:lnTo>
                <a:lnTo>
                  <a:pt x="245237" y="39878"/>
                </a:lnTo>
                <a:lnTo>
                  <a:pt x="242277" y="35814"/>
                </a:lnTo>
                <a:lnTo>
                  <a:pt x="241541" y="34798"/>
                </a:lnTo>
                <a:lnTo>
                  <a:pt x="240157" y="32893"/>
                </a:lnTo>
                <a:lnTo>
                  <a:pt x="236080" y="28448"/>
                </a:lnTo>
                <a:lnTo>
                  <a:pt x="234569" y="26797"/>
                </a:lnTo>
                <a:lnTo>
                  <a:pt x="228473" y="21209"/>
                </a:lnTo>
                <a:lnTo>
                  <a:pt x="207264" y="8636"/>
                </a:lnTo>
                <a:lnTo>
                  <a:pt x="192278" y="3810"/>
                </a:lnTo>
                <a:lnTo>
                  <a:pt x="176149" y="889"/>
                </a:lnTo>
                <a:lnTo>
                  <a:pt x="159258" y="0"/>
                </a:lnTo>
                <a:lnTo>
                  <a:pt x="141732" y="635"/>
                </a:lnTo>
                <a:lnTo>
                  <a:pt x="86360" y="9779"/>
                </a:lnTo>
                <a:lnTo>
                  <a:pt x="47879" y="20066"/>
                </a:lnTo>
                <a:lnTo>
                  <a:pt x="55740" y="47637"/>
                </a:lnTo>
                <a:lnTo>
                  <a:pt x="74803" y="42164"/>
                </a:lnTo>
                <a:lnTo>
                  <a:pt x="93345" y="37465"/>
                </a:lnTo>
                <a:lnTo>
                  <a:pt x="111252" y="33782"/>
                </a:lnTo>
                <a:lnTo>
                  <a:pt x="128651" y="30734"/>
                </a:lnTo>
                <a:lnTo>
                  <a:pt x="144907" y="28956"/>
                </a:lnTo>
                <a:lnTo>
                  <a:pt x="160274" y="28448"/>
                </a:lnTo>
                <a:lnTo>
                  <a:pt x="174371" y="29464"/>
                </a:lnTo>
                <a:lnTo>
                  <a:pt x="211328" y="44069"/>
                </a:lnTo>
                <a:lnTo>
                  <a:pt x="232156" y="81788"/>
                </a:lnTo>
                <a:lnTo>
                  <a:pt x="235699" y="118999"/>
                </a:lnTo>
                <a:lnTo>
                  <a:pt x="235712" y="119380"/>
                </a:lnTo>
                <a:lnTo>
                  <a:pt x="231267" y="158115"/>
                </a:lnTo>
                <a:lnTo>
                  <a:pt x="212725" y="195834"/>
                </a:lnTo>
                <a:lnTo>
                  <a:pt x="171323" y="219456"/>
                </a:lnTo>
                <a:lnTo>
                  <a:pt x="160489" y="221284"/>
                </a:lnTo>
                <a:lnTo>
                  <a:pt x="154152" y="220903"/>
                </a:lnTo>
                <a:lnTo>
                  <a:pt x="154292" y="219964"/>
                </a:lnTo>
                <a:lnTo>
                  <a:pt x="158242" y="193929"/>
                </a:lnTo>
                <a:lnTo>
                  <a:pt x="67056" y="223520"/>
                </a:lnTo>
                <a:lnTo>
                  <a:pt x="145415" y="278638"/>
                </a:lnTo>
                <a:lnTo>
                  <a:pt x="149733" y="250063"/>
                </a:lnTo>
                <a:lnTo>
                  <a:pt x="149860" y="249275"/>
                </a:lnTo>
                <a:lnTo>
                  <a:pt x="160020" y="249936"/>
                </a:lnTo>
                <a:lnTo>
                  <a:pt x="161163" y="250063"/>
                </a:lnTo>
                <a:lnTo>
                  <a:pt x="162306" y="249936"/>
                </a:lnTo>
                <a:lnTo>
                  <a:pt x="162775" y="249936"/>
                </a:lnTo>
                <a:lnTo>
                  <a:pt x="179578" y="246761"/>
                </a:lnTo>
                <a:lnTo>
                  <a:pt x="193294" y="242570"/>
                </a:lnTo>
                <a:lnTo>
                  <a:pt x="194056" y="242316"/>
                </a:lnTo>
                <a:lnTo>
                  <a:pt x="195326" y="241808"/>
                </a:lnTo>
                <a:lnTo>
                  <a:pt x="208026" y="235712"/>
                </a:lnTo>
                <a:lnTo>
                  <a:pt x="208788" y="235458"/>
                </a:lnTo>
                <a:lnTo>
                  <a:pt x="209423" y="235077"/>
                </a:lnTo>
                <a:lnTo>
                  <a:pt x="209931" y="234696"/>
                </a:lnTo>
                <a:lnTo>
                  <a:pt x="221615" y="226695"/>
                </a:lnTo>
                <a:lnTo>
                  <a:pt x="222250" y="226187"/>
                </a:lnTo>
                <a:lnTo>
                  <a:pt x="223012" y="225679"/>
                </a:lnTo>
                <a:lnTo>
                  <a:pt x="227063" y="221615"/>
                </a:lnTo>
                <a:lnTo>
                  <a:pt x="227330" y="221361"/>
                </a:lnTo>
                <a:lnTo>
                  <a:pt x="232651" y="216027"/>
                </a:lnTo>
                <a:lnTo>
                  <a:pt x="233413" y="215265"/>
                </a:lnTo>
                <a:lnTo>
                  <a:pt x="234950" y="213741"/>
                </a:lnTo>
                <a:lnTo>
                  <a:pt x="237172" y="210947"/>
                </a:lnTo>
                <a:lnTo>
                  <a:pt x="237972" y="209931"/>
                </a:lnTo>
                <a:lnTo>
                  <a:pt x="240411" y="206883"/>
                </a:lnTo>
                <a:lnTo>
                  <a:pt x="241820" y="204724"/>
                </a:lnTo>
                <a:lnTo>
                  <a:pt x="242900" y="203073"/>
                </a:lnTo>
                <a:lnTo>
                  <a:pt x="245237" y="199517"/>
                </a:lnTo>
                <a:lnTo>
                  <a:pt x="249555" y="191516"/>
                </a:lnTo>
                <a:lnTo>
                  <a:pt x="261366" y="153670"/>
                </a:lnTo>
                <a:lnTo>
                  <a:pt x="263906" y="131064"/>
                </a:lnTo>
                <a:lnTo>
                  <a:pt x="264147" y="119380"/>
                </a:lnTo>
                <a:close/>
              </a:path>
              <a:path w="652780" h="854710">
                <a:moveTo>
                  <a:pt x="652526" y="854583"/>
                </a:moveTo>
                <a:lnTo>
                  <a:pt x="637311" y="819785"/>
                </a:lnTo>
                <a:lnTo>
                  <a:pt x="614172" y="766826"/>
                </a:lnTo>
                <a:lnTo>
                  <a:pt x="595820" y="788784"/>
                </a:lnTo>
                <a:lnTo>
                  <a:pt x="18288" y="306578"/>
                </a:lnTo>
                <a:lnTo>
                  <a:pt x="0" y="328422"/>
                </a:lnTo>
                <a:lnTo>
                  <a:pt x="577545" y="810641"/>
                </a:lnTo>
                <a:lnTo>
                  <a:pt x="559181" y="832612"/>
                </a:lnTo>
                <a:lnTo>
                  <a:pt x="652526" y="85458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 txBox="1"/>
          <p:nvPr/>
        </p:nvSpPr>
        <p:spPr>
          <a:xfrm>
            <a:off x="2683129" y="4141978"/>
            <a:ext cx="335915" cy="741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𝑟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  <a:p>
            <a:pPr marL="116205">
              <a:lnSpc>
                <a:spcPct val="100000"/>
              </a:lnSpc>
              <a:spcBef>
                <a:spcPts val="1315"/>
              </a:spcBef>
            </a:pPr>
            <a:r>
              <a:rPr dirty="0" sz="1800" spc="-25">
                <a:latin typeface="Cambria Math"/>
                <a:cs typeface="Cambria Math"/>
              </a:rPr>
              <a:t>𝑟</a:t>
            </a:r>
            <a:r>
              <a:rPr dirty="0" baseline="-14957" sz="1950" spc="-37">
                <a:latin typeface="Cambria Math"/>
                <a:cs typeface="Cambria Math"/>
              </a:rPr>
              <a:t>3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50" name="object 50" descr=""/>
          <p:cNvSpPr/>
          <p:nvPr/>
        </p:nvSpPr>
        <p:spPr>
          <a:xfrm>
            <a:off x="1526286" y="5217159"/>
            <a:ext cx="1479550" cy="85725"/>
          </a:xfrm>
          <a:custGeom>
            <a:avLst/>
            <a:gdLst/>
            <a:ahLst/>
            <a:cxnLst/>
            <a:rect l="l" t="t" r="r" b="b"/>
            <a:pathLst>
              <a:path w="1479550" h="85725">
                <a:moveTo>
                  <a:pt x="1393316" y="0"/>
                </a:moveTo>
                <a:lnTo>
                  <a:pt x="1393316" y="85724"/>
                </a:lnTo>
                <a:lnTo>
                  <a:pt x="1450551" y="57149"/>
                </a:lnTo>
                <a:lnTo>
                  <a:pt x="1407668" y="57149"/>
                </a:lnTo>
                <a:lnTo>
                  <a:pt x="1407668" y="28574"/>
                </a:lnTo>
                <a:lnTo>
                  <a:pt x="1450382" y="28574"/>
                </a:lnTo>
                <a:lnTo>
                  <a:pt x="1393316" y="0"/>
                </a:lnTo>
                <a:close/>
              </a:path>
              <a:path w="1479550" h="85725">
                <a:moveTo>
                  <a:pt x="1393316" y="28574"/>
                </a:moveTo>
                <a:lnTo>
                  <a:pt x="0" y="28574"/>
                </a:lnTo>
                <a:lnTo>
                  <a:pt x="0" y="57149"/>
                </a:lnTo>
                <a:lnTo>
                  <a:pt x="1393316" y="57149"/>
                </a:lnTo>
                <a:lnTo>
                  <a:pt x="1393316" y="28574"/>
                </a:lnTo>
                <a:close/>
              </a:path>
              <a:path w="1479550" h="85725">
                <a:moveTo>
                  <a:pt x="1450382" y="28574"/>
                </a:moveTo>
                <a:lnTo>
                  <a:pt x="1407668" y="28574"/>
                </a:lnTo>
                <a:lnTo>
                  <a:pt x="1407668" y="57149"/>
                </a:lnTo>
                <a:lnTo>
                  <a:pt x="1450551" y="57149"/>
                </a:lnTo>
                <a:lnTo>
                  <a:pt x="1479041" y="42925"/>
                </a:lnTo>
                <a:lnTo>
                  <a:pt x="1450382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 txBox="1"/>
          <p:nvPr/>
        </p:nvSpPr>
        <p:spPr>
          <a:xfrm>
            <a:off x="2150491" y="5215585"/>
            <a:ext cx="1346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𝑟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2225167" y="5324347"/>
            <a:ext cx="12255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latin typeface="Cambria Math"/>
                <a:cs typeface="Cambria Math"/>
              </a:rPr>
              <a:t>4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6046342" y="5056073"/>
            <a:ext cx="23367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4492" sz="1725" spc="-37">
                <a:latin typeface="Cambria Math"/>
                <a:cs typeface="Cambria Math"/>
              </a:rPr>
              <a:t>𝑖</a:t>
            </a:r>
            <a:endParaRPr baseline="-14492" sz="1725">
              <a:latin typeface="Cambria Math"/>
              <a:cs typeface="Cambria Math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7828533" y="4974082"/>
            <a:ext cx="438150" cy="457834"/>
            <a:chOff x="7828533" y="4974082"/>
            <a:chExt cx="438150" cy="457834"/>
          </a:xfrm>
        </p:grpSpPr>
        <p:sp>
          <p:nvSpPr>
            <p:cNvPr id="55" name="object 55" descr=""/>
            <p:cNvSpPr/>
            <p:nvPr/>
          </p:nvSpPr>
          <p:spPr>
            <a:xfrm>
              <a:off x="7834883" y="4980432"/>
              <a:ext cx="425450" cy="445134"/>
            </a:xfrm>
            <a:custGeom>
              <a:avLst/>
              <a:gdLst/>
              <a:ahLst/>
              <a:cxnLst/>
              <a:rect l="l" t="t" r="r" b="b"/>
              <a:pathLst>
                <a:path w="425450" h="445135">
                  <a:moveTo>
                    <a:pt x="212598" y="0"/>
                  </a:moveTo>
                  <a:lnTo>
                    <a:pt x="163832" y="5873"/>
                  </a:lnTo>
                  <a:lnTo>
                    <a:pt x="119076" y="22606"/>
                  </a:lnTo>
                  <a:lnTo>
                    <a:pt x="79603" y="48865"/>
                  </a:lnTo>
                  <a:lnTo>
                    <a:pt x="46686" y="83317"/>
                  </a:lnTo>
                  <a:lnTo>
                    <a:pt x="21598" y="124630"/>
                  </a:lnTo>
                  <a:lnTo>
                    <a:pt x="5611" y="171469"/>
                  </a:lnTo>
                  <a:lnTo>
                    <a:pt x="0" y="222504"/>
                  </a:lnTo>
                  <a:lnTo>
                    <a:pt x="5611" y="273538"/>
                  </a:lnTo>
                  <a:lnTo>
                    <a:pt x="21598" y="320377"/>
                  </a:lnTo>
                  <a:lnTo>
                    <a:pt x="46686" y="361690"/>
                  </a:lnTo>
                  <a:lnTo>
                    <a:pt x="79603" y="396142"/>
                  </a:lnTo>
                  <a:lnTo>
                    <a:pt x="119076" y="422401"/>
                  </a:lnTo>
                  <a:lnTo>
                    <a:pt x="163832" y="439134"/>
                  </a:lnTo>
                  <a:lnTo>
                    <a:pt x="212598" y="445008"/>
                  </a:lnTo>
                  <a:lnTo>
                    <a:pt x="261363" y="439134"/>
                  </a:lnTo>
                  <a:lnTo>
                    <a:pt x="306119" y="422401"/>
                  </a:lnTo>
                  <a:lnTo>
                    <a:pt x="345592" y="396142"/>
                  </a:lnTo>
                  <a:lnTo>
                    <a:pt x="378509" y="361690"/>
                  </a:lnTo>
                  <a:lnTo>
                    <a:pt x="403597" y="320377"/>
                  </a:lnTo>
                  <a:lnTo>
                    <a:pt x="419584" y="273538"/>
                  </a:lnTo>
                  <a:lnTo>
                    <a:pt x="425196" y="222504"/>
                  </a:lnTo>
                  <a:lnTo>
                    <a:pt x="419584" y="171469"/>
                  </a:lnTo>
                  <a:lnTo>
                    <a:pt x="403597" y="124630"/>
                  </a:lnTo>
                  <a:lnTo>
                    <a:pt x="378509" y="83317"/>
                  </a:lnTo>
                  <a:lnTo>
                    <a:pt x="345592" y="48865"/>
                  </a:lnTo>
                  <a:lnTo>
                    <a:pt x="306119" y="22606"/>
                  </a:lnTo>
                  <a:lnTo>
                    <a:pt x="261363" y="5873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7834883" y="4980432"/>
              <a:ext cx="425450" cy="445134"/>
            </a:xfrm>
            <a:custGeom>
              <a:avLst/>
              <a:gdLst/>
              <a:ahLst/>
              <a:cxnLst/>
              <a:rect l="l" t="t" r="r" b="b"/>
              <a:pathLst>
                <a:path w="425450" h="445135">
                  <a:moveTo>
                    <a:pt x="0" y="222504"/>
                  </a:moveTo>
                  <a:lnTo>
                    <a:pt x="5611" y="171469"/>
                  </a:lnTo>
                  <a:lnTo>
                    <a:pt x="21598" y="124630"/>
                  </a:lnTo>
                  <a:lnTo>
                    <a:pt x="46686" y="83317"/>
                  </a:lnTo>
                  <a:lnTo>
                    <a:pt x="79603" y="48865"/>
                  </a:lnTo>
                  <a:lnTo>
                    <a:pt x="119076" y="22606"/>
                  </a:lnTo>
                  <a:lnTo>
                    <a:pt x="163832" y="5873"/>
                  </a:lnTo>
                  <a:lnTo>
                    <a:pt x="212598" y="0"/>
                  </a:lnTo>
                  <a:lnTo>
                    <a:pt x="261363" y="5873"/>
                  </a:lnTo>
                  <a:lnTo>
                    <a:pt x="306119" y="22606"/>
                  </a:lnTo>
                  <a:lnTo>
                    <a:pt x="345592" y="48865"/>
                  </a:lnTo>
                  <a:lnTo>
                    <a:pt x="378509" y="83317"/>
                  </a:lnTo>
                  <a:lnTo>
                    <a:pt x="403597" y="124630"/>
                  </a:lnTo>
                  <a:lnTo>
                    <a:pt x="419584" y="171469"/>
                  </a:lnTo>
                  <a:lnTo>
                    <a:pt x="425196" y="222504"/>
                  </a:lnTo>
                  <a:lnTo>
                    <a:pt x="419584" y="273538"/>
                  </a:lnTo>
                  <a:lnTo>
                    <a:pt x="403597" y="320377"/>
                  </a:lnTo>
                  <a:lnTo>
                    <a:pt x="378509" y="361690"/>
                  </a:lnTo>
                  <a:lnTo>
                    <a:pt x="345592" y="396142"/>
                  </a:lnTo>
                  <a:lnTo>
                    <a:pt x="306119" y="422401"/>
                  </a:lnTo>
                  <a:lnTo>
                    <a:pt x="261363" y="439134"/>
                  </a:lnTo>
                  <a:lnTo>
                    <a:pt x="212598" y="445008"/>
                  </a:lnTo>
                  <a:lnTo>
                    <a:pt x="163832" y="439134"/>
                  </a:lnTo>
                  <a:lnTo>
                    <a:pt x="119076" y="422401"/>
                  </a:lnTo>
                  <a:lnTo>
                    <a:pt x="79603" y="396142"/>
                  </a:lnTo>
                  <a:lnTo>
                    <a:pt x="46686" y="361690"/>
                  </a:lnTo>
                  <a:lnTo>
                    <a:pt x="21598" y="320377"/>
                  </a:lnTo>
                  <a:lnTo>
                    <a:pt x="5611" y="273538"/>
                  </a:lnTo>
                  <a:lnTo>
                    <a:pt x="0" y="22250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7893050" y="5052136"/>
            <a:ext cx="2508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ambria Math"/>
                <a:cs typeface="Cambria Math"/>
              </a:rPr>
              <a:t>𝑞</a:t>
            </a:r>
            <a:r>
              <a:rPr dirty="0" baseline="-16908" sz="1725" spc="-37">
                <a:latin typeface="Cambria Math"/>
                <a:cs typeface="Cambria Math"/>
              </a:rPr>
              <a:t>𝑗</a:t>
            </a:r>
            <a:endParaRPr baseline="-16908" sz="1725">
              <a:latin typeface="Cambria Math"/>
              <a:cs typeface="Cambria Math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6355715" y="4100829"/>
            <a:ext cx="1479550" cy="1145540"/>
            <a:chOff x="6355715" y="4100829"/>
            <a:chExt cx="1479550" cy="1145540"/>
          </a:xfrm>
        </p:grpSpPr>
        <p:sp>
          <p:nvSpPr>
            <p:cNvPr id="59" name="object 59" descr=""/>
            <p:cNvSpPr/>
            <p:nvPr/>
          </p:nvSpPr>
          <p:spPr>
            <a:xfrm>
              <a:off x="6355715" y="5160136"/>
              <a:ext cx="1479550" cy="85725"/>
            </a:xfrm>
            <a:custGeom>
              <a:avLst/>
              <a:gdLst/>
              <a:ahLst/>
              <a:cxnLst/>
              <a:rect l="l" t="t" r="r" b="b"/>
              <a:pathLst>
                <a:path w="1479550" h="85725">
                  <a:moveTo>
                    <a:pt x="1393698" y="0"/>
                  </a:moveTo>
                  <a:lnTo>
                    <a:pt x="1393189" y="85725"/>
                  </a:lnTo>
                  <a:lnTo>
                    <a:pt x="1450852" y="57276"/>
                  </a:lnTo>
                  <a:lnTo>
                    <a:pt x="1407667" y="57276"/>
                  </a:lnTo>
                  <a:lnTo>
                    <a:pt x="1407794" y="28701"/>
                  </a:lnTo>
                  <a:lnTo>
                    <a:pt x="1450344" y="28701"/>
                  </a:lnTo>
                  <a:lnTo>
                    <a:pt x="1393698" y="0"/>
                  </a:lnTo>
                  <a:close/>
                </a:path>
                <a:path w="1479550" h="85725">
                  <a:moveTo>
                    <a:pt x="254" y="21589"/>
                  </a:moveTo>
                  <a:lnTo>
                    <a:pt x="60" y="43306"/>
                  </a:lnTo>
                  <a:lnTo>
                    <a:pt x="0" y="50164"/>
                  </a:lnTo>
                  <a:lnTo>
                    <a:pt x="1407668" y="57276"/>
                  </a:lnTo>
                  <a:lnTo>
                    <a:pt x="1393358" y="57276"/>
                  </a:lnTo>
                  <a:lnTo>
                    <a:pt x="1393441" y="43306"/>
                  </a:lnTo>
                  <a:lnTo>
                    <a:pt x="1393527" y="28701"/>
                  </a:lnTo>
                  <a:lnTo>
                    <a:pt x="1407795" y="28701"/>
                  </a:lnTo>
                  <a:lnTo>
                    <a:pt x="254" y="21589"/>
                  </a:lnTo>
                  <a:close/>
                </a:path>
                <a:path w="1479550" h="85725">
                  <a:moveTo>
                    <a:pt x="1450344" y="28701"/>
                  </a:moveTo>
                  <a:lnTo>
                    <a:pt x="1407794" y="28701"/>
                  </a:lnTo>
                  <a:lnTo>
                    <a:pt x="1407667" y="57276"/>
                  </a:lnTo>
                  <a:lnTo>
                    <a:pt x="1450852" y="57276"/>
                  </a:lnTo>
                  <a:lnTo>
                    <a:pt x="1479168" y="43306"/>
                  </a:lnTo>
                  <a:lnTo>
                    <a:pt x="1450344" y="287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6940296" y="4107179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212598" y="0"/>
                  </a:moveTo>
                  <a:lnTo>
                    <a:pt x="163832" y="5896"/>
                  </a:lnTo>
                  <a:lnTo>
                    <a:pt x="119076" y="22691"/>
                  </a:lnTo>
                  <a:lnTo>
                    <a:pt x="79603" y="49045"/>
                  </a:lnTo>
                  <a:lnTo>
                    <a:pt x="46686" y="83620"/>
                  </a:lnTo>
                  <a:lnTo>
                    <a:pt x="21598" y="125074"/>
                  </a:lnTo>
                  <a:lnTo>
                    <a:pt x="5611" y="172069"/>
                  </a:lnTo>
                  <a:lnTo>
                    <a:pt x="0" y="223266"/>
                  </a:lnTo>
                  <a:lnTo>
                    <a:pt x="5611" y="274462"/>
                  </a:lnTo>
                  <a:lnTo>
                    <a:pt x="21598" y="321457"/>
                  </a:lnTo>
                  <a:lnTo>
                    <a:pt x="46686" y="362911"/>
                  </a:lnTo>
                  <a:lnTo>
                    <a:pt x="79603" y="397486"/>
                  </a:lnTo>
                  <a:lnTo>
                    <a:pt x="119076" y="423840"/>
                  </a:lnTo>
                  <a:lnTo>
                    <a:pt x="163832" y="440635"/>
                  </a:lnTo>
                  <a:lnTo>
                    <a:pt x="212598" y="446532"/>
                  </a:lnTo>
                  <a:lnTo>
                    <a:pt x="261363" y="440635"/>
                  </a:lnTo>
                  <a:lnTo>
                    <a:pt x="306119" y="423840"/>
                  </a:lnTo>
                  <a:lnTo>
                    <a:pt x="345592" y="397486"/>
                  </a:lnTo>
                  <a:lnTo>
                    <a:pt x="378509" y="362911"/>
                  </a:lnTo>
                  <a:lnTo>
                    <a:pt x="403597" y="321457"/>
                  </a:lnTo>
                  <a:lnTo>
                    <a:pt x="419584" y="274462"/>
                  </a:lnTo>
                  <a:lnTo>
                    <a:pt x="425196" y="223266"/>
                  </a:lnTo>
                  <a:lnTo>
                    <a:pt x="419584" y="172069"/>
                  </a:lnTo>
                  <a:lnTo>
                    <a:pt x="403597" y="125074"/>
                  </a:lnTo>
                  <a:lnTo>
                    <a:pt x="378509" y="83620"/>
                  </a:lnTo>
                  <a:lnTo>
                    <a:pt x="345592" y="49045"/>
                  </a:lnTo>
                  <a:lnTo>
                    <a:pt x="306119" y="22691"/>
                  </a:lnTo>
                  <a:lnTo>
                    <a:pt x="261363" y="5896"/>
                  </a:lnTo>
                  <a:lnTo>
                    <a:pt x="212598" y="0"/>
                  </a:lnTo>
                  <a:close/>
                </a:path>
              </a:pathLst>
            </a:custGeom>
            <a:solidFill>
              <a:srgbClr val="FFFFFF">
                <a:alpha val="2784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6940296" y="4107179"/>
              <a:ext cx="425450" cy="447040"/>
            </a:xfrm>
            <a:custGeom>
              <a:avLst/>
              <a:gdLst/>
              <a:ahLst/>
              <a:cxnLst/>
              <a:rect l="l" t="t" r="r" b="b"/>
              <a:pathLst>
                <a:path w="425450" h="447039">
                  <a:moveTo>
                    <a:pt x="0" y="223266"/>
                  </a:moveTo>
                  <a:lnTo>
                    <a:pt x="5611" y="172069"/>
                  </a:lnTo>
                  <a:lnTo>
                    <a:pt x="21598" y="125074"/>
                  </a:lnTo>
                  <a:lnTo>
                    <a:pt x="46686" y="83620"/>
                  </a:lnTo>
                  <a:lnTo>
                    <a:pt x="79603" y="49045"/>
                  </a:lnTo>
                  <a:lnTo>
                    <a:pt x="119076" y="22691"/>
                  </a:lnTo>
                  <a:lnTo>
                    <a:pt x="163832" y="5896"/>
                  </a:lnTo>
                  <a:lnTo>
                    <a:pt x="212598" y="0"/>
                  </a:lnTo>
                  <a:lnTo>
                    <a:pt x="261363" y="5896"/>
                  </a:lnTo>
                  <a:lnTo>
                    <a:pt x="306119" y="22691"/>
                  </a:lnTo>
                  <a:lnTo>
                    <a:pt x="345592" y="49045"/>
                  </a:lnTo>
                  <a:lnTo>
                    <a:pt x="378509" y="83620"/>
                  </a:lnTo>
                  <a:lnTo>
                    <a:pt x="403597" y="125074"/>
                  </a:lnTo>
                  <a:lnTo>
                    <a:pt x="419584" y="172069"/>
                  </a:lnTo>
                  <a:lnTo>
                    <a:pt x="425196" y="223266"/>
                  </a:lnTo>
                  <a:lnTo>
                    <a:pt x="419584" y="274462"/>
                  </a:lnTo>
                  <a:lnTo>
                    <a:pt x="403597" y="321457"/>
                  </a:lnTo>
                  <a:lnTo>
                    <a:pt x="378509" y="362911"/>
                  </a:lnTo>
                  <a:lnTo>
                    <a:pt x="345592" y="397486"/>
                  </a:lnTo>
                  <a:lnTo>
                    <a:pt x="306119" y="423840"/>
                  </a:lnTo>
                  <a:lnTo>
                    <a:pt x="261363" y="440635"/>
                  </a:lnTo>
                  <a:lnTo>
                    <a:pt x="212598" y="446532"/>
                  </a:lnTo>
                  <a:lnTo>
                    <a:pt x="163832" y="440635"/>
                  </a:lnTo>
                  <a:lnTo>
                    <a:pt x="119076" y="423840"/>
                  </a:lnTo>
                  <a:lnTo>
                    <a:pt x="79603" y="397486"/>
                  </a:lnTo>
                  <a:lnTo>
                    <a:pt x="46686" y="362911"/>
                  </a:lnTo>
                  <a:lnTo>
                    <a:pt x="21598" y="321457"/>
                  </a:lnTo>
                  <a:lnTo>
                    <a:pt x="5611" y="274462"/>
                  </a:lnTo>
                  <a:lnTo>
                    <a:pt x="0" y="22326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7061072" y="4192270"/>
            <a:ext cx="1333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solidFill>
                  <a:srgbClr val="9B9B9B"/>
                </a:solidFill>
                <a:latin typeface="Cambria Math"/>
                <a:cs typeface="Cambria Math"/>
              </a:rPr>
              <a:t>𝑥</a:t>
            </a:r>
            <a:endParaRPr sz="1600">
              <a:latin typeface="Cambria Math"/>
              <a:cs typeface="Cambria Math"/>
            </a:endParaRPr>
          </a:p>
        </p:txBody>
      </p:sp>
      <p:sp>
        <p:nvSpPr>
          <p:cNvPr id="63" name="object 63" descr=""/>
          <p:cNvSpPr/>
          <p:nvPr/>
        </p:nvSpPr>
        <p:spPr>
          <a:xfrm>
            <a:off x="6696202" y="5308853"/>
            <a:ext cx="338455" cy="212090"/>
          </a:xfrm>
          <a:custGeom>
            <a:avLst/>
            <a:gdLst/>
            <a:ahLst/>
            <a:cxnLst/>
            <a:rect l="l" t="t" r="r" b="b"/>
            <a:pathLst>
              <a:path w="338454" h="212089">
                <a:moveTo>
                  <a:pt x="270637" y="0"/>
                </a:moveTo>
                <a:lnTo>
                  <a:pt x="267589" y="8509"/>
                </a:lnTo>
                <a:lnTo>
                  <a:pt x="279856" y="13892"/>
                </a:lnTo>
                <a:lnTo>
                  <a:pt x="290385" y="21288"/>
                </a:lnTo>
                <a:lnTo>
                  <a:pt x="311804" y="55375"/>
                </a:lnTo>
                <a:lnTo>
                  <a:pt x="317972" y="86483"/>
                </a:lnTo>
                <a:lnTo>
                  <a:pt x="318004" y="86705"/>
                </a:lnTo>
                <a:lnTo>
                  <a:pt x="315642" y="140398"/>
                </a:lnTo>
                <a:lnTo>
                  <a:pt x="299206" y="180784"/>
                </a:lnTo>
                <a:lnTo>
                  <a:pt x="267970" y="203073"/>
                </a:lnTo>
                <a:lnTo>
                  <a:pt x="270637" y="211709"/>
                </a:lnTo>
                <a:lnTo>
                  <a:pt x="311034" y="187706"/>
                </a:lnTo>
                <a:lnTo>
                  <a:pt x="333755" y="143335"/>
                </a:lnTo>
                <a:lnTo>
                  <a:pt x="338074" y="105918"/>
                </a:lnTo>
                <a:lnTo>
                  <a:pt x="337010" y="86705"/>
                </a:lnTo>
                <a:lnTo>
                  <a:pt x="336998" y="86483"/>
                </a:lnTo>
                <a:lnTo>
                  <a:pt x="320675" y="37084"/>
                </a:lnTo>
                <a:lnTo>
                  <a:pt x="285974" y="5526"/>
                </a:lnTo>
                <a:lnTo>
                  <a:pt x="270637" y="0"/>
                </a:lnTo>
                <a:close/>
              </a:path>
              <a:path w="338454" h="212089">
                <a:moveTo>
                  <a:pt x="67564" y="0"/>
                </a:moveTo>
                <a:lnTo>
                  <a:pt x="27094" y="24056"/>
                </a:lnTo>
                <a:lnTo>
                  <a:pt x="4365" y="68548"/>
                </a:lnTo>
                <a:lnTo>
                  <a:pt x="0" y="105918"/>
                </a:lnTo>
                <a:lnTo>
                  <a:pt x="985" y="123444"/>
                </a:lnTo>
                <a:lnTo>
                  <a:pt x="17399" y="174752"/>
                </a:lnTo>
                <a:lnTo>
                  <a:pt x="52135" y="206184"/>
                </a:lnTo>
                <a:lnTo>
                  <a:pt x="67564" y="211709"/>
                </a:lnTo>
                <a:lnTo>
                  <a:pt x="70230" y="203073"/>
                </a:lnTo>
                <a:lnTo>
                  <a:pt x="58130" y="197739"/>
                </a:lnTo>
                <a:lnTo>
                  <a:pt x="47720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3" y="104775"/>
                </a:lnTo>
                <a:lnTo>
                  <a:pt x="20089" y="86705"/>
                </a:lnTo>
                <a:lnTo>
                  <a:pt x="31876" y="42164"/>
                </a:lnTo>
                <a:lnTo>
                  <a:pt x="58291" y="13892"/>
                </a:lnTo>
                <a:lnTo>
                  <a:pt x="70484" y="8509"/>
                </a:lnTo>
                <a:lnTo>
                  <a:pt x="6756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 txBox="1"/>
          <p:nvPr/>
        </p:nvSpPr>
        <p:spPr>
          <a:xfrm>
            <a:off x="6441694" y="5239258"/>
            <a:ext cx="1359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𝑟</a:t>
            </a:r>
            <a:r>
              <a:rPr dirty="0" baseline="-14957" sz="195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dirty="0" baseline="-14957" sz="1950" spc="5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𝑟</a:t>
            </a:r>
            <a:r>
              <a:rPr dirty="0" baseline="-14957" sz="195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r>
              <a:rPr dirty="0" baseline="-14957" sz="1950" spc="562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7777" sz="195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𝑟</a:t>
            </a:r>
            <a:r>
              <a:rPr dirty="0" baseline="-14957" sz="1950">
                <a:solidFill>
                  <a:srgbClr val="C00000"/>
                </a:solidFill>
                <a:latin typeface="Cambria Math"/>
                <a:cs typeface="Cambria Math"/>
              </a:rPr>
              <a:t>3</a:t>
            </a:r>
            <a:r>
              <a:rPr dirty="0" baseline="-14957" sz="1950" spc="142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∪</a:t>
            </a:r>
            <a:r>
              <a:rPr dirty="0" sz="1800" spc="-75">
                <a:latin typeface="Cambria Math"/>
                <a:cs typeface="Cambria Math"/>
              </a:rPr>
              <a:t> </a:t>
            </a:r>
            <a:r>
              <a:rPr dirty="0" sz="1800" spc="-25">
                <a:latin typeface="Cambria Math"/>
                <a:cs typeface="Cambria Math"/>
              </a:rPr>
              <a:t>𝑟</a:t>
            </a:r>
            <a:r>
              <a:rPr dirty="0" baseline="-14957" sz="1950" spc="-37">
                <a:latin typeface="Cambria Math"/>
                <a:cs typeface="Cambria Math"/>
              </a:rPr>
              <a:t>4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9311640" y="5586984"/>
            <a:ext cx="2802890" cy="94678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3180" rIns="0" bIns="0" rtlCol="0" vert="horz">
            <a:spAutoFit/>
          </a:bodyPr>
          <a:lstStyle/>
          <a:p>
            <a:pPr marL="91440" marR="484505">
              <a:lnSpc>
                <a:spcPct val="99200"/>
              </a:lnSpc>
              <a:spcBef>
                <a:spcPts val="340"/>
              </a:spcBef>
            </a:pPr>
            <a:r>
              <a:rPr dirty="0" sz="1800">
                <a:latin typeface="Franklin Gothic Medium"/>
                <a:cs typeface="Franklin Gothic Medium"/>
              </a:rPr>
              <a:t>-</a:t>
            </a:r>
            <a:r>
              <a:rPr dirty="0" sz="1800" spc="-40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Make</a:t>
            </a:r>
            <a:r>
              <a:rPr dirty="0" sz="1800" spc="-4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3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indicated change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for</a:t>
            </a:r>
            <a:r>
              <a:rPr dirty="0" sz="1800" spc="-9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each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pair</a:t>
            </a:r>
            <a:r>
              <a:rPr dirty="0" sz="1800" spc="-80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of </a:t>
            </a:r>
            <a:r>
              <a:rPr dirty="0" sz="1800">
                <a:latin typeface="Franklin Gothic Medium"/>
                <a:cs typeface="Franklin Gothic Medium"/>
              </a:rPr>
              <a:t>states </a:t>
            </a:r>
            <a:r>
              <a:rPr dirty="0" sz="1800">
                <a:latin typeface="Cambria Math"/>
                <a:cs typeface="Cambria Math"/>
              </a:rPr>
              <a:t>𝑞</a:t>
            </a:r>
            <a:r>
              <a:rPr dirty="0" baseline="-14957" sz="1950">
                <a:latin typeface="Cambria Math"/>
                <a:cs typeface="Cambria Math"/>
              </a:rPr>
              <a:t>𝑖</a:t>
            </a:r>
            <a:r>
              <a:rPr dirty="0" sz="1800">
                <a:latin typeface="Cambria Math"/>
                <a:cs typeface="Cambria Math"/>
              </a:rPr>
              <a:t>,</a:t>
            </a:r>
            <a:r>
              <a:rPr dirty="0" sz="1800" spc="-80">
                <a:latin typeface="Cambria Math"/>
                <a:cs typeface="Cambria Math"/>
              </a:rPr>
              <a:t> </a:t>
            </a:r>
            <a:r>
              <a:rPr dirty="0" sz="1800" spc="45">
                <a:latin typeface="Cambria Math"/>
                <a:cs typeface="Cambria Math"/>
              </a:rPr>
              <a:t>𝑞</a:t>
            </a:r>
            <a:r>
              <a:rPr dirty="0" baseline="-14957" sz="1950" spc="67">
                <a:latin typeface="Cambria Math"/>
                <a:cs typeface="Cambria Math"/>
              </a:rPr>
              <a:t>𝑗</a:t>
            </a:r>
            <a:r>
              <a:rPr dirty="0" sz="1600" spc="45">
                <a:latin typeface="Franklin Gothic Medium"/>
                <a:cs typeface="Franklin Gothic Medium"/>
              </a:rPr>
              <a:t>.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1028700" y="6225540"/>
            <a:ext cx="801052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194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284"/>
              </a:spcBef>
            </a:pPr>
            <a:r>
              <a:rPr dirty="0" sz="2800">
                <a:latin typeface="Franklin Gothic Medium"/>
                <a:cs typeface="Franklin Gothic Medium"/>
              </a:rPr>
              <a:t>Thus,</a:t>
            </a:r>
            <a:r>
              <a:rPr dirty="0" sz="2800" spc="-70">
                <a:latin typeface="Franklin Gothic Medium"/>
                <a:cs typeface="Franklin Gothic Medium"/>
              </a:rPr>
              <a:t> DFAs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equivalent.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9390633" y="3157854"/>
            <a:ext cx="2346960" cy="2302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94945" indent="114300">
              <a:lnSpc>
                <a:spcPct val="100000"/>
              </a:lnSpc>
              <a:spcBef>
                <a:spcPts val="100"/>
              </a:spcBef>
              <a:buChar char="-"/>
              <a:tabLst>
                <a:tab pos="127000" algn="l"/>
              </a:tabLst>
            </a:pPr>
            <a:r>
              <a:rPr dirty="0" sz="1800" spc="-20">
                <a:latin typeface="Franklin Gothic Medium"/>
                <a:cs typeface="Franklin Gothic Medium"/>
              </a:rPr>
              <a:t>Pick</a:t>
            </a:r>
            <a:r>
              <a:rPr dirty="0" sz="1800" spc="-80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any</a:t>
            </a:r>
            <a:r>
              <a:rPr dirty="0" sz="1800" spc="-8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state</a:t>
            </a:r>
            <a:r>
              <a:rPr dirty="0" sz="1800" spc="-80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except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4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start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and</a:t>
            </a:r>
            <a:r>
              <a:rPr dirty="0" sz="1800" spc="-3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accept states.</a:t>
            </a:r>
            <a:endParaRPr sz="1800">
              <a:latin typeface="Franklin Gothic Medium"/>
              <a:cs typeface="Franklin Gothic Medium"/>
            </a:endParaRPr>
          </a:p>
          <a:p>
            <a:pPr marL="127000" indent="-114300">
              <a:lnSpc>
                <a:spcPct val="100000"/>
              </a:lnSpc>
              <a:spcBef>
                <a:spcPts val="1425"/>
              </a:spcBef>
              <a:buChar char="-"/>
              <a:tabLst>
                <a:tab pos="127000" algn="l"/>
              </a:tabLst>
            </a:pPr>
            <a:r>
              <a:rPr dirty="0" sz="1800" spc="-50">
                <a:latin typeface="Franklin Gothic Medium"/>
                <a:cs typeface="Franklin Gothic Medium"/>
              </a:rPr>
              <a:t>Remove</a:t>
            </a:r>
            <a:r>
              <a:rPr dirty="0" sz="1800" spc="-3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4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state.</a:t>
            </a:r>
            <a:endParaRPr sz="1800">
              <a:latin typeface="Franklin Gothic Medium"/>
              <a:cs typeface="Franklin Gothic Medium"/>
            </a:endParaRPr>
          </a:p>
          <a:p>
            <a:pPr marL="12700" marR="5080" indent="113664">
              <a:lnSpc>
                <a:spcPct val="100000"/>
              </a:lnSpc>
              <a:spcBef>
                <a:spcPts val="1380"/>
              </a:spcBef>
              <a:buChar char="-"/>
              <a:tabLst>
                <a:tab pos="126364" algn="l"/>
              </a:tabLst>
            </a:pPr>
            <a:r>
              <a:rPr dirty="0" sz="1800" spc="-25">
                <a:latin typeface="Franklin Gothic Medium"/>
                <a:cs typeface="Franklin Gothic Medium"/>
              </a:rPr>
              <a:t>Repair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 spc="-35">
                <a:latin typeface="Franklin Gothic Medium"/>
                <a:cs typeface="Franklin Gothic Medium"/>
              </a:rPr>
              <a:t>damage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by </a:t>
            </a:r>
            <a:r>
              <a:rPr dirty="0" sz="1800" spc="-20">
                <a:latin typeface="Franklin Gothic Medium"/>
                <a:cs typeface="Franklin Gothic Medium"/>
              </a:rPr>
              <a:t>recovering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all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paths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that </a:t>
            </a:r>
            <a:r>
              <a:rPr dirty="0" sz="1800" spc="-10">
                <a:latin typeface="Franklin Gothic Medium"/>
                <a:cs typeface="Franklin Gothic Medium"/>
              </a:rPr>
              <a:t>went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through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state.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5"/>
              <a:t>GNFA</a:t>
            </a:r>
            <a:r>
              <a:rPr dirty="0" spc="-190"/>
              <a:t> </a:t>
            </a:r>
            <a:r>
              <a:rPr dirty="0" spc="-10"/>
              <a:t>conversion</a:t>
            </a:r>
            <a:r>
              <a:rPr dirty="0" spc="-215"/>
              <a:t> </a:t>
            </a:r>
            <a:r>
              <a:rPr dirty="0"/>
              <a:t>to</a:t>
            </a:r>
            <a:r>
              <a:rPr dirty="0" spc="-200"/>
              <a:t> </a:t>
            </a:r>
            <a:r>
              <a:rPr dirty="0" spc="-55"/>
              <a:t>Regular</a:t>
            </a:r>
            <a:r>
              <a:rPr dirty="0" spc="-220"/>
              <a:t> </a:t>
            </a:r>
            <a:r>
              <a:rPr dirty="0" spc="-10"/>
              <a:t>Expressions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82142" y="1390301"/>
            <a:ext cx="11129010" cy="5304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125"/>
              </a:lnSpc>
            </a:pPr>
            <a:r>
              <a:rPr dirty="0" sz="2800" spc="-60">
                <a:latin typeface="Franklin Gothic Medium"/>
                <a:cs typeface="Franklin Gothic Medium"/>
              </a:rPr>
              <a:t>Lemma: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Every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GNFA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𝐺</a:t>
            </a:r>
            <a:r>
              <a:rPr dirty="0" sz="2800" spc="11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has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equivalent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r>
              <a:rPr dirty="0" sz="2800" spc="-3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endParaRPr sz="2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r>
              <a:rPr dirty="0" sz="2800" spc="-25">
                <a:latin typeface="Franklin Gothic Medium"/>
                <a:cs typeface="Franklin Gothic Medium"/>
              </a:rPr>
              <a:t>Proof: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Induction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on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number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states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𝑘</a:t>
            </a:r>
            <a:r>
              <a:rPr dirty="0" sz="2800" spc="55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solidFill>
                  <a:srgbClr val="6F2F9F"/>
                </a:solidFill>
                <a:latin typeface="Cambria Math"/>
                <a:cs typeface="Cambria Math"/>
              </a:rPr>
              <a:t>𝐺</a:t>
            </a:r>
            <a:endParaRPr sz="2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305"/>
              </a:spcBef>
              <a:tabLst>
                <a:tab pos="3151505" algn="l"/>
              </a:tabLst>
            </a:pPr>
            <a:r>
              <a:rPr dirty="0" baseline="4629" sz="3600" spc="-15">
                <a:latin typeface="Franklin Gothic Medium"/>
                <a:cs typeface="Franklin Gothic Medium"/>
              </a:rPr>
              <a:t>Induction</a:t>
            </a:r>
            <a:r>
              <a:rPr dirty="0" baseline="4629" sz="3600" spc="-112">
                <a:latin typeface="Franklin Gothic Medium"/>
                <a:cs typeface="Franklin Gothic Medium"/>
              </a:rPr>
              <a:t> </a:t>
            </a:r>
            <a:r>
              <a:rPr dirty="0" baseline="4629" sz="3600">
                <a:latin typeface="Franklin Gothic Medium"/>
                <a:cs typeface="Franklin Gothic Medium"/>
              </a:rPr>
              <a:t>step</a:t>
            </a:r>
            <a:r>
              <a:rPr dirty="0" baseline="4629" sz="3600" spc="-82">
                <a:latin typeface="Franklin Gothic Medium"/>
                <a:cs typeface="Franklin Gothic Medium"/>
              </a:rPr>
              <a:t> </a:t>
            </a:r>
            <a:r>
              <a:rPr dirty="0" baseline="4629" sz="3600">
                <a:latin typeface="Cambria Math"/>
                <a:cs typeface="Cambria Math"/>
              </a:rPr>
              <a:t>(𝑘</a:t>
            </a:r>
            <a:r>
              <a:rPr dirty="0" baseline="4629" sz="3600" spc="217">
                <a:latin typeface="Cambria Math"/>
                <a:cs typeface="Cambria Math"/>
              </a:rPr>
              <a:t> </a:t>
            </a:r>
            <a:r>
              <a:rPr dirty="0" baseline="4629" sz="3600">
                <a:latin typeface="Cambria Math"/>
                <a:cs typeface="Cambria Math"/>
              </a:rPr>
              <a:t>&gt;</a:t>
            </a:r>
            <a:r>
              <a:rPr dirty="0" baseline="4629" sz="3600" spc="104">
                <a:latin typeface="Cambria Math"/>
                <a:cs typeface="Cambria Math"/>
              </a:rPr>
              <a:t> </a:t>
            </a:r>
            <a:r>
              <a:rPr dirty="0" baseline="4629" sz="3600" spc="-37">
                <a:latin typeface="Cambria Math"/>
                <a:cs typeface="Cambria Math"/>
              </a:rPr>
              <a:t>2)</a:t>
            </a:r>
            <a:r>
              <a:rPr dirty="0" baseline="4629" sz="3600" spc="-37">
                <a:latin typeface="Franklin Gothic Medium"/>
                <a:cs typeface="Franklin Gothic Medium"/>
              </a:rPr>
              <a:t>:</a:t>
            </a:r>
            <a:r>
              <a:rPr dirty="0" baseline="4629" sz="3600">
                <a:latin typeface="Franklin Gothic Medium"/>
                <a:cs typeface="Franklin Gothic Medium"/>
              </a:rPr>
              <a:t>	</a:t>
            </a:r>
            <a:r>
              <a:rPr dirty="0" sz="2400" spc="-45">
                <a:latin typeface="Franklin Gothic Medium"/>
                <a:cs typeface="Franklin Gothic Medium"/>
              </a:rPr>
              <a:t>Assume</a:t>
            </a:r>
            <a:r>
              <a:rPr dirty="0" sz="2400" spc="-65">
                <a:latin typeface="Franklin Gothic Medium"/>
                <a:cs typeface="Franklin Gothic Medium"/>
              </a:rPr>
              <a:t> Lemma </a:t>
            </a:r>
            <a:r>
              <a:rPr dirty="0" sz="2400">
                <a:latin typeface="Franklin Gothic Medium"/>
                <a:cs typeface="Franklin Gothic Medium"/>
              </a:rPr>
              <a:t>true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for</a:t>
            </a:r>
            <a:r>
              <a:rPr dirty="0" sz="2400" spc="-6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 spc="1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−</a:t>
            </a:r>
            <a:r>
              <a:rPr dirty="0" sz="2400" spc="-6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1</a:t>
            </a:r>
            <a:r>
              <a:rPr dirty="0" sz="2400" spc="10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states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and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prove</a:t>
            </a:r>
            <a:r>
              <a:rPr dirty="0" sz="2400" spc="-6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for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 spc="70">
                <a:latin typeface="Cambria Math"/>
                <a:cs typeface="Cambria Math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states</a:t>
            </a:r>
            <a:endParaRPr sz="24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570"/>
              </a:spcBef>
              <a:tabLst>
                <a:tab pos="5434965" algn="l"/>
                <a:tab pos="634619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IDEA: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Convert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>
                <a:latin typeface="Franklin Gothic Medium"/>
                <a:cs typeface="Franklin Gothic Medium"/>
              </a:rPr>
              <a:t>-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 spc="-60">
                <a:latin typeface="Franklin Gothic Medium"/>
                <a:cs typeface="Franklin Gothic Medium"/>
              </a:rPr>
              <a:t>GNFA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equivalent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>
                <a:latin typeface="Cambria Math"/>
                <a:cs typeface="Cambria Math"/>
              </a:rPr>
              <a:t>𝑘</a:t>
            </a:r>
            <a:r>
              <a:rPr dirty="0" sz="2400" spc="6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−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>
                <a:latin typeface="Franklin Gothic Medium"/>
                <a:cs typeface="Franklin Gothic Medium"/>
              </a:rPr>
              <a:t>-</a:t>
            </a:r>
            <a:r>
              <a:rPr dirty="0" sz="2400" spc="-10">
                <a:latin typeface="Franklin Gothic Medium"/>
                <a:cs typeface="Franklin Gothic Medium"/>
              </a:rPr>
              <a:t>state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GNFA</a:t>
            </a:r>
            <a:endParaRPr sz="2400">
              <a:latin typeface="Franklin Gothic Medium"/>
              <a:cs typeface="Franklin Gothic Medium"/>
            </a:endParaRPr>
          </a:p>
          <a:p>
            <a:pPr marL="8807450" marR="182245" indent="-7740650">
              <a:lnSpc>
                <a:spcPts val="2160"/>
              </a:lnSpc>
              <a:spcBef>
                <a:spcPts val="1660"/>
              </a:spcBef>
              <a:tabLst>
                <a:tab pos="5742940" algn="l"/>
                <a:tab pos="8807450" algn="l"/>
              </a:tabLst>
            </a:pPr>
            <a:r>
              <a:rPr dirty="0" baseline="16666" sz="3000">
                <a:latin typeface="Cambria Math"/>
                <a:cs typeface="Cambria Math"/>
              </a:rPr>
              <a:t>𝑘</a:t>
            </a:r>
            <a:r>
              <a:rPr dirty="0" baseline="16666" sz="3000" spc="165">
                <a:latin typeface="Cambria Math"/>
                <a:cs typeface="Cambria Math"/>
              </a:rPr>
              <a:t> </a:t>
            </a:r>
            <a:r>
              <a:rPr dirty="0" baseline="16666" sz="3000" spc="-15">
                <a:latin typeface="Franklin Gothic Medium"/>
                <a:cs typeface="Franklin Gothic Medium"/>
              </a:rPr>
              <a:t>states</a:t>
            </a:r>
            <a:r>
              <a:rPr dirty="0" baseline="16666" sz="3000">
                <a:latin typeface="Franklin Gothic Medium"/>
                <a:cs typeface="Franklin Gothic Medium"/>
              </a:rPr>
              <a:t>	</a:t>
            </a:r>
            <a:r>
              <a:rPr dirty="0" baseline="16666" sz="3000">
                <a:latin typeface="Cambria Math"/>
                <a:cs typeface="Cambria Math"/>
              </a:rPr>
              <a:t>𝑘</a:t>
            </a:r>
            <a:r>
              <a:rPr dirty="0" baseline="16666" sz="3000" spc="75">
                <a:latin typeface="Cambria Math"/>
                <a:cs typeface="Cambria Math"/>
              </a:rPr>
              <a:t> </a:t>
            </a:r>
            <a:r>
              <a:rPr dirty="0" baseline="16666" sz="3000">
                <a:latin typeface="Cambria Math"/>
                <a:cs typeface="Cambria Math"/>
              </a:rPr>
              <a:t>−</a:t>
            </a:r>
            <a:r>
              <a:rPr dirty="0" baseline="16666" sz="3000" spc="-7">
                <a:latin typeface="Cambria Math"/>
                <a:cs typeface="Cambria Math"/>
              </a:rPr>
              <a:t> </a:t>
            </a:r>
            <a:r>
              <a:rPr dirty="0" baseline="16666" sz="3000">
                <a:latin typeface="Cambria Math"/>
                <a:cs typeface="Cambria Math"/>
              </a:rPr>
              <a:t>1</a:t>
            </a:r>
            <a:r>
              <a:rPr dirty="0" baseline="16666" sz="3000" spc="67">
                <a:latin typeface="Cambria Math"/>
                <a:cs typeface="Cambria Math"/>
              </a:rPr>
              <a:t> </a:t>
            </a:r>
            <a:r>
              <a:rPr dirty="0" baseline="16666" sz="3000" spc="-15">
                <a:latin typeface="Franklin Gothic Medium"/>
                <a:cs typeface="Franklin Gothic Medium"/>
              </a:rPr>
              <a:t>states</a:t>
            </a:r>
            <a:r>
              <a:rPr dirty="0" baseline="16666" sz="3000">
                <a:latin typeface="Franklin Gothic Medium"/>
                <a:cs typeface="Franklin Gothic Medium"/>
              </a:rPr>
              <a:t>	</a:t>
            </a:r>
            <a:r>
              <a:rPr dirty="0" sz="1800">
                <a:latin typeface="Franklin Gothic Medium"/>
                <a:cs typeface="Franklin Gothic Medium"/>
              </a:rPr>
              <a:t>-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Pick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any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state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except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4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start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and</a:t>
            </a:r>
            <a:r>
              <a:rPr dirty="0" sz="1800" spc="-3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accept</a:t>
            </a:r>
            <a:endParaRPr sz="1800">
              <a:latin typeface="Franklin Gothic Medium"/>
              <a:cs typeface="Franklin Gothic Medium"/>
            </a:endParaRPr>
          </a:p>
          <a:p>
            <a:pPr algn="ctr" marR="151130">
              <a:lnSpc>
                <a:spcPts val="2130"/>
              </a:lnSpc>
              <a:tabLst>
                <a:tab pos="521970" algn="l"/>
                <a:tab pos="4880610" algn="l"/>
                <a:tab pos="7290434" algn="l"/>
              </a:tabLst>
            </a:pPr>
            <a:r>
              <a:rPr dirty="0" baseline="-36111" sz="3000" spc="-75">
                <a:latin typeface="Cambria Math"/>
                <a:cs typeface="Cambria Math"/>
              </a:rPr>
              <a:t>𝑥</a:t>
            </a:r>
            <a:r>
              <a:rPr dirty="0" baseline="-36111" sz="3000">
                <a:latin typeface="Cambria Math"/>
                <a:cs typeface="Cambria Math"/>
              </a:rPr>
              <a:t>	</a:t>
            </a:r>
            <a:r>
              <a:rPr dirty="0" baseline="-20061" sz="2700" spc="-37">
                <a:latin typeface="Cambria Math"/>
                <a:cs typeface="Cambria Math"/>
              </a:rPr>
              <a:t>𝑟</a:t>
            </a:r>
            <a:r>
              <a:rPr dirty="0" baseline="-42735" sz="1950" spc="-37">
                <a:latin typeface="Cambria Math"/>
                <a:cs typeface="Cambria Math"/>
              </a:rPr>
              <a:t>2</a:t>
            </a:r>
            <a:r>
              <a:rPr dirty="0" baseline="-42735" sz="1950">
                <a:latin typeface="Cambria Math"/>
                <a:cs typeface="Cambria Math"/>
              </a:rPr>
              <a:t>	</a:t>
            </a:r>
            <a:r>
              <a:rPr dirty="0" baseline="-19444" sz="3000" spc="-89">
                <a:latin typeface="Cambria Math"/>
                <a:cs typeface="Cambria Math"/>
              </a:rPr>
              <a:t>𝑥</a:t>
            </a:r>
            <a:r>
              <a:rPr dirty="0" baseline="-19444" sz="3000">
                <a:latin typeface="Cambria Math"/>
                <a:cs typeface="Cambria Math"/>
              </a:rPr>
              <a:t>	</a:t>
            </a:r>
            <a:r>
              <a:rPr dirty="0" sz="1800" spc="-10">
                <a:latin typeface="Franklin Gothic Medium"/>
                <a:cs typeface="Franklin Gothic Medium"/>
              </a:rPr>
              <a:t>states.</a:t>
            </a:r>
            <a:endParaRPr sz="1800">
              <a:latin typeface="Franklin Gothic Medium"/>
              <a:cs typeface="Franklin Gothic Medium"/>
            </a:endParaRPr>
          </a:p>
          <a:p>
            <a:pPr marL="8807450">
              <a:lnSpc>
                <a:spcPct val="100000"/>
              </a:lnSpc>
              <a:spcBef>
                <a:spcPts val="560"/>
              </a:spcBef>
            </a:pPr>
            <a:r>
              <a:rPr dirty="0" sz="1800">
                <a:latin typeface="Franklin Gothic Medium"/>
                <a:cs typeface="Franklin Gothic Medium"/>
              </a:rPr>
              <a:t>-</a:t>
            </a:r>
            <a:r>
              <a:rPr dirty="0" sz="1800" spc="-25">
                <a:latin typeface="Franklin Gothic Medium"/>
                <a:cs typeface="Franklin Gothic Medium"/>
              </a:rPr>
              <a:t> </a:t>
            </a:r>
            <a:r>
              <a:rPr dirty="0" sz="1800" spc="-50">
                <a:latin typeface="Franklin Gothic Medium"/>
                <a:cs typeface="Franklin Gothic Medium"/>
              </a:rPr>
              <a:t>Remove</a:t>
            </a:r>
            <a:r>
              <a:rPr dirty="0" sz="1800" spc="-2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2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state.</a:t>
            </a:r>
            <a:endParaRPr sz="1800">
              <a:latin typeface="Franklin Gothic Medium"/>
              <a:cs typeface="Franklin Gothic Medium"/>
            </a:endParaRPr>
          </a:p>
          <a:p>
            <a:pPr algn="r" marR="92075">
              <a:lnSpc>
                <a:spcPct val="100000"/>
              </a:lnSpc>
              <a:spcBef>
                <a:spcPts val="600"/>
              </a:spcBef>
              <a:tabLst>
                <a:tab pos="1276985" algn="l"/>
                <a:tab pos="7967345" algn="l"/>
              </a:tabLst>
            </a:pPr>
            <a:r>
              <a:rPr dirty="0" baseline="46296" sz="2700" spc="-37">
                <a:latin typeface="Cambria Math"/>
                <a:cs typeface="Cambria Math"/>
              </a:rPr>
              <a:t>𝑟</a:t>
            </a:r>
            <a:r>
              <a:rPr dirty="0" baseline="49145" sz="1950" spc="-37">
                <a:latin typeface="Cambria Math"/>
                <a:cs typeface="Cambria Math"/>
              </a:rPr>
              <a:t>1</a:t>
            </a:r>
            <a:r>
              <a:rPr dirty="0" baseline="49145" sz="1950">
                <a:latin typeface="Cambria Math"/>
                <a:cs typeface="Cambria Math"/>
              </a:rPr>
              <a:t>	</a:t>
            </a:r>
            <a:r>
              <a:rPr dirty="0" baseline="43209" sz="2700" spc="-37">
                <a:latin typeface="Cambria Math"/>
                <a:cs typeface="Cambria Math"/>
              </a:rPr>
              <a:t>𝑟</a:t>
            </a:r>
            <a:r>
              <a:rPr dirty="0" baseline="44871" sz="1950" spc="-37">
                <a:latin typeface="Cambria Math"/>
                <a:cs typeface="Cambria Math"/>
              </a:rPr>
              <a:t>3</a:t>
            </a:r>
            <a:r>
              <a:rPr dirty="0" baseline="44871" sz="1950">
                <a:latin typeface="Cambria Math"/>
                <a:cs typeface="Cambria Math"/>
              </a:rPr>
              <a:t>	</a:t>
            </a:r>
            <a:r>
              <a:rPr dirty="0" sz="1800">
                <a:latin typeface="Franklin Gothic Medium"/>
                <a:cs typeface="Franklin Gothic Medium"/>
              </a:rPr>
              <a:t>-</a:t>
            </a:r>
            <a:r>
              <a:rPr dirty="0" sz="1800" spc="-50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Repair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50">
                <a:latin typeface="Franklin Gothic Medium"/>
                <a:cs typeface="Franklin Gothic Medium"/>
              </a:rPr>
              <a:t> </a:t>
            </a:r>
            <a:r>
              <a:rPr dirty="0" sz="1800" spc="-30">
                <a:latin typeface="Franklin Gothic Medium"/>
                <a:cs typeface="Franklin Gothic Medium"/>
              </a:rPr>
              <a:t>damage</a:t>
            </a:r>
            <a:r>
              <a:rPr dirty="0" sz="1800" spc="-45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by</a:t>
            </a:r>
            <a:endParaRPr sz="1800">
              <a:latin typeface="Franklin Gothic Medium"/>
              <a:cs typeface="Franklin Gothic Medium"/>
            </a:endParaRPr>
          </a:p>
          <a:p>
            <a:pPr algn="r">
              <a:lnSpc>
                <a:spcPct val="100000"/>
              </a:lnSpc>
              <a:tabLst>
                <a:tab pos="940435" algn="l"/>
                <a:tab pos="1896745" algn="l"/>
                <a:tab pos="4830445" algn="l"/>
                <a:tab pos="6727825" algn="l"/>
                <a:tab pos="8267065" algn="l"/>
              </a:tabLst>
            </a:pPr>
            <a:r>
              <a:rPr dirty="0" baseline="-7716" sz="2700" spc="-37">
                <a:latin typeface="Cambria Math"/>
                <a:cs typeface="Cambria Math"/>
              </a:rPr>
              <a:t>𝑞</a:t>
            </a:r>
            <a:r>
              <a:rPr dirty="0" baseline="-25641" sz="1950" spc="-37">
                <a:latin typeface="Cambria Math"/>
                <a:cs typeface="Cambria Math"/>
              </a:rPr>
              <a:t>𝑖</a:t>
            </a:r>
            <a:r>
              <a:rPr dirty="0" baseline="-25641" sz="1950">
                <a:latin typeface="Cambria Math"/>
                <a:cs typeface="Cambria Math"/>
              </a:rPr>
              <a:t>	</a:t>
            </a:r>
            <a:r>
              <a:rPr dirty="0" baseline="-43209" sz="2700" spc="-75">
                <a:latin typeface="Cambria Math"/>
                <a:cs typeface="Cambria Math"/>
              </a:rPr>
              <a:t>𝑟</a:t>
            </a:r>
            <a:r>
              <a:rPr dirty="0" baseline="-43209" sz="2700">
                <a:latin typeface="Cambria Math"/>
                <a:cs typeface="Cambria Math"/>
              </a:rPr>
              <a:t>	</a:t>
            </a:r>
            <a:r>
              <a:rPr dirty="0" baseline="-4629" sz="2700" spc="37">
                <a:latin typeface="Cambria Math"/>
                <a:cs typeface="Cambria Math"/>
              </a:rPr>
              <a:t>𝑞</a:t>
            </a:r>
            <a:r>
              <a:rPr dirty="0" baseline="-23504" sz="1950" spc="37">
                <a:latin typeface="Cambria Math"/>
                <a:cs typeface="Cambria Math"/>
              </a:rPr>
              <a:t>𝑗</a:t>
            </a:r>
            <a:r>
              <a:rPr dirty="0" baseline="-23504" sz="1950">
                <a:latin typeface="Cambria Math"/>
                <a:cs typeface="Cambria Math"/>
              </a:rPr>
              <a:t>	</a:t>
            </a:r>
            <a:r>
              <a:rPr dirty="0" baseline="7716" sz="2700" spc="-37">
                <a:latin typeface="Cambria Math"/>
                <a:cs typeface="Cambria Math"/>
              </a:rPr>
              <a:t>𝑞</a:t>
            </a:r>
            <a:r>
              <a:rPr dirty="0" baseline="-4273" sz="1950" spc="-37">
                <a:latin typeface="Cambria Math"/>
                <a:cs typeface="Cambria Math"/>
              </a:rPr>
              <a:t>𝑖</a:t>
            </a:r>
            <a:r>
              <a:rPr dirty="0" baseline="-4273" sz="1950">
                <a:latin typeface="Cambria Math"/>
                <a:cs typeface="Cambria Math"/>
              </a:rPr>
              <a:t>	</a:t>
            </a:r>
            <a:r>
              <a:rPr dirty="0" baseline="10802" sz="2700" spc="37">
                <a:latin typeface="Cambria Math"/>
                <a:cs typeface="Cambria Math"/>
              </a:rPr>
              <a:t>𝑞</a:t>
            </a:r>
            <a:r>
              <a:rPr dirty="0" baseline="-2136" sz="1950" spc="37">
                <a:latin typeface="Cambria Math"/>
                <a:cs typeface="Cambria Math"/>
              </a:rPr>
              <a:t>𝑗</a:t>
            </a:r>
            <a:r>
              <a:rPr dirty="0" baseline="-2136" sz="1950">
                <a:latin typeface="Cambria Math"/>
                <a:cs typeface="Cambria Math"/>
              </a:rPr>
              <a:t>	</a:t>
            </a:r>
            <a:r>
              <a:rPr dirty="0" sz="1800" spc="-20">
                <a:latin typeface="Franklin Gothic Medium"/>
                <a:cs typeface="Franklin Gothic Medium"/>
              </a:rPr>
              <a:t>recovering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all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paths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that</a:t>
            </a:r>
            <a:endParaRPr sz="1800">
              <a:latin typeface="Franklin Gothic Medium"/>
              <a:cs typeface="Franklin Gothic Medium"/>
            </a:endParaRPr>
          </a:p>
          <a:p>
            <a:pPr marL="1555115">
              <a:lnSpc>
                <a:spcPct val="100000"/>
              </a:lnSpc>
              <a:tabLst>
                <a:tab pos="5810250" algn="l"/>
                <a:tab pos="8807450" algn="l"/>
              </a:tabLst>
            </a:pPr>
            <a:r>
              <a:rPr dirty="0" baseline="14957" sz="1950" spc="-75">
                <a:latin typeface="Cambria Math"/>
                <a:cs typeface="Cambria Math"/>
              </a:rPr>
              <a:t>4</a:t>
            </a:r>
            <a:r>
              <a:rPr dirty="0" baseline="14957" sz="1950">
                <a:latin typeface="Cambria Math"/>
                <a:cs typeface="Cambria Math"/>
              </a:rPr>
              <a:t>	</a:t>
            </a:r>
            <a:r>
              <a:rPr dirty="0" baseline="16975" sz="2700">
                <a:solidFill>
                  <a:srgbClr val="C00000"/>
                </a:solidFill>
                <a:latin typeface="Cambria Math"/>
                <a:cs typeface="Cambria Math"/>
              </a:rPr>
              <a:t>𝑟</a:t>
            </a:r>
            <a:r>
              <a:rPr dirty="0" baseline="8547" sz="195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dirty="0" baseline="8547" sz="1950" spc="5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16975" sz="2700">
                <a:solidFill>
                  <a:srgbClr val="C00000"/>
                </a:solidFill>
                <a:latin typeface="Cambria Math"/>
                <a:cs typeface="Cambria Math"/>
              </a:rPr>
              <a:t>𝑟</a:t>
            </a:r>
            <a:r>
              <a:rPr dirty="0" baseline="8547" sz="195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r>
              <a:rPr dirty="0" baseline="8547" sz="1950" spc="562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51282" sz="195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16975" sz="2700">
                <a:solidFill>
                  <a:srgbClr val="C00000"/>
                </a:solidFill>
                <a:latin typeface="Cambria Math"/>
                <a:cs typeface="Cambria Math"/>
              </a:rPr>
              <a:t>𝑟</a:t>
            </a:r>
            <a:r>
              <a:rPr dirty="0" baseline="8547" sz="1950">
                <a:solidFill>
                  <a:srgbClr val="C00000"/>
                </a:solidFill>
                <a:latin typeface="Cambria Math"/>
                <a:cs typeface="Cambria Math"/>
              </a:rPr>
              <a:t>3</a:t>
            </a:r>
            <a:r>
              <a:rPr dirty="0" baseline="8547" sz="1950" spc="142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16975" sz="2700">
                <a:latin typeface="Cambria Math"/>
                <a:cs typeface="Cambria Math"/>
              </a:rPr>
              <a:t>∪</a:t>
            </a:r>
            <a:r>
              <a:rPr dirty="0" baseline="16975" sz="2700" spc="-112">
                <a:latin typeface="Cambria Math"/>
                <a:cs typeface="Cambria Math"/>
              </a:rPr>
              <a:t> </a:t>
            </a:r>
            <a:r>
              <a:rPr dirty="0" baseline="16975" sz="2700" spc="-37">
                <a:latin typeface="Cambria Math"/>
                <a:cs typeface="Cambria Math"/>
              </a:rPr>
              <a:t>𝑟</a:t>
            </a:r>
            <a:r>
              <a:rPr dirty="0" baseline="8547" sz="1950" spc="-37">
                <a:latin typeface="Cambria Math"/>
                <a:cs typeface="Cambria Math"/>
              </a:rPr>
              <a:t>4</a:t>
            </a:r>
            <a:r>
              <a:rPr dirty="0" baseline="8547" sz="1950">
                <a:latin typeface="Cambria Math"/>
                <a:cs typeface="Cambria Math"/>
              </a:rPr>
              <a:t>	</a:t>
            </a:r>
            <a:r>
              <a:rPr dirty="0" sz="1800" spc="-10">
                <a:latin typeface="Franklin Gothic Medium"/>
                <a:cs typeface="Franklin Gothic Medium"/>
              </a:rPr>
              <a:t>went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through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state.</a:t>
            </a:r>
            <a:endParaRPr sz="1800">
              <a:latin typeface="Franklin Gothic Medium"/>
              <a:cs typeface="Franklin Gothic Medium"/>
            </a:endParaRPr>
          </a:p>
          <a:p>
            <a:pPr marL="8807450">
              <a:lnSpc>
                <a:spcPct val="100000"/>
              </a:lnSpc>
              <a:spcBef>
                <a:spcPts val="600"/>
              </a:spcBef>
            </a:pPr>
            <a:r>
              <a:rPr dirty="0" sz="1800">
                <a:latin typeface="Franklin Gothic Medium"/>
                <a:cs typeface="Franklin Gothic Medium"/>
              </a:rPr>
              <a:t>-</a:t>
            </a:r>
            <a:r>
              <a:rPr dirty="0" sz="1800" spc="-40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Make</a:t>
            </a:r>
            <a:r>
              <a:rPr dirty="0" sz="1800" spc="-4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the</a:t>
            </a:r>
            <a:r>
              <a:rPr dirty="0" sz="1800" spc="-3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indicated</a:t>
            </a:r>
            <a:endParaRPr sz="1800">
              <a:latin typeface="Franklin Gothic Medium"/>
              <a:cs typeface="Franklin Gothic Medium"/>
            </a:endParaRPr>
          </a:p>
          <a:p>
            <a:pPr marL="8807450">
              <a:lnSpc>
                <a:spcPct val="100000"/>
              </a:lnSpc>
            </a:pPr>
            <a:r>
              <a:rPr dirty="0" sz="1800" spc="-10">
                <a:latin typeface="Franklin Gothic Medium"/>
                <a:cs typeface="Franklin Gothic Medium"/>
              </a:rPr>
              <a:t>change</a:t>
            </a:r>
            <a:r>
              <a:rPr dirty="0" sz="1800" spc="-8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for</a:t>
            </a:r>
            <a:r>
              <a:rPr dirty="0" sz="1800" spc="-9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each</a:t>
            </a:r>
            <a:r>
              <a:rPr dirty="0" sz="1800" spc="-8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pair</a:t>
            </a:r>
            <a:r>
              <a:rPr dirty="0" sz="1800" spc="-85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of</a:t>
            </a:r>
            <a:endParaRPr sz="1800">
              <a:latin typeface="Franklin Gothic Medium"/>
              <a:cs typeface="Franklin Gothic Medium"/>
            </a:endParaRPr>
          </a:p>
          <a:p>
            <a:pPr marL="532130">
              <a:lnSpc>
                <a:spcPct val="100000"/>
              </a:lnSpc>
              <a:spcBef>
                <a:spcPts val="315"/>
              </a:spcBef>
              <a:tabLst>
                <a:tab pos="8807450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Thus,</a:t>
            </a:r>
            <a:r>
              <a:rPr dirty="0" sz="2800" spc="-70">
                <a:latin typeface="Franklin Gothic Medium"/>
                <a:cs typeface="Franklin Gothic Medium"/>
              </a:rPr>
              <a:t> DFAs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regular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are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equivalent.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baseline="41666" sz="2700">
                <a:latin typeface="Franklin Gothic Medium"/>
                <a:cs typeface="Franklin Gothic Medium"/>
              </a:rPr>
              <a:t>states</a:t>
            </a:r>
            <a:r>
              <a:rPr dirty="0" baseline="41666" sz="2700" spc="7">
                <a:latin typeface="Franklin Gothic Medium"/>
                <a:cs typeface="Franklin Gothic Medium"/>
              </a:rPr>
              <a:t> </a:t>
            </a:r>
            <a:r>
              <a:rPr dirty="0" baseline="41666" sz="2700">
                <a:latin typeface="Cambria Math"/>
                <a:cs typeface="Cambria Math"/>
              </a:rPr>
              <a:t>𝑞</a:t>
            </a:r>
            <a:r>
              <a:rPr dirty="0" baseline="40598" sz="1950">
                <a:latin typeface="Cambria Math"/>
                <a:cs typeface="Cambria Math"/>
              </a:rPr>
              <a:t>𝑖</a:t>
            </a:r>
            <a:r>
              <a:rPr dirty="0" baseline="41666" sz="2700">
                <a:latin typeface="Cambria Math"/>
                <a:cs typeface="Cambria Math"/>
              </a:rPr>
              <a:t>,</a:t>
            </a:r>
            <a:r>
              <a:rPr dirty="0" baseline="41666" sz="2700" spc="-112">
                <a:latin typeface="Cambria Math"/>
                <a:cs typeface="Cambria Math"/>
              </a:rPr>
              <a:t> </a:t>
            </a:r>
            <a:r>
              <a:rPr dirty="0" baseline="41666" sz="2700" spc="67">
                <a:latin typeface="Cambria Math"/>
                <a:cs typeface="Cambria Math"/>
              </a:rPr>
              <a:t>𝑞</a:t>
            </a:r>
            <a:r>
              <a:rPr dirty="0" baseline="40598" sz="1950" spc="67">
                <a:latin typeface="Cambria Math"/>
                <a:cs typeface="Cambria Math"/>
              </a:rPr>
              <a:t>𝑗</a:t>
            </a:r>
            <a:r>
              <a:rPr dirty="0" baseline="46875" sz="2400" spc="67">
                <a:latin typeface="Franklin Gothic Medium"/>
                <a:cs typeface="Franklin Gothic Medium"/>
              </a:rPr>
              <a:t>.</a:t>
            </a:r>
            <a:endParaRPr baseline="46875" sz="2400">
              <a:latin typeface="Franklin Gothic Medium"/>
              <a:cs typeface="Franklin Gothic Medium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62813" y="2822194"/>
            <a:ext cx="6764020" cy="3288029"/>
            <a:chOff x="162813" y="2822194"/>
            <a:chExt cx="6764020" cy="3288029"/>
          </a:xfrm>
        </p:grpSpPr>
        <p:sp>
          <p:nvSpPr>
            <p:cNvPr id="10" name="object 10" descr=""/>
            <p:cNvSpPr/>
            <p:nvPr/>
          </p:nvSpPr>
          <p:spPr>
            <a:xfrm>
              <a:off x="681990" y="2822193"/>
              <a:ext cx="6244590" cy="494030"/>
            </a:xfrm>
            <a:custGeom>
              <a:avLst/>
              <a:gdLst/>
              <a:ahLst/>
              <a:cxnLst/>
              <a:rect l="l" t="t" r="r" b="b"/>
              <a:pathLst>
                <a:path w="6244590" h="494029">
                  <a:moveTo>
                    <a:pt x="603504" y="461645"/>
                  </a:moveTo>
                  <a:lnTo>
                    <a:pt x="0" y="461645"/>
                  </a:lnTo>
                  <a:lnTo>
                    <a:pt x="0" y="476885"/>
                  </a:lnTo>
                  <a:lnTo>
                    <a:pt x="603504" y="476885"/>
                  </a:lnTo>
                  <a:lnTo>
                    <a:pt x="603504" y="461645"/>
                  </a:lnTo>
                  <a:close/>
                </a:path>
                <a:path w="6244590" h="494029">
                  <a:moveTo>
                    <a:pt x="1903476" y="0"/>
                  </a:moveTo>
                  <a:lnTo>
                    <a:pt x="0" y="0"/>
                  </a:lnTo>
                  <a:lnTo>
                    <a:pt x="0" y="15240"/>
                  </a:lnTo>
                  <a:lnTo>
                    <a:pt x="1903476" y="15240"/>
                  </a:lnTo>
                  <a:lnTo>
                    <a:pt x="1903476" y="0"/>
                  </a:lnTo>
                  <a:close/>
                </a:path>
                <a:path w="6244590" h="494029">
                  <a:moveTo>
                    <a:pt x="5428996" y="223012"/>
                  </a:moveTo>
                  <a:lnTo>
                    <a:pt x="5424932" y="211582"/>
                  </a:lnTo>
                  <a:lnTo>
                    <a:pt x="5404472" y="218973"/>
                  </a:lnTo>
                  <a:lnTo>
                    <a:pt x="5386527" y="229679"/>
                  </a:lnTo>
                  <a:lnTo>
                    <a:pt x="5358130" y="261112"/>
                  </a:lnTo>
                  <a:lnTo>
                    <a:pt x="5340693" y="303009"/>
                  </a:lnTo>
                  <a:lnTo>
                    <a:pt x="5334965" y="351282"/>
                  </a:lnTo>
                  <a:lnTo>
                    <a:pt x="5334889" y="352806"/>
                  </a:lnTo>
                  <a:lnTo>
                    <a:pt x="5336337" y="378764"/>
                  </a:lnTo>
                  <a:lnTo>
                    <a:pt x="5347957" y="424675"/>
                  </a:lnTo>
                  <a:lnTo>
                    <a:pt x="5371008" y="461873"/>
                  </a:lnTo>
                  <a:lnTo>
                    <a:pt x="5404396" y="486537"/>
                  </a:lnTo>
                  <a:lnTo>
                    <a:pt x="5424932" y="493903"/>
                  </a:lnTo>
                  <a:lnTo>
                    <a:pt x="5428488" y="482473"/>
                  </a:lnTo>
                  <a:lnTo>
                    <a:pt x="5412410" y="475361"/>
                  </a:lnTo>
                  <a:lnTo>
                    <a:pt x="5398516" y="465442"/>
                  </a:lnTo>
                  <a:lnTo>
                    <a:pt x="5370042" y="419188"/>
                  </a:lnTo>
                  <a:lnTo>
                    <a:pt x="5361711" y="376224"/>
                  </a:lnTo>
                  <a:lnTo>
                    <a:pt x="5360670" y="351282"/>
                  </a:lnTo>
                  <a:lnTo>
                    <a:pt x="5361711" y="327215"/>
                  </a:lnTo>
                  <a:lnTo>
                    <a:pt x="5370042" y="285445"/>
                  </a:lnTo>
                  <a:lnTo>
                    <a:pt x="5398617" y="239941"/>
                  </a:lnTo>
                  <a:lnTo>
                    <a:pt x="5412676" y="230111"/>
                  </a:lnTo>
                  <a:lnTo>
                    <a:pt x="5428996" y="223012"/>
                  </a:lnTo>
                  <a:close/>
                </a:path>
                <a:path w="6244590" h="494029">
                  <a:moveTo>
                    <a:pt x="6244463" y="352806"/>
                  </a:moveTo>
                  <a:lnTo>
                    <a:pt x="6243015" y="327215"/>
                  </a:lnTo>
                  <a:lnTo>
                    <a:pt x="6243002" y="326936"/>
                  </a:lnTo>
                  <a:lnTo>
                    <a:pt x="6238646" y="303009"/>
                  </a:lnTo>
                  <a:lnTo>
                    <a:pt x="6221222" y="261112"/>
                  </a:lnTo>
                  <a:lnTo>
                    <a:pt x="6192812" y="229679"/>
                  </a:lnTo>
                  <a:lnTo>
                    <a:pt x="6154420" y="211582"/>
                  </a:lnTo>
                  <a:lnTo>
                    <a:pt x="6150483" y="223012"/>
                  </a:lnTo>
                  <a:lnTo>
                    <a:pt x="6166790" y="230111"/>
                  </a:lnTo>
                  <a:lnTo>
                    <a:pt x="6180836" y="239941"/>
                  </a:lnTo>
                  <a:lnTo>
                    <a:pt x="6209347" y="285445"/>
                  </a:lnTo>
                  <a:lnTo>
                    <a:pt x="6217602" y="326936"/>
                  </a:lnTo>
                  <a:lnTo>
                    <a:pt x="6217653" y="327215"/>
                  </a:lnTo>
                  <a:lnTo>
                    <a:pt x="6217628" y="376224"/>
                  </a:lnTo>
                  <a:lnTo>
                    <a:pt x="6209296" y="419188"/>
                  </a:lnTo>
                  <a:lnTo>
                    <a:pt x="6180874" y="465442"/>
                  </a:lnTo>
                  <a:lnTo>
                    <a:pt x="6150864" y="482473"/>
                  </a:lnTo>
                  <a:lnTo>
                    <a:pt x="6154420" y="493903"/>
                  </a:lnTo>
                  <a:lnTo>
                    <a:pt x="6192913" y="475843"/>
                  </a:lnTo>
                  <a:lnTo>
                    <a:pt x="6221222" y="444627"/>
                  </a:lnTo>
                  <a:lnTo>
                    <a:pt x="6238646" y="402717"/>
                  </a:lnTo>
                  <a:lnTo>
                    <a:pt x="6243002" y="378764"/>
                  </a:lnTo>
                  <a:lnTo>
                    <a:pt x="6244463" y="3528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28700" y="3852672"/>
              <a:ext cx="2466340" cy="2251075"/>
            </a:xfrm>
            <a:custGeom>
              <a:avLst/>
              <a:gdLst/>
              <a:ahLst/>
              <a:cxnLst/>
              <a:rect l="l" t="t" r="r" b="b"/>
              <a:pathLst>
                <a:path w="2466340" h="2251075">
                  <a:moveTo>
                    <a:pt x="2090674" y="0"/>
                  </a:moveTo>
                  <a:lnTo>
                    <a:pt x="375158" y="0"/>
                  </a:lnTo>
                  <a:lnTo>
                    <a:pt x="328100" y="2923"/>
                  </a:lnTo>
                  <a:lnTo>
                    <a:pt x="282786" y="11461"/>
                  </a:lnTo>
                  <a:lnTo>
                    <a:pt x="239568" y="25259"/>
                  </a:lnTo>
                  <a:lnTo>
                    <a:pt x="198797" y="43966"/>
                  </a:lnTo>
                  <a:lnTo>
                    <a:pt x="160824" y="67231"/>
                  </a:lnTo>
                  <a:lnTo>
                    <a:pt x="126003" y="94700"/>
                  </a:lnTo>
                  <a:lnTo>
                    <a:pt x="94683" y="126023"/>
                  </a:lnTo>
                  <a:lnTo>
                    <a:pt x="67217" y="160847"/>
                  </a:lnTo>
                  <a:lnTo>
                    <a:pt x="43956" y="198819"/>
                  </a:lnTo>
                  <a:lnTo>
                    <a:pt x="25253" y="239588"/>
                  </a:lnTo>
                  <a:lnTo>
                    <a:pt x="11458" y="282803"/>
                  </a:lnTo>
                  <a:lnTo>
                    <a:pt x="2923" y="328110"/>
                  </a:lnTo>
                  <a:lnTo>
                    <a:pt x="0" y="375157"/>
                  </a:lnTo>
                  <a:lnTo>
                    <a:pt x="0" y="1875777"/>
                  </a:lnTo>
                  <a:lnTo>
                    <a:pt x="2923" y="1922837"/>
                  </a:lnTo>
                  <a:lnTo>
                    <a:pt x="11458" y="1968153"/>
                  </a:lnTo>
                  <a:lnTo>
                    <a:pt x="25253" y="2011374"/>
                  </a:lnTo>
                  <a:lnTo>
                    <a:pt x="43956" y="2052146"/>
                  </a:lnTo>
                  <a:lnTo>
                    <a:pt x="67217" y="2090120"/>
                  </a:lnTo>
                  <a:lnTo>
                    <a:pt x="94683" y="2124942"/>
                  </a:lnTo>
                  <a:lnTo>
                    <a:pt x="126003" y="2156263"/>
                  </a:lnTo>
                  <a:lnTo>
                    <a:pt x="160824" y="2183729"/>
                  </a:lnTo>
                  <a:lnTo>
                    <a:pt x="198797" y="2206990"/>
                  </a:lnTo>
                  <a:lnTo>
                    <a:pt x="239568" y="2225694"/>
                  </a:lnTo>
                  <a:lnTo>
                    <a:pt x="282786" y="2239489"/>
                  </a:lnTo>
                  <a:lnTo>
                    <a:pt x="328100" y="2248024"/>
                  </a:lnTo>
                  <a:lnTo>
                    <a:pt x="375158" y="2250947"/>
                  </a:lnTo>
                  <a:lnTo>
                    <a:pt x="2090674" y="2250947"/>
                  </a:lnTo>
                  <a:lnTo>
                    <a:pt x="2137721" y="2248024"/>
                  </a:lnTo>
                  <a:lnTo>
                    <a:pt x="2183028" y="2239489"/>
                  </a:lnTo>
                  <a:lnTo>
                    <a:pt x="2226243" y="2225694"/>
                  </a:lnTo>
                  <a:lnTo>
                    <a:pt x="2267012" y="2206990"/>
                  </a:lnTo>
                  <a:lnTo>
                    <a:pt x="2304984" y="2183729"/>
                  </a:lnTo>
                  <a:lnTo>
                    <a:pt x="2339808" y="2156263"/>
                  </a:lnTo>
                  <a:lnTo>
                    <a:pt x="2371131" y="2124942"/>
                  </a:lnTo>
                  <a:lnTo>
                    <a:pt x="2398600" y="2090120"/>
                  </a:lnTo>
                  <a:lnTo>
                    <a:pt x="2421865" y="2052146"/>
                  </a:lnTo>
                  <a:lnTo>
                    <a:pt x="2440572" y="2011374"/>
                  </a:lnTo>
                  <a:lnTo>
                    <a:pt x="2454370" y="1968153"/>
                  </a:lnTo>
                  <a:lnTo>
                    <a:pt x="2462908" y="1922837"/>
                  </a:lnTo>
                  <a:lnTo>
                    <a:pt x="2465832" y="1875777"/>
                  </a:lnTo>
                  <a:lnTo>
                    <a:pt x="2465832" y="375157"/>
                  </a:lnTo>
                  <a:lnTo>
                    <a:pt x="2462908" y="328110"/>
                  </a:lnTo>
                  <a:lnTo>
                    <a:pt x="2454370" y="282803"/>
                  </a:lnTo>
                  <a:lnTo>
                    <a:pt x="2440572" y="239588"/>
                  </a:lnTo>
                  <a:lnTo>
                    <a:pt x="2421865" y="198819"/>
                  </a:lnTo>
                  <a:lnTo>
                    <a:pt x="2398600" y="160847"/>
                  </a:lnTo>
                  <a:lnTo>
                    <a:pt x="2371131" y="126023"/>
                  </a:lnTo>
                  <a:lnTo>
                    <a:pt x="2339808" y="94700"/>
                  </a:lnTo>
                  <a:lnTo>
                    <a:pt x="2304984" y="67231"/>
                  </a:lnTo>
                  <a:lnTo>
                    <a:pt x="2267012" y="43966"/>
                  </a:lnTo>
                  <a:lnTo>
                    <a:pt x="2226243" y="25259"/>
                  </a:lnTo>
                  <a:lnTo>
                    <a:pt x="2183028" y="11461"/>
                  </a:lnTo>
                  <a:lnTo>
                    <a:pt x="2137721" y="2923"/>
                  </a:lnTo>
                  <a:lnTo>
                    <a:pt x="209067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28700" y="3852672"/>
              <a:ext cx="2466340" cy="2251075"/>
            </a:xfrm>
            <a:custGeom>
              <a:avLst/>
              <a:gdLst/>
              <a:ahLst/>
              <a:cxnLst/>
              <a:rect l="l" t="t" r="r" b="b"/>
              <a:pathLst>
                <a:path w="2466340" h="2251075">
                  <a:moveTo>
                    <a:pt x="0" y="375157"/>
                  </a:moveTo>
                  <a:lnTo>
                    <a:pt x="2923" y="328110"/>
                  </a:lnTo>
                  <a:lnTo>
                    <a:pt x="11458" y="282803"/>
                  </a:lnTo>
                  <a:lnTo>
                    <a:pt x="25253" y="239588"/>
                  </a:lnTo>
                  <a:lnTo>
                    <a:pt x="43956" y="198819"/>
                  </a:lnTo>
                  <a:lnTo>
                    <a:pt x="67217" y="160847"/>
                  </a:lnTo>
                  <a:lnTo>
                    <a:pt x="94683" y="126023"/>
                  </a:lnTo>
                  <a:lnTo>
                    <a:pt x="126003" y="94700"/>
                  </a:lnTo>
                  <a:lnTo>
                    <a:pt x="160824" y="67231"/>
                  </a:lnTo>
                  <a:lnTo>
                    <a:pt x="198797" y="43966"/>
                  </a:lnTo>
                  <a:lnTo>
                    <a:pt x="239568" y="25259"/>
                  </a:lnTo>
                  <a:lnTo>
                    <a:pt x="282786" y="11461"/>
                  </a:lnTo>
                  <a:lnTo>
                    <a:pt x="328100" y="2923"/>
                  </a:lnTo>
                  <a:lnTo>
                    <a:pt x="375158" y="0"/>
                  </a:lnTo>
                  <a:lnTo>
                    <a:pt x="2090674" y="0"/>
                  </a:lnTo>
                  <a:lnTo>
                    <a:pt x="2137721" y="2923"/>
                  </a:lnTo>
                  <a:lnTo>
                    <a:pt x="2183028" y="11461"/>
                  </a:lnTo>
                  <a:lnTo>
                    <a:pt x="2226243" y="25259"/>
                  </a:lnTo>
                  <a:lnTo>
                    <a:pt x="2267012" y="43966"/>
                  </a:lnTo>
                  <a:lnTo>
                    <a:pt x="2304984" y="67231"/>
                  </a:lnTo>
                  <a:lnTo>
                    <a:pt x="2339808" y="94700"/>
                  </a:lnTo>
                  <a:lnTo>
                    <a:pt x="2371131" y="126023"/>
                  </a:lnTo>
                  <a:lnTo>
                    <a:pt x="2398600" y="160847"/>
                  </a:lnTo>
                  <a:lnTo>
                    <a:pt x="2421865" y="198819"/>
                  </a:lnTo>
                  <a:lnTo>
                    <a:pt x="2440572" y="239588"/>
                  </a:lnTo>
                  <a:lnTo>
                    <a:pt x="2454370" y="282803"/>
                  </a:lnTo>
                  <a:lnTo>
                    <a:pt x="2462908" y="328110"/>
                  </a:lnTo>
                  <a:lnTo>
                    <a:pt x="2465832" y="375157"/>
                  </a:lnTo>
                  <a:lnTo>
                    <a:pt x="2465832" y="1875777"/>
                  </a:lnTo>
                  <a:lnTo>
                    <a:pt x="2462908" y="1922837"/>
                  </a:lnTo>
                  <a:lnTo>
                    <a:pt x="2454370" y="1968153"/>
                  </a:lnTo>
                  <a:lnTo>
                    <a:pt x="2440572" y="2011374"/>
                  </a:lnTo>
                  <a:lnTo>
                    <a:pt x="2421865" y="2052146"/>
                  </a:lnTo>
                  <a:lnTo>
                    <a:pt x="2398600" y="2090120"/>
                  </a:lnTo>
                  <a:lnTo>
                    <a:pt x="2371131" y="2124942"/>
                  </a:lnTo>
                  <a:lnTo>
                    <a:pt x="2339808" y="2156263"/>
                  </a:lnTo>
                  <a:lnTo>
                    <a:pt x="2304984" y="2183729"/>
                  </a:lnTo>
                  <a:lnTo>
                    <a:pt x="2267012" y="2206990"/>
                  </a:lnTo>
                  <a:lnTo>
                    <a:pt x="2226243" y="2225694"/>
                  </a:lnTo>
                  <a:lnTo>
                    <a:pt x="2183028" y="2239489"/>
                  </a:lnTo>
                  <a:lnTo>
                    <a:pt x="2137721" y="2248024"/>
                  </a:lnTo>
                  <a:lnTo>
                    <a:pt x="2090674" y="2250947"/>
                  </a:lnTo>
                  <a:lnTo>
                    <a:pt x="375158" y="2250947"/>
                  </a:lnTo>
                  <a:lnTo>
                    <a:pt x="328100" y="2248024"/>
                  </a:lnTo>
                  <a:lnTo>
                    <a:pt x="282786" y="2239489"/>
                  </a:lnTo>
                  <a:lnTo>
                    <a:pt x="239568" y="2225694"/>
                  </a:lnTo>
                  <a:lnTo>
                    <a:pt x="198797" y="2206990"/>
                  </a:lnTo>
                  <a:lnTo>
                    <a:pt x="160824" y="2183729"/>
                  </a:lnTo>
                  <a:lnTo>
                    <a:pt x="126003" y="2156263"/>
                  </a:lnTo>
                  <a:lnTo>
                    <a:pt x="94683" y="2124942"/>
                  </a:lnTo>
                  <a:lnTo>
                    <a:pt x="67217" y="2090120"/>
                  </a:lnTo>
                  <a:lnTo>
                    <a:pt x="43956" y="2052146"/>
                  </a:lnTo>
                  <a:lnTo>
                    <a:pt x="25253" y="2011374"/>
                  </a:lnTo>
                  <a:lnTo>
                    <a:pt x="11458" y="1968153"/>
                  </a:lnTo>
                  <a:lnTo>
                    <a:pt x="2923" y="1922837"/>
                  </a:lnTo>
                  <a:lnTo>
                    <a:pt x="0" y="1875777"/>
                  </a:lnTo>
                  <a:lnTo>
                    <a:pt x="0" y="37515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89609" y="4941570"/>
              <a:ext cx="339090" cy="76200"/>
            </a:xfrm>
            <a:custGeom>
              <a:avLst/>
              <a:gdLst/>
              <a:ahLst/>
              <a:cxnLst/>
              <a:rect l="l" t="t" r="r" b="b"/>
              <a:pathLst>
                <a:path w="339090" h="76200">
                  <a:moveTo>
                    <a:pt x="262737" y="0"/>
                  </a:moveTo>
                  <a:lnTo>
                    <a:pt x="262737" y="76199"/>
                  </a:lnTo>
                  <a:lnTo>
                    <a:pt x="319887" y="47624"/>
                  </a:lnTo>
                  <a:lnTo>
                    <a:pt x="275437" y="47624"/>
                  </a:lnTo>
                  <a:lnTo>
                    <a:pt x="275437" y="28574"/>
                  </a:lnTo>
                  <a:lnTo>
                    <a:pt x="319887" y="28574"/>
                  </a:lnTo>
                  <a:lnTo>
                    <a:pt x="262737" y="0"/>
                  </a:lnTo>
                  <a:close/>
                </a:path>
                <a:path w="339090" h="76200">
                  <a:moveTo>
                    <a:pt x="262737" y="28574"/>
                  </a:moveTo>
                  <a:lnTo>
                    <a:pt x="0" y="28574"/>
                  </a:lnTo>
                  <a:lnTo>
                    <a:pt x="0" y="47624"/>
                  </a:lnTo>
                  <a:lnTo>
                    <a:pt x="262737" y="47624"/>
                  </a:lnTo>
                  <a:lnTo>
                    <a:pt x="262737" y="28574"/>
                  </a:lnTo>
                  <a:close/>
                </a:path>
                <a:path w="339090" h="76200">
                  <a:moveTo>
                    <a:pt x="319887" y="28574"/>
                  </a:moveTo>
                  <a:lnTo>
                    <a:pt x="275437" y="28574"/>
                  </a:lnTo>
                  <a:lnTo>
                    <a:pt x="275437" y="47624"/>
                  </a:lnTo>
                  <a:lnTo>
                    <a:pt x="319887" y="47624"/>
                  </a:lnTo>
                  <a:lnTo>
                    <a:pt x="338937" y="38099"/>
                  </a:lnTo>
                  <a:lnTo>
                    <a:pt x="319887" y="285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69163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5" h="524510">
                  <a:moveTo>
                    <a:pt x="259842" y="0"/>
                  </a:moveTo>
                  <a:lnTo>
                    <a:pt x="213134" y="4222"/>
                  </a:lnTo>
                  <a:lnTo>
                    <a:pt x="169173" y="16398"/>
                  </a:lnTo>
                  <a:lnTo>
                    <a:pt x="128693" y="35785"/>
                  </a:lnTo>
                  <a:lnTo>
                    <a:pt x="92427" y="61645"/>
                  </a:lnTo>
                  <a:lnTo>
                    <a:pt x="61110" y="93237"/>
                  </a:lnTo>
                  <a:lnTo>
                    <a:pt x="35475" y="129822"/>
                  </a:lnTo>
                  <a:lnTo>
                    <a:pt x="16255" y="170658"/>
                  </a:lnTo>
                  <a:lnTo>
                    <a:pt x="4186" y="215007"/>
                  </a:lnTo>
                  <a:lnTo>
                    <a:pt x="0" y="262128"/>
                  </a:lnTo>
                  <a:lnTo>
                    <a:pt x="4186" y="309248"/>
                  </a:lnTo>
                  <a:lnTo>
                    <a:pt x="16256" y="353597"/>
                  </a:lnTo>
                  <a:lnTo>
                    <a:pt x="35475" y="394433"/>
                  </a:lnTo>
                  <a:lnTo>
                    <a:pt x="61110" y="431018"/>
                  </a:lnTo>
                  <a:lnTo>
                    <a:pt x="92427" y="462610"/>
                  </a:lnTo>
                  <a:lnTo>
                    <a:pt x="128693" y="488470"/>
                  </a:lnTo>
                  <a:lnTo>
                    <a:pt x="169173" y="507857"/>
                  </a:lnTo>
                  <a:lnTo>
                    <a:pt x="213134" y="520033"/>
                  </a:lnTo>
                  <a:lnTo>
                    <a:pt x="259842" y="524256"/>
                  </a:lnTo>
                  <a:lnTo>
                    <a:pt x="306549" y="520033"/>
                  </a:lnTo>
                  <a:lnTo>
                    <a:pt x="350510" y="507857"/>
                  </a:lnTo>
                  <a:lnTo>
                    <a:pt x="390990" y="488470"/>
                  </a:lnTo>
                  <a:lnTo>
                    <a:pt x="427256" y="462610"/>
                  </a:lnTo>
                  <a:lnTo>
                    <a:pt x="458573" y="431018"/>
                  </a:lnTo>
                  <a:lnTo>
                    <a:pt x="484208" y="394433"/>
                  </a:lnTo>
                  <a:lnTo>
                    <a:pt x="503428" y="353597"/>
                  </a:lnTo>
                  <a:lnTo>
                    <a:pt x="515497" y="309248"/>
                  </a:lnTo>
                  <a:lnTo>
                    <a:pt x="519684" y="262128"/>
                  </a:lnTo>
                  <a:lnTo>
                    <a:pt x="515497" y="215007"/>
                  </a:lnTo>
                  <a:lnTo>
                    <a:pt x="503428" y="170658"/>
                  </a:lnTo>
                  <a:lnTo>
                    <a:pt x="484208" y="129822"/>
                  </a:lnTo>
                  <a:lnTo>
                    <a:pt x="458573" y="93237"/>
                  </a:lnTo>
                  <a:lnTo>
                    <a:pt x="427256" y="61645"/>
                  </a:lnTo>
                  <a:lnTo>
                    <a:pt x="390990" y="35785"/>
                  </a:lnTo>
                  <a:lnTo>
                    <a:pt x="350510" y="16398"/>
                  </a:lnTo>
                  <a:lnTo>
                    <a:pt x="306549" y="4222"/>
                  </a:lnTo>
                  <a:lnTo>
                    <a:pt x="259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69163" y="4716779"/>
              <a:ext cx="520065" cy="524510"/>
            </a:xfrm>
            <a:custGeom>
              <a:avLst/>
              <a:gdLst/>
              <a:ahLst/>
              <a:cxnLst/>
              <a:rect l="l" t="t" r="r" b="b"/>
              <a:pathLst>
                <a:path w="520065" h="524510">
                  <a:moveTo>
                    <a:pt x="0" y="262128"/>
                  </a:moveTo>
                  <a:lnTo>
                    <a:pt x="4186" y="215007"/>
                  </a:lnTo>
                  <a:lnTo>
                    <a:pt x="16255" y="170658"/>
                  </a:lnTo>
                  <a:lnTo>
                    <a:pt x="35475" y="129822"/>
                  </a:lnTo>
                  <a:lnTo>
                    <a:pt x="61110" y="93237"/>
                  </a:lnTo>
                  <a:lnTo>
                    <a:pt x="92427" y="61645"/>
                  </a:lnTo>
                  <a:lnTo>
                    <a:pt x="128693" y="35785"/>
                  </a:lnTo>
                  <a:lnTo>
                    <a:pt x="169173" y="16398"/>
                  </a:lnTo>
                  <a:lnTo>
                    <a:pt x="213134" y="4222"/>
                  </a:lnTo>
                  <a:lnTo>
                    <a:pt x="259842" y="0"/>
                  </a:lnTo>
                  <a:lnTo>
                    <a:pt x="306549" y="4222"/>
                  </a:lnTo>
                  <a:lnTo>
                    <a:pt x="350510" y="16398"/>
                  </a:lnTo>
                  <a:lnTo>
                    <a:pt x="390990" y="35785"/>
                  </a:lnTo>
                  <a:lnTo>
                    <a:pt x="427256" y="61645"/>
                  </a:lnTo>
                  <a:lnTo>
                    <a:pt x="458573" y="93237"/>
                  </a:lnTo>
                  <a:lnTo>
                    <a:pt x="484208" y="129822"/>
                  </a:lnTo>
                  <a:lnTo>
                    <a:pt x="503428" y="170658"/>
                  </a:lnTo>
                  <a:lnTo>
                    <a:pt x="515497" y="215007"/>
                  </a:lnTo>
                  <a:lnTo>
                    <a:pt x="519684" y="262128"/>
                  </a:lnTo>
                  <a:lnTo>
                    <a:pt x="515497" y="309248"/>
                  </a:lnTo>
                  <a:lnTo>
                    <a:pt x="503428" y="353597"/>
                  </a:lnTo>
                  <a:lnTo>
                    <a:pt x="484208" y="394433"/>
                  </a:lnTo>
                  <a:lnTo>
                    <a:pt x="458573" y="431018"/>
                  </a:lnTo>
                  <a:lnTo>
                    <a:pt x="427256" y="462610"/>
                  </a:lnTo>
                  <a:lnTo>
                    <a:pt x="390990" y="488470"/>
                  </a:lnTo>
                  <a:lnTo>
                    <a:pt x="350510" y="507857"/>
                  </a:lnTo>
                  <a:lnTo>
                    <a:pt x="306549" y="520033"/>
                  </a:lnTo>
                  <a:lnTo>
                    <a:pt x="259842" y="524256"/>
                  </a:lnTo>
                  <a:lnTo>
                    <a:pt x="213134" y="520033"/>
                  </a:lnTo>
                  <a:lnTo>
                    <a:pt x="169173" y="507857"/>
                  </a:lnTo>
                  <a:lnTo>
                    <a:pt x="128693" y="488470"/>
                  </a:lnTo>
                  <a:lnTo>
                    <a:pt x="92427" y="462610"/>
                  </a:lnTo>
                  <a:lnTo>
                    <a:pt x="61110" y="431018"/>
                  </a:lnTo>
                  <a:lnTo>
                    <a:pt x="35475" y="394433"/>
                  </a:lnTo>
                  <a:lnTo>
                    <a:pt x="16256" y="353597"/>
                  </a:lnTo>
                  <a:lnTo>
                    <a:pt x="4186" y="309248"/>
                  </a:lnTo>
                  <a:lnTo>
                    <a:pt x="0" y="26212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187452" y="1392936"/>
            <a:ext cx="11817350" cy="5355590"/>
            <a:chOff x="187452" y="1392936"/>
            <a:chExt cx="11817350" cy="5355590"/>
          </a:xfrm>
        </p:grpSpPr>
        <p:sp>
          <p:nvSpPr>
            <p:cNvPr id="17" name="object 17" descr=""/>
            <p:cNvSpPr/>
            <p:nvPr/>
          </p:nvSpPr>
          <p:spPr>
            <a:xfrm>
              <a:off x="187452" y="1392936"/>
              <a:ext cx="11817350" cy="5355590"/>
            </a:xfrm>
            <a:custGeom>
              <a:avLst/>
              <a:gdLst/>
              <a:ahLst/>
              <a:cxnLst/>
              <a:rect l="l" t="t" r="r" b="b"/>
              <a:pathLst>
                <a:path w="11817350" h="5355590">
                  <a:moveTo>
                    <a:pt x="11817096" y="0"/>
                  </a:moveTo>
                  <a:lnTo>
                    <a:pt x="0" y="0"/>
                  </a:lnTo>
                  <a:lnTo>
                    <a:pt x="0" y="5355336"/>
                  </a:lnTo>
                  <a:lnTo>
                    <a:pt x="11817096" y="5355336"/>
                  </a:lnTo>
                  <a:lnTo>
                    <a:pt x="11817096" y="0"/>
                  </a:lnTo>
                  <a:close/>
                </a:path>
              </a:pathLst>
            </a:custGeom>
            <a:solidFill>
              <a:srgbClr val="FFFFFF">
                <a:alpha val="85881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9512" y="1876043"/>
              <a:ext cx="9328404" cy="406298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7027" y="1859280"/>
              <a:ext cx="9400032" cy="4149852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511807" y="1920240"/>
              <a:ext cx="9168765" cy="3903345"/>
            </a:xfrm>
            <a:custGeom>
              <a:avLst/>
              <a:gdLst/>
              <a:ahLst/>
              <a:cxnLst/>
              <a:rect l="l" t="t" r="r" b="b"/>
              <a:pathLst>
                <a:path w="9168765" h="3903345">
                  <a:moveTo>
                    <a:pt x="9168384" y="0"/>
                  </a:moveTo>
                  <a:lnTo>
                    <a:pt x="0" y="0"/>
                  </a:lnTo>
                  <a:lnTo>
                    <a:pt x="0" y="3902964"/>
                  </a:lnTo>
                  <a:lnTo>
                    <a:pt x="9168384" y="3902964"/>
                  </a:lnTo>
                  <a:lnTo>
                    <a:pt x="91683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511807" y="1920240"/>
              <a:ext cx="9168765" cy="3903345"/>
            </a:xfrm>
            <a:custGeom>
              <a:avLst/>
              <a:gdLst/>
              <a:ahLst/>
              <a:cxnLst/>
              <a:rect l="l" t="t" r="r" b="b"/>
              <a:pathLst>
                <a:path w="9168765" h="3903345">
                  <a:moveTo>
                    <a:pt x="0" y="3902964"/>
                  </a:moveTo>
                  <a:lnTo>
                    <a:pt x="9168384" y="3902964"/>
                  </a:lnTo>
                  <a:lnTo>
                    <a:pt x="9168384" y="0"/>
                  </a:lnTo>
                  <a:lnTo>
                    <a:pt x="0" y="0"/>
                  </a:lnTo>
                  <a:lnTo>
                    <a:pt x="0" y="3902964"/>
                  </a:lnTo>
                  <a:close/>
                </a:path>
              </a:pathLst>
            </a:custGeom>
            <a:ln w="5715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590547" y="1945385"/>
            <a:ext cx="8879205" cy="379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Question:</a:t>
            </a:r>
            <a:endParaRPr sz="24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24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</a:pPr>
            <a:r>
              <a:rPr dirty="0" sz="2400" spc="-100">
                <a:latin typeface="Franklin Gothic Medium"/>
                <a:cs typeface="Franklin Gothic Medium"/>
              </a:rPr>
              <a:t>We</a:t>
            </a:r>
            <a:r>
              <a:rPr dirty="0" sz="2400" spc="-5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just</a:t>
            </a:r>
            <a:r>
              <a:rPr dirty="0" sz="2400" spc="-15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showed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how</a:t>
            </a:r>
            <a:r>
              <a:rPr dirty="0" sz="2400" spc="-9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convert</a:t>
            </a:r>
            <a:r>
              <a:rPr dirty="0" sz="2400" spc="-120">
                <a:latin typeface="Franklin Gothic Medium"/>
                <a:cs typeface="Franklin Gothic Medium"/>
              </a:rPr>
              <a:t> </a:t>
            </a:r>
            <a:r>
              <a:rPr dirty="0" sz="2400" spc="-30">
                <a:latin typeface="Franklin Gothic Medium"/>
                <a:cs typeface="Franklin Gothic Medium"/>
              </a:rPr>
              <a:t>GNFAs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regular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expressions,</a:t>
            </a:r>
            <a:r>
              <a:rPr dirty="0" sz="2400" spc="-12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but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our</a:t>
            </a:r>
            <a:endParaRPr sz="2400">
              <a:latin typeface="Franklin Gothic Medium"/>
              <a:cs typeface="Franklin Gothic Medium"/>
            </a:endParaRPr>
          </a:p>
          <a:p>
            <a:pPr marL="12700" marR="356235">
              <a:lnSpc>
                <a:spcPct val="100000"/>
              </a:lnSpc>
              <a:spcBef>
                <a:spcPts val="5"/>
              </a:spcBef>
              <a:tabLst>
                <a:tab pos="5933440" algn="l"/>
              </a:tabLst>
            </a:pPr>
            <a:r>
              <a:rPr dirty="0" sz="2400" spc="-10">
                <a:latin typeface="Franklin Gothic Medium"/>
                <a:cs typeface="Franklin Gothic Medium"/>
              </a:rPr>
              <a:t>goal</a:t>
            </a:r>
            <a:r>
              <a:rPr dirty="0" sz="2400" spc="-15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was</a:t>
            </a:r>
            <a:r>
              <a:rPr dirty="0" sz="2400" spc="-14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12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show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that</a:t>
            </a:r>
            <a:r>
              <a:rPr dirty="0" sz="2400" spc="-13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how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12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convert</a:t>
            </a:r>
            <a:r>
              <a:rPr dirty="0" sz="2400" spc="-140">
                <a:latin typeface="Franklin Gothic Medium"/>
                <a:cs typeface="Franklin Gothic Medium"/>
              </a:rPr>
              <a:t> </a:t>
            </a:r>
            <a:r>
              <a:rPr dirty="0" sz="2400" spc="-55">
                <a:latin typeface="Franklin Gothic Medium"/>
                <a:cs typeface="Franklin Gothic Medium"/>
              </a:rPr>
              <a:t>DFAs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to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 spc="-10">
                <a:latin typeface="Franklin Gothic Medium"/>
                <a:cs typeface="Franklin Gothic Medium"/>
              </a:rPr>
              <a:t>regular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expressions. How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do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we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finish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our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goal?</a:t>
            </a:r>
            <a:endParaRPr sz="24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2400">
              <a:latin typeface="Franklin Gothic Medium"/>
              <a:cs typeface="Franklin Gothic Medium"/>
            </a:endParaRPr>
          </a:p>
          <a:p>
            <a:pPr marL="469265" indent="-456565">
              <a:lnSpc>
                <a:spcPct val="100000"/>
              </a:lnSpc>
              <a:buAutoNum type="alphaLcParenR"/>
              <a:tabLst>
                <a:tab pos="469265" algn="l"/>
              </a:tabLst>
            </a:pPr>
            <a:r>
              <a:rPr dirty="0" sz="2400" spc="-20">
                <a:latin typeface="Franklin Gothic Medium"/>
                <a:cs typeface="Franklin Gothic Medium"/>
              </a:rPr>
              <a:t>Show</a:t>
            </a:r>
            <a:r>
              <a:rPr dirty="0" sz="2400" spc="-13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how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convert</a:t>
            </a:r>
            <a:r>
              <a:rPr dirty="0" sz="2400" spc="-135">
                <a:latin typeface="Franklin Gothic Medium"/>
                <a:cs typeface="Franklin Gothic Medium"/>
              </a:rPr>
              <a:t> </a:t>
            </a:r>
            <a:r>
              <a:rPr dirty="0" sz="2400" spc="-55">
                <a:latin typeface="Franklin Gothic Medium"/>
                <a:cs typeface="Franklin Gothic Medium"/>
              </a:rPr>
              <a:t>DFAs</a:t>
            </a:r>
            <a:r>
              <a:rPr dirty="0" sz="2400" spc="-9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12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GNFAs</a:t>
            </a:r>
            <a:endParaRPr sz="2400">
              <a:latin typeface="Franklin Gothic Medium"/>
              <a:cs typeface="Franklin Gothic Medium"/>
            </a:endParaRPr>
          </a:p>
          <a:p>
            <a:pPr marL="469265" indent="-456565">
              <a:lnSpc>
                <a:spcPct val="100000"/>
              </a:lnSpc>
              <a:spcBef>
                <a:spcPts val="1440"/>
              </a:spcBef>
              <a:buAutoNum type="alphaLcParenR"/>
              <a:tabLst>
                <a:tab pos="469265" algn="l"/>
              </a:tabLst>
            </a:pPr>
            <a:r>
              <a:rPr dirty="0" sz="2400" spc="-20">
                <a:latin typeface="Franklin Gothic Medium"/>
                <a:cs typeface="Franklin Gothic Medium"/>
              </a:rPr>
              <a:t>Show</a:t>
            </a:r>
            <a:r>
              <a:rPr dirty="0" sz="2400" spc="-12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how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12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convert</a:t>
            </a:r>
            <a:r>
              <a:rPr dirty="0" sz="2400" spc="-135">
                <a:latin typeface="Franklin Gothic Medium"/>
                <a:cs typeface="Franklin Gothic Medium"/>
              </a:rPr>
              <a:t> </a:t>
            </a:r>
            <a:r>
              <a:rPr dirty="0" sz="2400" spc="-35">
                <a:latin typeface="Franklin Gothic Medium"/>
                <a:cs typeface="Franklin Gothic Medium"/>
              </a:rPr>
              <a:t>GNFAs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12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DFAs</a:t>
            </a:r>
            <a:endParaRPr sz="2400">
              <a:latin typeface="Franklin Gothic Medium"/>
              <a:cs typeface="Franklin Gothic Medium"/>
            </a:endParaRPr>
          </a:p>
          <a:p>
            <a:pPr marL="469265" indent="-456565">
              <a:lnSpc>
                <a:spcPct val="100000"/>
              </a:lnSpc>
              <a:spcBef>
                <a:spcPts val="1445"/>
              </a:spcBef>
              <a:buAutoNum type="alphaLcParenR"/>
              <a:tabLst>
                <a:tab pos="469265" algn="l"/>
                <a:tab pos="3336925" algn="l"/>
              </a:tabLst>
            </a:pPr>
            <a:r>
              <a:rPr dirty="0" sz="2400" spc="-114">
                <a:latin typeface="Franklin Gothic Medium"/>
                <a:cs typeface="Franklin Gothic Medium"/>
              </a:rPr>
              <a:t>We</a:t>
            </a:r>
            <a:r>
              <a:rPr dirty="0" sz="2400" spc="-3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are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already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20">
                <a:latin typeface="Franklin Gothic Medium"/>
                <a:cs typeface="Franklin Gothic Medium"/>
              </a:rPr>
              <a:t>done.</a:t>
            </a:r>
            <a:r>
              <a:rPr dirty="0" sz="2400">
                <a:latin typeface="Franklin Gothic Medium"/>
                <a:cs typeface="Franklin Gothic Medium"/>
              </a:rPr>
              <a:t>	</a:t>
            </a:r>
            <a:r>
              <a:rPr dirty="0" sz="2400" spc="-55">
                <a:latin typeface="Franklin Gothic Medium"/>
                <a:cs typeface="Franklin Gothic Medium"/>
              </a:rPr>
              <a:t>DFAs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are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type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of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GNFAs.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8502022" y="5353809"/>
            <a:ext cx="435609" cy="306070"/>
          </a:xfrm>
          <a:custGeom>
            <a:avLst/>
            <a:gdLst/>
            <a:ahLst/>
            <a:cxnLst/>
            <a:rect l="l" t="t" r="r" b="b"/>
            <a:pathLst>
              <a:path w="435609" h="306070">
                <a:moveTo>
                  <a:pt x="396896" y="0"/>
                </a:moveTo>
                <a:lnTo>
                  <a:pt x="155842" y="227849"/>
                </a:lnTo>
                <a:lnTo>
                  <a:pt x="40019" y="109217"/>
                </a:lnTo>
                <a:lnTo>
                  <a:pt x="0" y="147348"/>
                </a:lnTo>
                <a:lnTo>
                  <a:pt x="153959" y="305525"/>
                </a:lnTo>
                <a:lnTo>
                  <a:pt x="194449" y="267864"/>
                </a:lnTo>
                <a:lnTo>
                  <a:pt x="435033" y="39544"/>
                </a:lnTo>
                <a:lnTo>
                  <a:pt x="396896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55530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45">
                <a:latin typeface="Franklin Gothic Medium"/>
                <a:cs typeface="Franklin Gothic Medium"/>
              </a:rPr>
              <a:t>Simplification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22782" y="2309825"/>
            <a:ext cx="19577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>
                <a:latin typeface="Franklin Gothic Medium"/>
                <a:cs typeface="Franklin Gothic Medium"/>
              </a:rPr>
              <a:t>ε</a:t>
            </a:r>
            <a:r>
              <a:rPr dirty="0" sz="2800" spc="3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10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ε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 spc="19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=</a:t>
            </a:r>
            <a:r>
              <a:rPr dirty="0" sz="2800" spc="11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 spc="-5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09066" y="3263010"/>
            <a:ext cx="20872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>
                <a:latin typeface="Cambria Math"/>
                <a:cs typeface="Cambria Math"/>
              </a:rPr>
              <a:t>∅</a:t>
            </a:r>
            <a:r>
              <a:rPr dirty="0" sz="2800" spc="14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4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∅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 spc="240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=</a:t>
            </a:r>
            <a:r>
              <a:rPr dirty="0" sz="2800" spc="14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∅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50240" y="4173982"/>
            <a:ext cx="2887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Cambria Math"/>
                <a:cs typeface="Cambria Math"/>
              </a:rPr>
              <a:t>∅ ∪ 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 spc="229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45">
                <a:latin typeface="Cambria Math"/>
                <a:cs typeface="Cambria Math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{}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Cambria Math"/>
                <a:cs typeface="Cambria Math"/>
              </a:rPr>
              <a:t>∪</a:t>
            </a:r>
            <a:r>
              <a:rPr dirty="0" sz="2800" spc="-5"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r>
              <a:rPr dirty="0" sz="2800" spc="23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C7C30"/>
                </a:solidFill>
                <a:latin typeface="Cambria Math"/>
                <a:cs typeface="Cambria Math"/>
              </a:rPr>
              <a:t>=</a:t>
            </a:r>
            <a:r>
              <a:rPr dirty="0" sz="2800" spc="135">
                <a:solidFill>
                  <a:srgbClr val="EC7C30"/>
                </a:solidFill>
                <a:latin typeface="Cambria Math"/>
                <a:cs typeface="Cambria Math"/>
              </a:rPr>
              <a:t> </a:t>
            </a:r>
            <a:r>
              <a:rPr dirty="0" sz="2800" spc="-50">
                <a:solidFill>
                  <a:srgbClr val="EC7C30"/>
                </a:solidFill>
                <a:latin typeface="Cambria Math"/>
                <a:cs typeface="Cambria Math"/>
              </a:rPr>
              <a:t>𝑅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133344" y="2382011"/>
            <a:ext cx="5260975" cy="3689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93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Empty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string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concatenated</a:t>
            </a:r>
            <a:r>
              <a:rPr dirty="0" sz="1800" spc="-50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with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a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expression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133344" y="3314700"/>
            <a:ext cx="5402580" cy="3689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64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Empty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30">
                <a:latin typeface="Franklin Gothic Medium"/>
                <a:cs typeface="Franklin Gothic Medium"/>
              </a:rPr>
              <a:t>symbol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concatenated</a:t>
            </a:r>
            <a:r>
              <a:rPr dirty="0" sz="1800" spc="-4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with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a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expression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933444" y="4248911"/>
            <a:ext cx="4624070" cy="3689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0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Empty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30">
                <a:latin typeface="Franklin Gothic Medium"/>
                <a:cs typeface="Franklin Gothic Medium"/>
              </a:rPr>
              <a:t>symbol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union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with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a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expression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116070" y="3953002"/>
            <a:ext cx="1155700" cy="1168400"/>
            <a:chOff x="4116070" y="3953002"/>
            <a:chExt cx="1155700" cy="1168400"/>
          </a:xfrm>
        </p:grpSpPr>
        <p:sp>
          <p:nvSpPr>
            <p:cNvPr id="10" name="object 10" descr=""/>
            <p:cNvSpPr/>
            <p:nvPr/>
          </p:nvSpPr>
          <p:spPr>
            <a:xfrm>
              <a:off x="4122420" y="3959352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571500" y="0"/>
                  </a:moveTo>
                  <a:lnTo>
                    <a:pt x="524632" y="1914"/>
                  </a:lnTo>
                  <a:lnTo>
                    <a:pt x="478808" y="7559"/>
                  </a:lnTo>
                  <a:lnTo>
                    <a:pt x="434173" y="16784"/>
                  </a:lnTo>
                  <a:lnTo>
                    <a:pt x="390875" y="29443"/>
                  </a:lnTo>
                  <a:lnTo>
                    <a:pt x="349061" y="45386"/>
                  </a:lnTo>
                  <a:lnTo>
                    <a:pt x="308878" y="64465"/>
                  </a:lnTo>
                  <a:lnTo>
                    <a:pt x="270474" y="86530"/>
                  </a:lnTo>
                  <a:lnTo>
                    <a:pt x="233994" y="111434"/>
                  </a:lnTo>
                  <a:lnTo>
                    <a:pt x="199588" y="139028"/>
                  </a:lnTo>
                  <a:lnTo>
                    <a:pt x="167401" y="169163"/>
                  </a:lnTo>
                  <a:lnTo>
                    <a:pt x="137582" y="201691"/>
                  </a:lnTo>
                  <a:lnTo>
                    <a:pt x="110276" y="236463"/>
                  </a:lnTo>
                  <a:lnTo>
                    <a:pt x="85632" y="273331"/>
                  </a:lnTo>
                  <a:lnTo>
                    <a:pt x="63796" y="312145"/>
                  </a:lnTo>
                  <a:lnTo>
                    <a:pt x="44916" y="352758"/>
                  </a:lnTo>
                  <a:lnTo>
                    <a:pt x="29138" y="395020"/>
                  </a:lnTo>
                  <a:lnTo>
                    <a:pt x="16611" y="438784"/>
                  </a:lnTo>
                  <a:lnTo>
                    <a:pt x="7480" y="483900"/>
                  </a:lnTo>
                  <a:lnTo>
                    <a:pt x="1894" y="530220"/>
                  </a:lnTo>
                  <a:lnTo>
                    <a:pt x="0" y="577596"/>
                  </a:lnTo>
                  <a:lnTo>
                    <a:pt x="1894" y="624971"/>
                  </a:lnTo>
                  <a:lnTo>
                    <a:pt x="7480" y="671291"/>
                  </a:lnTo>
                  <a:lnTo>
                    <a:pt x="16611" y="716407"/>
                  </a:lnTo>
                  <a:lnTo>
                    <a:pt x="29138" y="760171"/>
                  </a:lnTo>
                  <a:lnTo>
                    <a:pt x="44916" y="802433"/>
                  </a:lnTo>
                  <a:lnTo>
                    <a:pt x="63796" y="843046"/>
                  </a:lnTo>
                  <a:lnTo>
                    <a:pt x="85632" y="881860"/>
                  </a:lnTo>
                  <a:lnTo>
                    <a:pt x="110276" y="918728"/>
                  </a:lnTo>
                  <a:lnTo>
                    <a:pt x="137582" y="953500"/>
                  </a:lnTo>
                  <a:lnTo>
                    <a:pt x="167401" y="986028"/>
                  </a:lnTo>
                  <a:lnTo>
                    <a:pt x="199588" y="1016163"/>
                  </a:lnTo>
                  <a:lnTo>
                    <a:pt x="233994" y="1043757"/>
                  </a:lnTo>
                  <a:lnTo>
                    <a:pt x="270474" y="1068661"/>
                  </a:lnTo>
                  <a:lnTo>
                    <a:pt x="308878" y="1090726"/>
                  </a:lnTo>
                  <a:lnTo>
                    <a:pt x="349061" y="1109805"/>
                  </a:lnTo>
                  <a:lnTo>
                    <a:pt x="390875" y="1125748"/>
                  </a:lnTo>
                  <a:lnTo>
                    <a:pt x="434173" y="1138407"/>
                  </a:lnTo>
                  <a:lnTo>
                    <a:pt x="478808" y="1147632"/>
                  </a:lnTo>
                  <a:lnTo>
                    <a:pt x="524632" y="1153277"/>
                  </a:lnTo>
                  <a:lnTo>
                    <a:pt x="571500" y="1155192"/>
                  </a:lnTo>
                  <a:lnTo>
                    <a:pt x="618367" y="1153277"/>
                  </a:lnTo>
                  <a:lnTo>
                    <a:pt x="664191" y="1147632"/>
                  </a:lnTo>
                  <a:lnTo>
                    <a:pt x="708826" y="1138407"/>
                  </a:lnTo>
                  <a:lnTo>
                    <a:pt x="752124" y="1125748"/>
                  </a:lnTo>
                  <a:lnTo>
                    <a:pt x="793938" y="1109805"/>
                  </a:lnTo>
                  <a:lnTo>
                    <a:pt x="834121" y="1090726"/>
                  </a:lnTo>
                  <a:lnTo>
                    <a:pt x="872525" y="1068661"/>
                  </a:lnTo>
                  <a:lnTo>
                    <a:pt x="909005" y="1043757"/>
                  </a:lnTo>
                  <a:lnTo>
                    <a:pt x="943411" y="1016163"/>
                  </a:lnTo>
                  <a:lnTo>
                    <a:pt x="975598" y="986028"/>
                  </a:lnTo>
                  <a:lnTo>
                    <a:pt x="1005417" y="953500"/>
                  </a:lnTo>
                  <a:lnTo>
                    <a:pt x="1032723" y="918728"/>
                  </a:lnTo>
                  <a:lnTo>
                    <a:pt x="1057367" y="881860"/>
                  </a:lnTo>
                  <a:lnTo>
                    <a:pt x="1079203" y="843046"/>
                  </a:lnTo>
                  <a:lnTo>
                    <a:pt x="1098083" y="802433"/>
                  </a:lnTo>
                  <a:lnTo>
                    <a:pt x="1113861" y="760171"/>
                  </a:lnTo>
                  <a:lnTo>
                    <a:pt x="1126388" y="716407"/>
                  </a:lnTo>
                  <a:lnTo>
                    <a:pt x="1135519" y="671291"/>
                  </a:lnTo>
                  <a:lnTo>
                    <a:pt x="1141105" y="624971"/>
                  </a:lnTo>
                  <a:lnTo>
                    <a:pt x="1143000" y="577596"/>
                  </a:lnTo>
                  <a:lnTo>
                    <a:pt x="1141105" y="530220"/>
                  </a:lnTo>
                  <a:lnTo>
                    <a:pt x="1135519" y="483900"/>
                  </a:lnTo>
                  <a:lnTo>
                    <a:pt x="1126388" y="438784"/>
                  </a:lnTo>
                  <a:lnTo>
                    <a:pt x="1113861" y="395020"/>
                  </a:lnTo>
                  <a:lnTo>
                    <a:pt x="1098083" y="352758"/>
                  </a:lnTo>
                  <a:lnTo>
                    <a:pt x="1079203" y="312145"/>
                  </a:lnTo>
                  <a:lnTo>
                    <a:pt x="1057367" y="273331"/>
                  </a:lnTo>
                  <a:lnTo>
                    <a:pt x="1032723" y="236463"/>
                  </a:lnTo>
                  <a:lnTo>
                    <a:pt x="1005417" y="201691"/>
                  </a:lnTo>
                  <a:lnTo>
                    <a:pt x="975598" y="169163"/>
                  </a:lnTo>
                  <a:lnTo>
                    <a:pt x="943411" y="139028"/>
                  </a:lnTo>
                  <a:lnTo>
                    <a:pt x="909005" y="111434"/>
                  </a:lnTo>
                  <a:lnTo>
                    <a:pt x="872525" y="86530"/>
                  </a:lnTo>
                  <a:lnTo>
                    <a:pt x="834121" y="64465"/>
                  </a:lnTo>
                  <a:lnTo>
                    <a:pt x="793938" y="45386"/>
                  </a:lnTo>
                  <a:lnTo>
                    <a:pt x="752124" y="29443"/>
                  </a:lnTo>
                  <a:lnTo>
                    <a:pt x="708826" y="16784"/>
                  </a:lnTo>
                  <a:lnTo>
                    <a:pt x="664191" y="7559"/>
                  </a:lnTo>
                  <a:lnTo>
                    <a:pt x="618367" y="191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122420" y="3959352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0" y="577596"/>
                  </a:moveTo>
                  <a:lnTo>
                    <a:pt x="1894" y="530220"/>
                  </a:lnTo>
                  <a:lnTo>
                    <a:pt x="7480" y="483900"/>
                  </a:lnTo>
                  <a:lnTo>
                    <a:pt x="16611" y="438784"/>
                  </a:lnTo>
                  <a:lnTo>
                    <a:pt x="29138" y="395020"/>
                  </a:lnTo>
                  <a:lnTo>
                    <a:pt x="44916" y="352758"/>
                  </a:lnTo>
                  <a:lnTo>
                    <a:pt x="63796" y="312145"/>
                  </a:lnTo>
                  <a:lnTo>
                    <a:pt x="85632" y="273331"/>
                  </a:lnTo>
                  <a:lnTo>
                    <a:pt x="110276" y="236463"/>
                  </a:lnTo>
                  <a:lnTo>
                    <a:pt x="137582" y="201691"/>
                  </a:lnTo>
                  <a:lnTo>
                    <a:pt x="167401" y="169163"/>
                  </a:lnTo>
                  <a:lnTo>
                    <a:pt x="199588" y="139028"/>
                  </a:lnTo>
                  <a:lnTo>
                    <a:pt x="233994" y="111434"/>
                  </a:lnTo>
                  <a:lnTo>
                    <a:pt x="270474" y="86530"/>
                  </a:lnTo>
                  <a:lnTo>
                    <a:pt x="308878" y="64465"/>
                  </a:lnTo>
                  <a:lnTo>
                    <a:pt x="349061" y="45386"/>
                  </a:lnTo>
                  <a:lnTo>
                    <a:pt x="390875" y="29443"/>
                  </a:lnTo>
                  <a:lnTo>
                    <a:pt x="434173" y="16784"/>
                  </a:lnTo>
                  <a:lnTo>
                    <a:pt x="478808" y="7559"/>
                  </a:lnTo>
                  <a:lnTo>
                    <a:pt x="524632" y="1914"/>
                  </a:lnTo>
                  <a:lnTo>
                    <a:pt x="571500" y="0"/>
                  </a:lnTo>
                  <a:lnTo>
                    <a:pt x="618367" y="1914"/>
                  </a:lnTo>
                  <a:lnTo>
                    <a:pt x="664191" y="7559"/>
                  </a:lnTo>
                  <a:lnTo>
                    <a:pt x="708826" y="16784"/>
                  </a:lnTo>
                  <a:lnTo>
                    <a:pt x="752124" y="29443"/>
                  </a:lnTo>
                  <a:lnTo>
                    <a:pt x="793938" y="45386"/>
                  </a:lnTo>
                  <a:lnTo>
                    <a:pt x="834121" y="64465"/>
                  </a:lnTo>
                  <a:lnTo>
                    <a:pt x="872525" y="86530"/>
                  </a:lnTo>
                  <a:lnTo>
                    <a:pt x="909005" y="111434"/>
                  </a:lnTo>
                  <a:lnTo>
                    <a:pt x="943411" y="139028"/>
                  </a:lnTo>
                  <a:lnTo>
                    <a:pt x="975598" y="169163"/>
                  </a:lnTo>
                  <a:lnTo>
                    <a:pt x="1005417" y="201691"/>
                  </a:lnTo>
                  <a:lnTo>
                    <a:pt x="1032723" y="236463"/>
                  </a:lnTo>
                  <a:lnTo>
                    <a:pt x="1057367" y="273331"/>
                  </a:lnTo>
                  <a:lnTo>
                    <a:pt x="1079203" y="312145"/>
                  </a:lnTo>
                  <a:lnTo>
                    <a:pt x="1098083" y="352758"/>
                  </a:lnTo>
                  <a:lnTo>
                    <a:pt x="1113861" y="395020"/>
                  </a:lnTo>
                  <a:lnTo>
                    <a:pt x="1126388" y="438784"/>
                  </a:lnTo>
                  <a:lnTo>
                    <a:pt x="1135519" y="483900"/>
                  </a:lnTo>
                  <a:lnTo>
                    <a:pt x="1141105" y="530220"/>
                  </a:lnTo>
                  <a:lnTo>
                    <a:pt x="1143000" y="577596"/>
                  </a:lnTo>
                  <a:lnTo>
                    <a:pt x="1141105" y="624971"/>
                  </a:lnTo>
                  <a:lnTo>
                    <a:pt x="1135519" y="671291"/>
                  </a:lnTo>
                  <a:lnTo>
                    <a:pt x="1126388" y="716407"/>
                  </a:lnTo>
                  <a:lnTo>
                    <a:pt x="1113861" y="760171"/>
                  </a:lnTo>
                  <a:lnTo>
                    <a:pt x="1098083" y="802433"/>
                  </a:lnTo>
                  <a:lnTo>
                    <a:pt x="1079203" y="843046"/>
                  </a:lnTo>
                  <a:lnTo>
                    <a:pt x="1057367" y="881860"/>
                  </a:lnTo>
                  <a:lnTo>
                    <a:pt x="1032723" y="918728"/>
                  </a:lnTo>
                  <a:lnTo>
                    <a:pt x="1005417" y="953500"/>
                  </a:lnTo>
                  <a:lnTo>
                    <a:pt x="975598" y="986028"/>
                  </a:lnTo>
                  <a:lnTo>
                    <a:pt x="943411" y="1016163"/>
                  </a:lnTo>
                  <a:lnTo>
                    <a:pt x="909005" y="1043757"/>
                  </a:lnTo>
                  <a:lnTo>
                    <a:pt x="872525" y="1068661"/>
                  </a:lnTo>
                  <a:lnTo>
                    <a:pt x="834121" y="1090726"/>
                  </a:lnTo>
                  <a:lnTo>
                    <a:pt x="793938" y="1109805"/>
                  </a:lnTo>
                  <a:lnTo>
                    <a:pt x="752124" y="1125748"/>
                  </a:lnTo>
                  <a:lnTo>
                    <a:pt x="708826" y="1138407"/>
                  </a:lnTo>
                  <a:lnTo>
                    <a:pt x="664191" y="1147632"/>
                  </a:lnTo>
                  <a:lnTo>
                    <a:pt x="618367" y="1153277"/>
                  </a:lnTo>
                  <a:lnTo>
                    <a:pt x="571500" y="1155192"/>
                  </a:lnTo>
                  <a:lnTo>
                    <a:pt x="524632" y="1153277"/>
                  </a:lnTo>
                  <a:lnTo>
                    <a:pt x="478808" y="1147632"/>
                  </a:lnTo>
                  <a:lnTo>
                    <a:pt x="434173" y="1138407"/>
                  </a:lnTo>
                  <a:lnTo>
                    <a:pt x="390875" y="1125748"/>
                  </a:lnTo>
                  <a:lnTo>
                    <a:pt x="349061" y="1109805"/>
                  </a:lnTo>
                  <a:lnTo>
                    <a:pt x="308878" y="1090726"/>
                  </a:lnTo>
                  <a:lnTo>
                    <a:pt x="270474" y="1068661"/>
                  </a:lnTo>
                  <a:lnTo>
                    <a:pt x="233994" y="1043757"/>
                  </a:lnTo>
                  <a:lnTo>
                    <a:pt x="199588" y="1016163"/>
                  </a:lnTo>
                  <a:lnTo>
                    <a:pt x="167401" y="986028"/>
                  </a:lnTo>
                  <a:lnTo>
                    <a:pt x="137582" y="953500"/>
                  </a:lnTo>
                  <a:lnTo>
                    <a:pt x="110276" y="918728"/>
                  </a:lnTo>
                  <a:lnTo>
                    <a:pt x="85632" y="881860"/>
                  </a:lnTo>
                  <a:lnTo>
                    <a:pt x="63796" y="843046"/>
                  </a:lnTo>
                  <a:lnTo>
                    <a:pt x="44916" y="802433"/>
                  </a:lnTo>
                  <a:lnTo>
                    <a:pt x="29138" y="760171"/>
                  </a:lnTo>
                  <a:lnTo>
                    <a:pt x="16611" y="716407"/>
                  </a:lnTo>
                  <a:lnTo>
                    <a:pt x="7480" y="671291"/>
                  </a:lnTo>
                  <a:lnTo>
                    <a:pt x="1894" y="624971"/>
                  </a:lnTo>
                  <a:lnTo>
                    <a:pt x="0" y="57759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476622" y="4334332"/>
            <a:ext cx="356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5266182" y="4496308"/>
            <a:ext cx="2280920" cy="85725"/>
          </a:xfrm>
          <a:custGeom>
            <a:avLst/>
            <a:gdLst/>
            <a:ahLst/>
            <a:cxnLst/>
            <a:rect l="l" t="t" r="r" b="b"/>
            <a:pathLst>
              <a:path w="2280920" h="85725">
                <a:moveTo>
                  <a:pt x="2195194" y="0"/>
                </a:moveTo>
                <a:lnTo>
                  <a:pt x="2195067" y="85725"/>
                </a:lnTo>
                <a:lnTo>
                  <a:pt x="2252302" y="57150"/>
                </a:lnTo>
                <a:lnTo>
                  <a:pt x="2209418" y="57150"/>
                </a:lnTo>
                <a:lnTo>
                  <a:pt x="2209418" y="28575"/>
                </a:lnTo>
                <a:lnTo>
                  <a:pt x="2252175" y="28575"/>
                </a:lnTo>
                <a:lnTo>
                  <a:pt x="2195194" y="0"/>
                </a:lnTo>
                <a:close/>
              </a:path>
              <a:path w="2280920" h="85725">
                <a:moveTo>
                  <a:pt x="0" y="27051"/>
                </a:moveTo>
                <a:lnTo>
                  <a:pt x="0" y="55626"/>
                </a:lnTo>
                <a:lnTo>
                  <a:pt x="2209418" y="57150"/>
                </a:lnTo>
                <a:lnTo>
                  <a:pt x="2195110" y="57150"/>
                </a:lnTo>
                <a:lnTo>
                  <a:pt x="2195152" y="28575"/>
                </a:lnTo>
                <a:lnTo>
                  <a:pt x="2209418" y="28575"/>
                </a:lnTo>
                <a:lnTo>
                  <a:pt x="0" y="27051"/>
                </a:lnTo>
                <a:close/>
              </a:path>
              <a:path w="2280920" h="85725">
                <a:moveTo>
                  <a:pt x="2252175" y="28575"/>
                </a:moveTo>
                <a:lnTo>
                  <a:pt x="2209418" y="28575"/>
                </a:lnTo>
                <a:lnTo>
                  <a:pt x="2209418" y="57150"/>
                </a:lnTo>
                <a:lnTo>
                  <a:pt x="2252302" y="57150"/>
                </a:lnTo>
                <a:lnTo>
                  <a:pt x="2280792" y="42926"/>
                </a:lnTo>
                <a:lnTo>
                  <a:pt x="2252175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6301866" y="4081017"/>
            <a:ext cx="19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4360545" y="3443732"/>
            <a:ext cx="704850" cy="560070"/>
          </a:xfrm>
          <a:custGeom>
            <a:avLst/>
            <a:gdLst/>
            <a:ahLst/>
            <a:cxnLst/>
            <a:rect l="l" t="t" r="r" b="b"/>
            <a:pathLst>
              <a:path w="704850" h="560070">
                <a:moveTo>
                  <a:pt x="367156" y="0"/>
                </a:moveTo>
                <a:lnTo>
                  <a:pt x="333375" y="0"/>
                </a:lnTo>
                <a:lnTo>
                  <a:pt x="316610" y="1270"/>
                </a:lnTo>
                <a:lnTo>
                  <a:pt x="266826" y="8890"/>
                </a:lnTo>
                <a:lnTo>
                  <a:pt x="218693" y="22860"/>
                </a:lnTo>
                <a:lnTo>
                  <a:pt x="158368" y="50800"/>
                </a:lnTo>
                <a:lnTo>
                  <a:pt x="130428" y="69850"/>
                </a:lnTo>
                <a:lnTo>
                  <a:pt x="117093" y="78740"/>
                </a:lnTo>
                <a:lnTo>
                  <a:pt x="80390" y="113030"/>
                </a:lnTo>
                <a:lnTo>
                  <a:pt x="49149" y="152400"/>
                </a:lnTo>
                <a:lnTo>
                  <a:pt x="25653" y="194310"/>
                </a:lnTo>
                <a:lnTo>
                  <a:pt x="9778" y="237490"/>
                </a:lnTo>
                <a:lnTo>
                  <a:pt x="1524" y="281940"/>
                </a:lnTo>
                <a:lnTo>
                  <a:pt x="0" y="312420"/>
                </a:lnTo>
                <a:lnTo>
                  <a:pt x="423" y="322580"/>
                </a:lnTo>
                <a:lnTo>
                  <a:pt x="476" y="323850"/>
                </a:lnTo>
                <a:lnTo>
                  <a:pt x="582" y="326390"/>
                </a:lnTo>
                <a:lnTo>
                  <a:pt x="6984" y="372110"/>
                </a:lnTo>
                <a:lnTo>
                  <a:pt x="20574" y="415290"/>
                </a:lnTo>
                <a:lnTo>
                  <a:pt x="41275" y="455930"/>
                </a:lnTo>
                <a:lnTo>
                  <a:pt x="68833" y="495300"/>
                </a:lnTo>
                <a:lnTo>
                  <a:pt x="79501" y="506730"/>
                </a:lnTo>
                <a:lnTo>
                  <a:pt x="90931" y="519430"/>
                </a:lnTo>
                <a:lnTo>
                  <a:pt x="103124" y="529590"/>
                </a:lnTo>
                <a:lnTo>
                  <a:pt x="115950" y="541020"/>
                </a:lnTo>
                <a:lnTo>
                  <a:pt x="129539" y="551180"/>
                </a:lnTo>
                <a:lnTo>
                  <a:pt x="143637" y="560070"/>
                </a:lnTo>
                <a:lnTo>
                  <a:pt x="154431" y="544830"/>
                </a:lnTo>
                <a:lnTo>
                  <a:pt x="140768" y="536055"/>
                </a:lnTo>
                <a:lnTo>
                  <a:pt x="140993" y="536055"/>
                </a:lnTo>
                <a:lnTo>
                  <a:pt x="127634" y="525780"/>
                </a:lnTo>
                <a:lnTo>
                  <a:pt x="128015" y="525780"/>
                </a:lnTo>
                <a:lnTo>
                  <a:pt x="115442" y="515620"/>
                </a:lnTo>
                <a:lnTo>
                  <a:pt x="115824" y="515620"/>
                </a:lnTo>
                <a:lnTo>
                  <a:pt x="104012" y="505460"/>
                </a:lnTo>
                <a:lnTo>
                  <a:pt x="104393" y="505460"/>
                </a:lnTo>
                <a:lnTo>
                  <a:pt x="93344" y="494030"/>
                </a:lnTo>
                <a:lnTo>
                  <a:pt x="93599" y="494030"/>
                </a:lnTo>
                <a:lnTo>
                  <a:pt x="83184" y="482600"/>
                </a:lnTo>
                <a:lnTo>
                  <a:pt x="83565" y="482600"/>
                </a:lnTo>
                <a:lnTo>
                  <a:pt x="73913" y="471170"/>
                </a:lnTo>
                <a:lnTo>
                  <a:pt x="74294" y="471170"/>
                </a:lnTo>
                <a:lnTo>
                  <a:pt x="65404" y="458470"/>
                </a:lnTo>
                <a:lnTo>
                  <a:pt x="65658" y="458470"/>
                </a:lnTo>
                <a:lnTo>
                  <a:pt x="58229" y="447040"/>
                </a:lnTo>
                <a:lnTo>
                  <a:pt x="57657" y="447040"/>
                </a:lnTo>
                <a:lnTo>
                  <a:pt x="50961" y="434340"/>
                </a:lnTo>
                <a:lnTo>
                  <a:pt x="50545" y="434340"/>
                </a:lnTo>
                <a:lnTo>
                  <a:pt x="44426" y="421640"/>
                </a:lnTo>
                <a:lnTo>
                  <a:pt x="44068" y="421640"/>
                </a:lnTo>
                <a:lnTo>
                  <a:pt x="38226" y="407670"/>
                </a:lnTo>
                <a:lnTo>
                  <a:pt x="33146" y="394970"/>
                </a:lnTo>
                <a:lnTo>
                  <a:pt x="33400" y="394970"/>
                </a:lnTo>
                <a:lnTo>
                  <a:pt x="29360" y="382270"/>
                </a:lnTo>
                <a:lnTo>
                  <a:pt x="29082" y="382270"/>
                </a:lnTo>
                <a:lnTo>
                  <a:pt x="25823" y="368300"/>
                </a:lnTo>
                <a:lnTo>
                  <a:pt x="25653" y="368300"/>
                </a:lnTo>
                <a:lnTo>
                  <a:pt x="19661" y="327660"/>
                </a:lnTo>
                <a:lnTo>
                  <a:pt x="19050" y="312420"/>
                </a:lnTo>
                <a:lnTo>
                  <a:pt x="19303" y="298450"/>
                </a:lnTo>
                <a:lnTo>
                  <a:pt x="24764" y="256540"/>
                </a:lnTo>
                <a:lnTo>
                  <a:pt x="31497" y="231616"/>
                </a:lnTo>
                <a:lnTo>
                  <a:pt x="32384" y="228600"/>
                </a:lnTo>
                <a:lnTo>
                  <a:pt x="32619" y="228600"/>
                </a:lnTo>
                <a:lnTo>
                  <a:pt x="38301" y="213314"/>
                </a:lnTo>
                <a:lnTo>
                  <a:pt x="43052" y="201930"/>
                </a:lnTo>
                <a:lnTo>
                  <a:pt x="42799" y="201930"/>
                </a:lnTo>
                <a:lnTo>
                  <a:pt x="49656" y="189230"/>
                </a:lnTo>
                <a:lnTo>
                  <a:pt x="49275" y="189230"/>
                </a:lnTo>
                <a:lnTo>
                  <a:pt x="56895" y="175260"/>
                </a:lnTo>
                <a:lnTo>
                  <a:pt x="57530" y="175260"/>
                </a:lnTo>
                <a:lnTo>
                  <a:pt x="65150" y="162560"/>
                </a:lnTo>
                <a:lnTo>
                  <a:pt x="64769" y="162560"/>
                </a:lnTo>
                <a:lnTo>
                  <a:pt x="74167" y="149860"/>
                </a:lnTo>
                <a:lnTo>
                  <a:pt x="74803" y="149860"/>
                </a:lnTo>
                <a:lnTo>
                  <a:pt x="83946" y="138430"/>
                </a:lnTo>
                <a:lnTo>
                  <a:pt x="83565" y="138430"/>
                </a:lnTo>
                <a:lnTo>
                  <a:pt x="94487" y="125730"/>
                </a:lnTo>
                <a:lnTo>
                  <a:pt x="95249" y="125730"/>
                </a:lnTo>
                <a:lnTo>
                  <a:pt x="105537" y="114300"/>
                </a:lnTo>
                <a:lnTo>
                  <a:pt x="106456" y="114300"/>
                </a:lnTo>
                <a:lnTo>
                  <a:pt x="116733" y="104266"/>
                </a:lnTo>
                <a:lnTo>
                  <a:pt x="118379" y="102870"/>
                </a:lnTo>
                <a:lnTo>
                  <a:pt x="129158" y="93980"/>
                </a:lnTo>
                <a:lnTo>
                  <a:pt x="128777" y="93980"/>
                </a:lnTo>
                <a:lnTo>
                  <a:pt x="141731" y="85090"/>
                </a:lnTo>
                <a:lnTo>
                  <a:pt x="141350" y="85090"/>
                </a:lnTo>
                <a:lnTo>
                  <a:pt x="154685" y="76200"/>
                </a:lnTo>
                <a:lnTo>
                  <a:pt x="154304" y="76200"/>
                </a:lnTo>
                <a:lnTo>
                  <a:pt x="168147" y="67310"/>
                </a:lnTo>
                <a:lnTo>
                  <a:pt x="167766" y="67310"/>
                </a:lnTo>
                <a:lnTo>
                  <a:pt x="181990" y="59690"/>
                </a:lnTo>
                <a:lnTo>
                  <a:pt x="184022" y="59690"/>
                </a:lnTo>
                <a:lnTo>
                  <a:pt x="196087" y="53340"/>
                </a:lnTo>
                <a:lnTo>
                  <a:pt x="195579" y="53340"/>
                </a:lnTo>
                <a:lnTo>
                  <a:pt x="209982" y="47081"/>
                </a:lnTo>
                <a:lnTo>
                  <a:pt x="225425" y="40640"/>
                </a:lnTo>
                <a:lnTo>
                  <a:pt x="228015" y="40640"/>
                </a:lnTo>
                <a:lnTo>
                  <a:pt x="240410" y="35560"/>
                </a:lnTo>
                <a:lnTo>
                  <a:pt x="240029" y="35560"/>
                </a:lnTo>
                <a:lnTo>
                  <a:pt x="255650" y="31750"/>
                </a:lnTo>
                <a:lnTo>
                  <a:pt x="255142" y="31750"/>
                </a:lnTo>
                <a:lnTo>
                  <a:pt x="270784" y="28025"/>
                </a:lnTo>
                <a:lnTo>
                  <a:pt x="270223" y="28025"/>
                </a:lnTo>
                <a:lnTo>
                  <a:pt x="286765" y="25400"/>
                </a:lnTo>
                <a:lnTo>
                  <a:pt x="286384" y="25400"/>
                </a:lnTo>
                <a:lnTo>
                  <a:pt x="302640" y="22860"/>
                </a:lnTo>
                <a:lnTo>
                  <a:pt x="302259" y="22860"/>
                </a:lnTo>
                <a:lnTo>
                  <a:pt x="318144" y="20378"/>
                </a:lnTo>
                <a:lnTo>
                  <a:pt x="317385" y="20378"/>
                </a:lnTo>
                <a:lnTo>
                  <a:pt x="334517" y="19050"/>
                </a:lnTo>
                <a:lnTo>
                  <a:pt x="473862" y="19050"/>
                </a:lnTo>
                <a:lnTo>
                  <a:pt x="467359" y="16510"/>
                </a:lnTo>
                <a:lnTo>
                  <a:pt x="417702" y="5080"/>
                </a:lnTo>
                <a:lnTo>
                  <a:pt x="400938" y="2540"/>
                </a:lnTo>
                <a:lnTo>
                  <a:pt x="367156" y="0"/>
                </a:lnTo>
                <a:close/>
              </a:path>
              <a:path w="704850" h="560070">
                <a:moveTo>
                  <a:pt x="584453" y="481330"/>
                </a:moveTo>
                <a:lnTo>
                  <a:pt x="547624" y="557530"/>
                </a:lnTo>
                <a:lnTo>
                  <a:pt x="631189" y="541020"/>
                </a:lnTo>
                <a:lnTo>
                  <a:pt x="620251" y="527050"/>
                </a:lnTo>
                <a:lnTo>
                  <a:pt x="603884" y="527050"/>
                </a:lnTo>
                <a:lnTo>
                  <a:pt x="591819" y="511810"/>
                </a:lnTo>
                <a:lnTo>
                  <a:pt x="602041" y="503792"/>
                </a:lnTo>
                <a:lnTo>
                  <a:pt x="584453" y="481330"/>
                </a:lnTo>
                <a:close/>
              </a:path>
              <a:path w="704850" h="560070">
                <a:moveTo>
                  <a:pt x="140993" y="536055"/>
                </a:moveTo>
                <a:lnTo>
                  <a:pt x="140768" y="536055"/>
                </a:lnTo>
                <a:lnTo>
                  <a:pt x="142127" y="536927"/>
                </a:lnTo>
                <a:lnTo>
                  <a:pt x="140993" y="536055"/>
                </a:lnTo>
                <a:close/>
              </a:path>
              <a:path w="704850" h="560070">
                <a:moveTo>
                  <a:pt x="602041" y="503792"/>
                </a:moveTo>
                <a:lnTo>
                  <a:pt x="591819" y="511810"/>
                </a:lnTo>
                <a:lnTo>
                  <a:pt x="603884" y="527050"/>
                </a:lnTo>
                <a:lnTo>
                  <a:pt x="613716" y="518702"/>
                </a:lnTo>
                <a:lnTo>
                  <a:pt x="602041" y="503792"/>
                </a:lnTo>
                <a:close/>
              </a:path>
              <a:path w="704850" h="560070">
                <a:moveTo>
                  <a:pt x="613716" y="518702"/>
                </a:moveTo>
                <a:lnTo>
                  <a:pt x="603884" y="527050"/>
                </a:lnTo>
                <a:lnTo>
                  <a:pt x="620251" y="527050"/>
                </a:lnTo>
                <a:lnTo>
                  <a:pt x="613716" y="518702"/>
                </a:lnTo>
                <a:close/>
              </a:path>
              <a:path w="704850" h="560070">
                <a:moveTo>
                  <a:pt x="648207" y="444500"/>
                </a:moveTo>
                <a:lnTo>
                  <a:pt x="639826" y="458470"/>
                </a:lnTo>
                <a:lnTo>
                  <a:pt x="640079" y="458470"/>
                </a:lnTo>
                <a:lnTo>
                  <a:pt x="630808" y="471170"/>
                </a:lnTo>
                <a:lnTo>
                  <a:pt x="631063" y="471170"/>
                </a:lnTo>
                <a:lnTo>
                  <a:pt x="621029" y="482600"/>
                </a:lnTo>
                <a:lnTo>
                  <a:pt x="621410" y="482600"/>
                </a:lnTo>
                <a:lnTo>
                  <a:pt x="603757" y="501650"/>
                </a:lnTo>
                <a:lnTo>
                  <a:pt x="604774" y="501650"/>
                </a:lnTo>
                <a:lnTo>
                  <a:pt x="602041" y="503792"/>
                </a:lnTo>
                <a:lnTo>
                  <a:pt x="613716" y="518702"/>
                </a:lnTo>
                <a:lnTo>
                  <a:pt x="617346" y="515620"/>
                </a:lnTo>
                <a:lnTo>
                  <a:pt x="635762" y="495300"/>
                </a:lnTo>
                <a:lnTo>
                  <a:pt x="646176" y="482600"/>
                </a:lnTo>
                <a:lnTo>
                  <a:pt x="655701" y="468630"/>
                </a:lnTo>
                <a:lnTo>
                  <a:pt x="664463" y="454660"/>
                </a:lnTo>
                <a:lnTo>
                  <a:pt x="669393" y="445770"/>
                </a:lnTo>
                <a:lnTo>
                  <a:pt x="647953" y="445770"/>
                </a:lnTo>
                <a:lnTo>
                  <a:pt x="648207" y="444500"/>
                </a:lnTo>
                <a:close/>
              </a:path>
              <a:path w="704850" h="560070">
                <a:moveTo>
                  <a:pt x="57403" y="445770"/>
                </a:moveTo>
                <a:lnTo>
                  <a:pt x="57657" y="447040"/>
                </a:lnTo>
                <a:lnTo>
                  <a:pt x="58229" y="447040"/>
                </a:lnTo>
                <a:lnTo>
                  <a:pt x="57403" y="445770"/>
                </a:lnTo>
                <a:close/>
              </a:path>
              <a:path w="704850" h="560070">
                <a:moveTo>
                  <a:pt x="667765" y="405130"/>
                </a:moveTo>
                <a:lnTo>
                  <a:pt x="661924" y="419100"/>
                </a:lnTo>
                <a:lnTo>
                  <a:pt x="662177" y="419100"/>
                </a:lnTo>
                <a:lnTo>
                  <a:pt x="655319" y="431800"/>
                </a:lnTo>
                <a:lnTo>
                  <a:pt x="647953" y="445770"/>
                </a:lnTo>
                <a:lnTo>
                  <a:pt x="669393" y="445770"/>
                </a:lnTo>
                <a:lnTo>
                  <a:pt x="672210" y="440690"/>
                </a:lnTo>
                <a:lnTo>
                  <a:pt x="679322" y="426720"/>
                </a:lnTo>
                <a:lnTo>
                  <a:pt x="685418" y="412750"/>
                </a:lnTo>
                <a:lnTo>
                  <a:pt x="687641" y="406400"/>
                </a:lnTo>
                <a:lnTo>
                  <a:pt x="667638" y="406400"/>
                </a:lnTo>
                <a:lnTo>
                  <a:pt x="667765" y="405130"/>
                </a:lnTo>
                <a:close/>
              </a:path>
              <a:path w="704850" h="560070">
                <a:moveTo>
                  <a:pt x="50291" y="433070"/>
                </a:moveTo>
                <a:lnTo>
                  <a:pt x="50545" y="434340"/>
                </a:lnTo>
                <a:lnTo>
                  <a:pt x="50961" y="434340"/>
                </a:lnTo>
                <a:lnTo>
                  <a:pt x="50291" y="433070"/>
                </a:lnTo>
                <a:close/>
              </a:path>
              <a:path w="704850" h="560070">
                <a:moveTo>
                  <a:pt x="43814" y="420370"/>
                </a:moveTo>
                <a:lnTo>
                  <a:pt x="44068" y="421640"/>
                </a:lnTo>
                <a:lnTo>
                  <a:pt x="44426" y="421640"/>
                </a:lnTo>
                <a:lnTo>
                  <a:pt x="43814" y="420370"/>
                </a:lnTo>
                <a:close/>
              </a:path>
              <a:path w="704850" h="560070">
                <a:moveTo>
                  <a:pt x="672718" y="391160"/>
                </a:moveTo>
                <a:lnTo>
                  <a:pt x="667638" y="406400"/>
                </a:lnTo>
                <a:lnTo>
                  <a:pt x="687641" y="406400"/>
                </a:lnTo>
                <a:lnTo>
                  <a:pt x="690752" y="397510"/>
                </a:lnTo>
                <a:lnTo>
                  <a:pt x="692369" y="392430"/>
                </a:lnTo>
                <a:lnTo>
                  <a:pt x="672591" y="392430"/>
                </a:lnTo>
                <a:lnTo>
                  <a:pt x="672718" y="391160"/>
                </a:lnTo>
                <a:close/>
              </a:path>
              <a:path w="704850" h="560070">
                <a:moveTo>
                  <a:pt x="701272" y="266700"/>
                </a:moveTo>
                <a:lnTo>
                  <a:pt x="682116" y="266700"/>
                </a:lnTo>
                <a:lnTo>
                  <a:pt x="684149" y="280670"/>
                </a:lnTo>
                <a:lnTo>
                  <a:pt x="685303" y="293370"/>
                </a:lnTo>
                <a:lnTo>
                  <a:pt x="685418" y="294640"/>
                </a:lnTo>
                <a:lnTo>
                  <a:pt x="685800" y="308610"/>
                </a:lnTo>
                <a:lnTo>
                  <a:pt x="685545" y="322580"/>
                </a:lnTo>
                <a:lnTo>
                  <a:pt x="679640" y="366818"/>
                </a:lnTo>
                <a:lnTo>
                  <a:pt x="672591" y="392430"/>
                </a:lnTo>
                <a:lnTo>
                  <a:pt x="692369" y="392430"/>
                </a:lnTo>
                <a:lnTo>
                  <a:pt x="701547" y="353060"/>
                </a:lnTo>
                <a:lnTo>
                  <a:pt x="704786" y="312420"/>
                </a:lnTo>
                <a:lnTo>
                  <a:pt x="704850" y="308610"/>
                </a:lnTo>
                <a:lnTo>
                  <a:pt x="704511" y="298450"/>
                </a:lnTo>
                <a:lnTo>
                  <a:pt x="704384" y="294640"/>
                </a:lnTo>
                <a:lnTo>
                  <a:pt x="704341" y="293370"/>
                </a:lnTo>
                <a:lnTo>
                  <a:pt x="703302" y="281940"/>
                </a:lnTo>
                <a:lnTo>
                  <a:pt x="703187" y="280670"/>
                </a:lnTo>
                <a:lnTo>
                  <a:pt x="703071" y="279400"/>
                </a:lnTo>
                <a:lnTo>
                  <a:pt x="701272" y="266700"/>
                </a:lnTo>
                <a:close/>
              </a:path>
              <a:path w="704850" h="560070">
                <a:moveTo>
                  <a:pt x="28955" y="381000"/>
                </a:moveTo>
                <a:lnTo>
                  <a:pt x="29082" y="382270"/>
                </a:lnTo>
                <a:lnTo>
                  <a:pt x="29360" y="382270"/>
                </a:lnTo>
                <a:lnTo>
                  <a:pt x="28955" y="381000"/>
                </a:lnTo>
                <a:close/>
              </a:path>
              <a:path w="704850" h="560070">
                <a:moveTo>
                  <a:pt x="25526" y="367030"/>
                </a:moveTo>
                <a:lnTo>
                  <a:pt x="25653" y="368300"/>
                </a:lnTo>
                <a:lnTo>
                  <a:pt x="25823" y="368300"/>
                </a:lnTo>
                <a:lnTo>
                  <a:pt x="25526" y="367030"/>
                </a:lnTo>
                <a:close/>
              </a:path>
              <a:path w="704850" h="560070">
                <a:moveTo>
                  <a:pt x="698722" y="252730"/>
                </a:moveTo>
                <a:lnTo>
                  <a:pt x="679322" y="252730"/>
                </a:lnTo>
                <a:lnTo>
                  <a:pt x="679445" y="253981"/>
                </a:lnTo>
                <a:lnTo>
                  <a:pt x="679828" y="255486"/>
                </a:lnTo>
                <a:lnTo>
                  <a:pt x="682116" y="267970"/>
                </a:lnTo>
                <a:lnTo>
                  <a:pt x="682116" y="266700"/>
                </a:lnTo>
                <a:lnTo>
                  <a:pt x="701272" y="266700"/>
                </a:lnTo>
                <a:lnTo>
                  <a:pt x="700913" y="264160"/>
                </a:lnTo>
                <a:lnTo>
                  <a:pt x="698962" y="253981"/>
                </a:lnTo>
                <a:lnTo>
                  <a:pt x="698838" y="253338"/>
                </a:lnTo>
                <a:lnTo>
                  <a:pt x="698722" y="252730"/>
                </a:lnTo>
                <a:close/>
              </a:path>
              <a:path w="704850" h="560070">
                <a:moveTo>
                  <a:pt x="681574" y="199390"/>
                </a:moveTo>
                <a:lnTo>
                  <a:pt x="660907" y="199390"/>
                </a:lnTo>
                <a:lnTo>
                  <a:pt x="666643" y="213105"/>
                </a:lnTo>
                <a:lnTo>
                  <a:pt x="666604" y="213314"/>
                </a:lnTo>
                <a:lnTo>
                  <a:pt x="671702" y="226060"/>
                </a:lnTo>
                <a:lnTo>
                  <a:pt x="675893" y="240030"/>
                </a:lnTo>
                <a:lnTo>
                  <a:pt x="679445" y="253981"/>
                </a:lnTo>
                <a:lnTo>
                  <a:pt x="679322" y="252730"/>
                </a:lnTo>
                <a:lnTo>
                  <a:pt x="698722" y="252730"/>
                </a:lnTo>
                <a:lnTo>
                  <a:pt x="697991" y="248920"/>
                </a:lnTo>
                <a:lnTo>
                  <a:pt x="694181" y="234950"/>
                </a:lnTo>
                <a:lnTo>
                  <a:pt x="689609" y="219710"/>
                </a:lnTo>
                <a:lnTo>
                  <a:pt x="684402" y="205740"/>
                </a:lnTo>
                <a:lnTo>
                  <a:pt x="681574" y="199390"/>
                </a:lnTo>
                <a:close/>
              </a:path>
              <a:path w="704850" h="560070">
                <a:moveTo>
                  <a:pt x="32619" y="228600"/>
                </a:moveTo>
                <a:lnTo>
                  <a:pt x="32384" y="228600"/>
                </a:lnTo>
                <a:lnTo>
                  <a:pt x="31480" y="231616"/>
                </a:lnTo>
                <a:lnTo>
                  <a:pt x="32619" y="228600"/>
                </a:lnTo>
                <a:close/>
              </a:path>
              <a:path w="704850" h="560070">
                <a:moveTo>
                  <a:pt x="675686" y="186690"/>
                </a:moveTo>
                <a:lnTo>
                  <a:pt x="654430" y="186690"/>
                </a:lnTo>
                <a:lnTo>
                  <a:pt x="661034" y="200660"/>
                </a:lnTo>
                <a:lnTo>
                  <a:pt x="660907" y="199390"/>
                </a:lnTo>
                <a:lnTo>
                  <a:pt x="681574" y="199390"/>
                </a:lnTo>
                <a:lnTo>
                  <a:pt x="678179" y="191770"/>
                </a:lnTo>
                <a:lnTo>
                  <a:pt x="675686" y="186690"/>
                </a:lnTo>
                <a:close/>
              </a:path>
              <a:path w="704850" h="560070">
                <a:moveTo>
                  <a:pt x="669035" y="173990"/>
                </a:moveTo>
                <a:lnTo>
                  <a:pt x="647191" y="173990"/>
                </a:lnTo>
                <a:lnTo>
                  <a:pt x="654684" y="187960"/>
                </a:lnTo>
                <a:lnTo>
                  <a:pt x="654430" y="186690"/>
                </a:lnTo>
                <a:lnTo>
                  <a:pt x="675686" y="186690"/>
                </a:lnTo>
                <a:lnTo>
                  <a:pt x="671321" y="177800"/>
                </a:lnTo>
                <a:lnTo>
                  <a:pt x="669035" y="173990"/>
                </a:lnTo>
                <a:close/>
              </a:path>
              <a:path w="704850" h="560070">
                <a:moveTo>
                  <a:pt x="57530" y="175260"/>
                </a:moveTo>
                <a:lnTo>
                  <a:pt x="56895" y="175260"/>
                </a:lnTo>
                <a:lnTo>
                  <a:pt x="56768" y="176530"/>
                </a:lnTo>
                <a:lnTo>
                  <a:pt x="57530" y="175260"/>
                </a:lnTo>
                <a:close/>
              </a:path>
              <a:path w="704850" h="560070">
                <a:moveTo>
                  <a:pt x="594656" y="85090"/>
                </a:moveTo>
                <a:lnTo>
                  <a:pt x="564006" y="85090"/>
                </a:lnTo>
                <a:lnTo>
                  <a:pt x="577341" y="95250"/>
                </a:lnTo>
                <a:lnTo>
                  <a:pt x="576960" y="95250"/>
                </a:lnTo>
                <a:lnTo>
                  <a:pt x="589533" y="105410"/>
                </a:lnTo>
                <a:lnTo>
                  <a:pt x="589152" y="105410"/>
                </a:lnTo>
                <a:lnTo>
                  <a:pt x="600963" y="115570"/>
                </a:lnTo>
                <a:lnTo>
                  <a:pt x="600582" y="115570"/>
                </a:lnTo>
                <a:lnTo>
                  <a:pt x="611631" y="127000"/>
                </a:lnTo>
                <a:lnTo>
                  <a:pt x="611251" y="127000"/>
                </a:lnTo>
                <a:lnTo>
                  <a:pt x="621664" y="138430"/>
                </a:lnTo>
                <a:lnTo>
                  <a:pt x="621410" y="138430"/>
                </a:lnTo>
                <a:lnTo>
                  <a:pt x="631063" y="149860"/>
                </a:lnTo>
                <a:lnTo>
                  <a:pt x="630681" y="149860"/>
                </a:lnTo>
                <a:lnTo>
                  <a:pt x="639571" y="162560"/>
                </a:lnTo>
                <a:lnTo>
                  <a:pt x="639317" y="162560"/>
                </a:lnTo>
                <a:lnTo>
                  <a:pt x="647445" y="175260"/>
                </a:lnTo>
                <a:lnTo>
                  <a:pt x="647191" y="173990"/>
                </a:lnTo>
                <a:lnTo>
                  <a:pt x="669035" y="173990"/>
                </a:lnTo>
                <a:lnTo>
                  <a:pt x="646049" y="138430"/>
                </a:lnTo>
                <a:lnTo>
                  <a:pt x="614044" y="102870"/>
                </a:lnTo>
                <a:lnTo>
                  <a:pt x="601852" y="91440"/>
                </a:lnTo>
                <a:lnTo>
                  <a:pt x="594656" y="85090"/>
                </a:lnTo>
                <a:close/>
              </a:path>
              <a:path w="704850" h="560070">
                <a:moveTo>
                  <a:pt x="74803" y="149860"/>
                </a:moveTo>
                <a:lnTo>
                  <a:pt x="74167" y="149860"/>
                </a:lnTo>
                <a:lnTo>
                  <a:pt x="73787" y="151130"/>
                </a:lnTo>
                <a:lnTo>
                  <a:pt x="74803" y="149860"/>
                </a:lnTo>
                <a:close/>
              </a:path>
              <a:path w="704850" h="560070">
                <a:moveTo>
                  <a:pt x="95249" y="125730"/>
                </a:moveTo>
                <a:lnTo>
                  <a:pt x="94487" y="125730"/>
                </a:lnTo>
                <a:lnTo>
                  <a:pt x="94106" y="127000"/>
                </a:lnTo>
                <a:lnTo>
                  <a:pt x="95249" y="125730"/>
                </a:lnTo>
                <a:close/>
              </a:path>
              <a:path w="704850" h="560070">
                <a:moveTo>
                  <a:pt x="106456" y="114300"/>
                </a:moveTo>
                <a:lnTo>
                  <a:pt x="105537" y="114300"/>
                </a:lnTo>
                <a:lnTo>
                  <a:pt x="105155" y="115570"/>
                </a:lnTo>
                <a:lnTo>
                  <a:pt x="106456" y="114300"/>
                </a:lnTo>
                <a:close/>
              </a:path>
              <a:path w="704850" h="560070">
                <a:moveTo>
                  <a:pt x="118420" y="102870"/>
                </a:moveTo>
                <a:lnTo>
                  <a:pt x="116711" y="104266"/>
                </a:lnTo>
                <a:lnTo>
                  <a:pt x="116961" y="104266"/>
                </a:lnTo>
                <a:lnTo>
                  <a:pt x="118420" y="102870"/>
                </a:lnTo>
                <a:close/>
              </a:path>
              <a:path w="704850" h="560070">
                <a:moveTo>
                  <a:pt x="490788" y="45120"/>
                </a:moveTo>
                <a:lnTo>
                  <a:pt x="507745" y="52070"/>
                </a:lnTo>
                <a:lnTo>
                  <a:pt x="507238" y="52070"/>
                </a:lnTo>
                <a:lnTo>
                  <a:pt x="522350" y="59690"/>
                </a:lnTo>
                <a:lnTo>
                  <a:pt x="521969" y="59690"/>
                </a:lnTo>
                <a:lnTo>
                  <a:pt x="536828" y="67310"/>
                </a:lnTo>
                <a:lnTo>
                  <a:pt x="536447" y="67310"/>
                </a:lnTo>
                <a:lnTo>
                  <a:pt x="550926" y="76200"/>
                </a:lnTo>
                <a:lnTo>
                  <a:pt x="550544" y="76200"/>
                </a:lnTo>
                <a:lnTo>
                  <a:pt x="564388" y="86360"/>
                </a:lnTo>
                <a:lnTo>
                  <a:pt x="564006" y="85090"/>
                </a:lnTo>
                <a:lnTo>
                  <a:pt x="594656" y="85090"/>
                </a:lnTo>
                <a:lnTo>
                  <a:pt x="588899" y="80010"/>
                </a:lnTo>
                <a:lnTo>
                  <a:pt x="575309" y="69850"/>
                </a:lnTo>
                <a:lnTo>
                  <a:pt x="561085" y="60960"/>
                </a:lnTo>
                <a:lnTo>
                  <a:pt x="546226" y="50800"/>
                </a:lnTo>
                <a:lnTo>
                  <a:pt x="536066" y="45720"/>
                </a:lnTo>
                <a:lnTo>
                  <a:pt x="492632" y="45720"/>
                </a:lnTo>
                <a:lnTo>
                  <a:pt x="490788" y="45120"/>
                </a:lnTo>
                <a:close/>
              </a:path>
              <a:path w="704850" h="560070">
                <a:moveTo>
                  <a:pt x="184022" y="59690"/>
                </a:moveTo>
                <a:lnTo>
                  <a:pt x="181990" y="59690"/>
                </a:lnTo>
                <a:lnTo>
                  <a:pt x="181609" y="60960"/>
                </a:lnTo>
                <a:lnTo>
                  <a:pt x="184022" y="59690"/>
                </a:lnTo>
                <a:close/>
              </a:path>
              <a:path w="704850" h="560070">
                <a:moveTo>
                  <a:pt x="219354" y="43180"/>
                </a:moveTo>
                <a:lnTo>
                  <a:pt x="209973" y="47081"/>
                </a:lnTo>
                <a:lnTo>
                  <a:pt x="210224" y="47081"/>
                </a:lnTo>
                <a:lnTo>
                  <a:pt x="219354" y="43180"/>
                </a:lnTo>
                <a:close/>
              </a:path>
              <a:path w="704850" h="560070">
                <a:moveTo>
                  <a:pt x="444590" y="30025"/>
                </a:moveTo>
                <a:lnTo>
                  <a:pt x="462025" y="35560"/>
                </a:lnTo>
                <a:lnTo>
                  <a:pt x="461644" y="35560"/>
                </a:lnTo>
                <a:lnTo>
                  <a:pt x="477392" y="40640"/>
                </a:lnTo>
                <a:lnTo>
                  <a:pt x="477012" y="40640"/>
                </a:lnTo>
                <a:lnTo>
                  <a:pt x="492632" y="45720"/>
                </a:lnTo>
                <a:lnTo>
                  <a:pt x="536066" y="45720"/>
                </a:lnTo>
                <a:lnTo>
                  <a:pt x="515492" y="35560"/>
                </a:lnTo>
                <a:lnTo>
                  <a:pt x="504909" y="30480"/>
                </a:lnTo>
                <a:lnTo>
                  <a:pt x="446531" y="30480"/>
                </a:lnTo>
                <a:lnTo>
                  <a:pt x="444590" y="30025"/>
                </a:lnTo>
                <a:close/>
              </a:path>
              <a:path w="704850" h="560070">
                <a:moveTo>
                  <a:pt x="228015" y="40640"/>
                </a:moveTo>
                <a:lnTo>
                  <a:pt x="225425" y="40640"/>
                </a:lnTo>
                <a:lnTo>
                  <a:pt x="224916" y="41910"/>
                </a:lnTo>
                <a:lnTo>
                  <a:pt x="228015" y="40640"/>
                </a:lnTo>
                <a:close/>
              </a:path>
              <a:path w="704850" h="560070">
                <a:moveTo>
                  <a:pt x="240971" y="35330"/>
                </a:moveTo>
                <a:lnTo>
                  <a:pt x="240029" y="35560"/>
                </a:lnTo>
                <a:lnTo>
                  <a:pt x="240410" y="35560"/>
                </a:lnTo>
                <a:lnTo>
                  <a:pt x="240971" y="35330"/>
                </a:lnTo>
                <a:close/>
              </a:path>
              <a:path w="704850" h="560070">
                <a:moveTo>
                  <a:pt x="406590" y="22860"/>
                </a:moveTo>
                <a:lnTo>
                  <a:pt x="430285" y="26611"/>
                </a:lnTo>
                <a:lnTo>
                  <a:pt x="430637" y="26754"/>
                </a:lnTo>
                <a:lnTo>
                  <a:pt x="446532" y="30480"/>
                </a:lnTo>
                <a:lnTo>
                  <a:pt x="504909" y="30480"/>
                </a:lnTo>
                <a:lnTo>
                  <a:pt x="499796" y="28025"/>
                </a:lnTo>
                <a:lnTo>
                  <a:pt x="487616" y="24130"/>
                </a:lnTo>
                <a:lnTo>
                  <a:pt x="414781" y="24130"/>
                </a:lnTo>
                <a:lnTo>
                  <a:pt x="406590" y="22860"/>
                </a:lnTo>
                <a:close/>
              </a:path>
              <a:path w="704850" h="560070">
                <a:moveTo>
                  <a:pt x="430285" y="26611"/>
                </a:moveTo>
                <a:lnTo>
                  <a:pt x="430028" y="26611"/>
                </a:lnTo>
                <a:lnTo>
                  <a:pt x="430637" y="26754"/>
                </a:lnTo>
                <a:lnTo>
                  <a:pt x="430285" y="26611"/>
                </a:lnTo>
                <a:close/>
              </a:path>
              <a:path w="704850" h="560070">
                <a:moveTo>
                  <a:pt x="473862" y="19050"/>
                </a:moveTo>
                <a:lnTo>
                  <a:pt x="366267" y="19050"/>
                </a:lnTo>
                <a:lnTo>
                  <a:pt x="383533" y="20378"/>
                </a:lnTo>
                <a:lnTo>
                  <a:pt x="383146" y="20378"/>
                </a:lnTo>
                <a:lnTo>
                  <a:pt x="399524" y="21647"/>
                </a:lnTo>
                <a:lnTo>
                  <a:pt x="398771" y="21647"/>
                </a:lnTo>
                <a:lnTo>
                  <a:pt x="414781" y="24130"/>
                </a:lnTo>
                <a:lnTo>
                  <a:pt x="487616" y="24130"/>
                </a:lnTo>
                <a:lnTo>
                  <a:pt x="483615" y="22860"/>
                </a:lnTo>
                <a:lnTo>
                  <a:pt x="473862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4517516" y="3044393"/>
            <a:ext cx="426084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0,1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3504438" y="3443732"/>
            <a:ext cx="5190490" cy="1677670"/>
            <a:chOff x="3504438" y="3443732"/>
            <a:chExt cx="5190490" cy="1677670"/>
          </a:xfrm>
        </p:grpSpPr>
        <p:sp>
          <p:nvSpPr>
            <p:cNvPr id="18" name="object 18" descr=""/>
            <p:cNvSpPr/>
            <p:nvPr/>
          </p:nvSpPr>
          <p:spPr>
            <a:xfrm>
              <a:off x="3504438" y="3443731"/>
              <a:ext cx="4965700" cy="1137285"/>
            </a:xfrm>
            <a:custGeom>
              <a:avLst/>
              <a:gdLst/>
              <a:ahLst/>
              <a:cxnLst/>
              <a:rect l="l" t="t" r="r" b="b"/>
              <a:pathLst>
                <a:path w="4965700" h="1137285">
                  <a:moveTo>
                    <a:pt x="617601" y="1093978"/>
                  </a:moveTo>
                  <a:lnTo>
                    <a:pt x="588937" y="1079627"/>
                  </a:lnTo>
                  <a:lnTo>
                    <a:pt x="531876" y="1051052"/>
                  </a:lnTo>
                  <a:lnTo>
                    <a:pt x="531876" y="1079627"/>
                  </a:lnTo>
                  <a:lnTo>
                    <a:pt x="0" y="1079627"/>
                  </a:lnTo>
                  <a:lnTo>
                    <a:pt x="0" y="1108202"/>
                  </a:lnTo>
                  <a:lnTo>
                    <a:pt x="531876" y="1108202"/>
                  </a:lnTo>
                  <a:lnTo>
                    <a:pt x="531876" y="1136777"/>
                  </a:lnTo>
                  <a:lnTo>
                    <a:pt x="589102" y="1108202"/>
                  </a:lnTo>
                  <a:lnTo>
                    <a:pt x="617601" y="1093978"/>
                  </a:lnTo>
                  <a:close/>
                </a:path>
                <a:path w="4965700" h="1137285">
                  <a:moveTo>
                    <a:pt x="4965573" y="308610"/>
                  </a:moveTo>
                  <a:lnTo>
                    <a:pt x="4965230" y="298450"/>
                  </a:lnTo>
                  <a:lnTo>
                    <a:pt x="4965103" y="294640"/>
                  </a:lnTo>
                  <a:lnTo>
                    <a:pt x="4965065" y="293370"/>
                  </a:lnTo>
                  <a:lnTo>
                    <a:pt x="4964023" y="281940"/>
                  </a:lnTo>
                  <a:lnTo>
                    <a:pt x="4963909" y="280670"/>
                  </a:lnTo>
                  <a:lnTo>
                    <a:pt x="4963795" y="279400"/>
                  </a:lnTo>
                  <a:lnTo>
                    <a:pt x="4961991" y="266700"/>
                  </a:lnTo>
                  <a:lnTo>
                    <a:pt x="4961636" y="264160"/>
                  </a:lnTo>
                  <a:lnTo>
                    <a:pt x="4959680" y="253987"/>
                  </a:lnTo>
                  <a:lnTo>
                    <a:pt x="4959553" y="253339"/>
                  </a:lnTo>
                  <a:lnTo>
                    <a:pt x="4959439" y="252730"/>
                  </a:lnTo>
                  <a:lnTo>
                    <a:pt x="4945126" y="205740"/>
                  </a:lnTo>
                  <a:lnTo>
                    <a:pt x="4942294" y="199390"/>
                  </a:lnTo>
                  <a:lnTo>
                    <a:pt x="4938903" y="191770"/>
                  </a:lnTo>
                  <a:lnTo>
                    <a:pt x="4936401" y="186690"/>
                  </a:lnTo>
                  <a:lnTo>
                    <a:pt x="4932045" y="177800"/>
                  </a:lnTo>
                  <a:lnTo>
                    <a:pt x="4929759" y="173990"/>
                  </a:lnTo>
                  <a:lnTo>
                    <a:pt x="4906772" y="138430"/>
                  </a:lnTo>
                  <a:lnTo>
                    <a:pt x="4874768" y="102870"/>
                  </a:lnTo>
                  <a:lnTo>
                    <a:pt x="4855375" y="85090"/>
                  </a:lnTo>
                  <a:lnTo>
                    <a:pt x="4849622" y="80010"/>
                  </a:lnTo>
                  <a:lnTo>
                    <a:pt x="4836033" y="69850"/>
                  </a:lnTo>
                  <a:lnTo>
                    <a:pt x="4821809" y="60960"/>
                  </a:lnTo>
                  <a:lnTo>
                    <a:pt x="4806950" y="50800"/>
                  </a:lnTo>
                  <a:lnTo>
                    <a:pt x="4796790" y="45720"/>
                  </a:lnTo>
                  <a:lnTo>
                    <a:pt x="4776216" y="35560"/>
                  </a:lnTo>
                  <a:lnTo>
                    <a:pt x="4765624" y="30480"/>
                  </a:lnTo>
                  <a:lnTo>
                    <a:pt x="4760519" y="28028"/>
                  </a:lnTo>
                  <a:lnTo>
                    <a:pt x="4748339" y="24130"/>
                  </a:lnTo>
                  <a:lnTo>
                    <a:pt x="4744339" y="22860"/>
                  </a:lnTo>
                  <a:lnTo>
                    <a:pt x="4734585" y="19050"/>
                  </a:lnTo>
                  <a:lnTo>
                    <a:pt x="4728083" y="16510"/>
                  </a:lnTo>
                  <a:lnTo>
                    <a:pt x="4678426" y="5080"/>
                  </a:lnTo>
                  <a:lnTo>
                    <a:pt x="4661662" y="2540"/>
                  </a:lnTo>
                  <a:lnTo>
                    <a:pt x="4627880" y="0"/>
                  </a:lnTo>
                  <a:lnTo>
                    <a:pt x="4594098" y="0"/>
                  </a:lnTo>
                  <a:lnTo>
                    <a:pt x="4527550" y="8890"/>
                  </a:lnTo>
                  <a:lnTo>
                    <a:pt x="4479417" y="22860"/>
                  </a:lnTo>
                  <a:lnTo>
                    <a:pt x="4419092" y="50800"/>
                  </a:lnTo>
                  <a:lnTo>
                    <a:pt x="4391152" y="69850"/>
                  </a:lnTo>
                  <a:lnTo>
                    <a:pt x="4377817" y="78740"/>
                  </a:lnTo>
                  <a:lnTo>
                    <a:pt x="4341114" y="113030"/>
                  </a:lnTo>
                  <a:lnTo>
                    <a:pt x="4309872" y="152400"/>
                  </a:lnTo>
                  <a:lnTo>
                    <a:pt x="4286377" y="194310"/>
                  </a:lnTo>
                  <a:lnTo>
                    <a:pt x="4270502" y="237490"/>
                  </a:lnTo>
                  <a:lnTo>
                    <a:pt x="4262247" y="281940"/>
                  </a:lnTo>
                  <a:lnTo>
                    <a:pt x="4260786" y="308610"/>
                  </a:lnTo>
                  <a:lnTo>
                    <a:pt x="4260723" y="312420"/>
                  </a:lnTo>
                  <a:lnTo>
                    <a:pt x="4261142" y="322580"/>
                  </a:lnTo>
                  <a:lnTo>
                    <a:pt x="4261193" y="323850"/>
                  </a:lnTo>
                  <a:lnTo>
                    <a:pt x="4261294" y="326390"/>
                  </a:lnTo>
                  <a:lnTo>
                    <a:pt x="4267708" y="372110"/>
                  </a:lnTo>
                  <a:lnTo>
                    <a:pt x="4281297" y="415290"/>
                  </a:lnTo>
                  <a:lnTo>
                    <a:pt x="4301998" y="455930"/>
                  </a:lnTo>
                  <a:lnTo>
                    <a:pt x="4329557" y="495300"/>
                  </a:lnTo>
                  <a:lnTo>
                    <a:pt x="4340225" y="506730"/>
                  </a:lnTo>
                  <a:lnTo>
                    <a:pt x="4351655" y="519430"/>
                  </a:lnTo>
                  <a:lnTo>
                    <a:pt x="4363847" y="529590"/>
                  </a:lnTo>
                  <a:lnTo>
                    <a:pt x="4376674" y="541020"/>
                  </a:lnTo>
                  <a:lnTo>
                    <a:pt x="4390263" y="551180"/>
                  </a:lnTo>
                  <a:lnTo>
                    <a:pt x="4404360" y="560070"/>
                  </a:lnTo>
                  <a:lnTo>
                    <a:pt x="4415155" y="544830"/>
                  </a:lnTo>
                  <a:lnTo>
                    <a:pt x="4401490" y="536067"/>
                  </a:lnTo>
                  <a:lnTo>
                    <a:pt x="4402848" y="536930"/>
                  </a:lnTo>
                  <a:lnTo>
                    <a:pt x="4401705" y="536067"/>
                  </a:lnTo>
                  <a:lnTo>
                    <a:pt x="4388358" y="525780"/>
                  </a:lnTo>
                  <a:lnTo>
                    <a:pt x="4388739" y="525780"/>
                  </a:lnTo>
                  <a:lnTo>
                    <a:pt x="4376166" y="515620"/>
                  </a:lnTo>
                  <a:lnTo>
                    <a:pt x="4376547" y="515620"/>
                  </a:lnTo>
                  <a:lnTo>
                    <a:pt x="4364736" y="505460"/>
                  </a:lnTo>
                  <a:lnTo>
                    <a:pt x="4365117" y="505460"/>
                  </a:lnTo>
                  <a:lnTo>
                    <a:pt x="4354068" y="494030"/>
                  </a:lnTo>
                  <a:lnTo>
                    <a:pt x="4354322" y="494030"/>
                  </a:lnTo>
                  <a:lnTo>
                    <a:pt x="4343908" y="482600"/>
                  </a:lnTo>
                  <a:lnTo>
                    <a:pt x="4344289" y="482600"/>
                  </a:lnTo>
                  <a:lnTo>
                    <a:pt x="4334637" y="471170"/>
                  </a:lnTo>
                  <a:lnTo>
                    <a:pt x="4335018" y="471170"/>
                  </a:lnTo>
                  <a:lnTo>
                    <a:pt x="4326128" y="458470"/>
                  </a:lnTo>
                  <a:lnTo>
                    <a:pt x="4326382" y="458470"/>
                  </a:lnTo>
                  <a:lnTo>
                    <a:pt x="4318952" y="447040"/>
                  </a:lnTo>
                  <a:lnTo>
                    <a:pt x="4318127" y="445770"/>
                  </a:lnTo>
                  <a:lnTo>
                    <a:pt x="4318381" y="447040"/>
                  </a:lnTo>
                  <a:lnTo>
                    <a:pt x="4311675" y="434340"/>
                  </a:lnTo>
                  <a:lnTo>
                    <a:pt x="4311015" y="433070"/>
                  </a:lnTo>
                  <a:lnTo>
                    <a:pt x="4311269" y="434340"/>
                  </a:lnTo>
                  <a:lnTo>
                    <a:pt x="4305147" y="421640"/>
                  </a:lnTo>
                  <a:lnTo>
                    <a:pt x="4304538" y="420370"/>
                  </a:lnTo>
                  <a:lnTo>
                    <a:pt x="4304792" y="421640"/>
                  </a:lnTo>
                  <a:lnTo>
                    <a:pt x="4298950" y="407670"/>
                  </a:lnTo>
                  <a:lnTo>
                    <a:pt x="4293870" y="394970"/>
                  </a:lnTo>
                  <a:lnTo>
                    <a:pt x="4294124" y="394970"/>
                  </a:lnTo>
                  <a:lnTo>
                    <a:pt x="4290072" y="382270"/>
                  </a:lnTo>
                  <a:lnTo>
                    <a:pt x="4289679" y="381000"/>
                  </a:lnTo>
                  <a:lnTo>
                    <a:pt x="4289806" y="382270"/>
                  </a:lnTo>
                  <a:lnTo>
                    <a:pt x="4286542" y="368300"/>
                  </a:lnTo>
                  <a:lnTo>
                    <a:pt x="4286250" y="367030"/>
                  </a:lnTo>
                  <a:lnTo>
                    <a:pt x="4286377" y="368300"/>
                  </a:lnTo>
                  <a:lnTo>
                    <a:pt x="4283456" y="354330"/>
                  </a:lnTo>
                  <a:lnTo>
                    <a:pt x="4281792" y="342900"/>
                  </a:lnTo>
                  <a:lnTo>
                    <a:pt x="4280395" y="327660"/>
                  </a:lnTo>
                  <a:lnTo>
                    <a:pt x="4280281" y="326390"/>
                  </a:lnTo>
                  <a:lnTo>
                    <a:pt x="4279773" y="312420"/>
                  </a:lnTo>
                  <a:lnTo>
                    <a:pt x="4280027" y="298450"/>
                  </a:lnTo>
                  <a:lnTo>
                    <a:pt x="4285488" y="256540"/>
                  </a:lnTo>
                  <a:lnTo>
                    <a:pt x="4292231" y="231521"/>
                  </a:lnTo>
                  <a:lnTo>
                    <a:pt x="4293324" y="228600"/>
                  </a:lnTo>
                  <a:lnTo>
                    <a:pt x="4298061" y="215900"/>
                  </a:lnTo>
                  <a:lnTo>
                    <a:pt x="4303776" y="201930"/>
                  </a:lnTo>
                  <a:lnTo>
                    <a:pt x="4303522" y="201930"/>
                  </a:lnTo>
                  <a:lnTo>
                    <a:pt x="4310380" y="189230"/>
                  </a:lnTo>
                  <a:lnTo>
                    <a:pt x="4309999" y="189230"/>
                  </a:lnTo>
                  <a:lnTo>
                    <a:pt x="4317619" y="175260"/>
                  </a:lnTo>
                  <a:lnTo>
                    <a:pt x="4317492" y="176530"/>
                  </a:lnTo>
                  <a:lnTo>
                    <a:pt x="4318254" y="175260"/>
                  </a:lnTo>
                  <a:lnTo>
                    <a:pt x="4325874" y="162560"/>
                  </a:lnTo>
                  <a:lnTo>
                    <a:pt x="4325493" y="162560"/>
                  </a:lnTo>
                  <a:lnTo>
                    <a:pt x="4334891" y="149860"/>
                  </a:lnTo>
                  <a:lnTo>
                    <a:pt x="4334510" y="151130"/>
                  </a:lnTo>
                  <a:lnTo>
                    <a:pt x="4335526" y="149860"/>
                  </a:lnTo>
                  <a:lnTo>
                    <a:pt x="4344670" y="138430"/>
                  </a:lnTo>
                  <a:lnTo>
                    <a:pt x="4344289" y="138430"/>
                  </a:lnTo>
                  <a:lnTo>
                    <a:pt x="4355211" y="125730"/>
                  </a:lnTo>
                  <a:lnTo>
                    <a:pt x="4354830" y="127000"/>
                  </a:lnTo>
                  <a:lnTo>
                    <a:pt x="4355973" y="125730"/>
                  </a:lnTo>
                  <a:lnTo>
                    <a:pt x="4366260" y="114300"/>
                  </a:lnTo>
                  <a:lnTo>
                    <a:pt x="4365879" y="115570"/>
                  </a:lnTo>
                  <a:lnTo>
                    <a:pt x="4367174" y="114300"/>
                  </a:lnTo>
                  <a:lnTo>
                    <a:pt x="4377448" y="104267"/>
                  </a:lnTo>
                  <a:lnTo>
                    <a:pt x="4377677" y="104267"/>
                  </a:lnTo>
                  <a:lnTo>
                    <a:pt x="4379138" y="102870"/>
                  </a:lnTo>
                  <a:lnTo>
                    <a:pt x="4378109" y="103708"/>
                  </a:lnTo>
                  <a:lnTo>
                    <a:pt x="4379099" y="102870"/>
                  </a:lnTo>
                  <a:lnTo>
                    <a:pt x="4389882" y="93980"/>
                  </a:lnTo>
                  <a:lnTo>
                    <a:pt x="4389501" y="93980"/>
                  </a:lnTo>
                  <a:lnTo>
                    <a:pt x="4402455" y="85090"/>
                  </a:lnTo>
                  <a:lnTo>
                    <a:pt x="4402074" y="85090"/>
                  </a:lnTo>
                  <a:lnTo>
                    <a:pt x="4415409" y="76200"/>
                  </a:lnTo>
                  <a:lnTo>
                    <a:pt x="4415028" y="76200"/>
                  </a:lnTo>
                  <a:lnTo>
                    <a:pt x="4428871" y="67310"/>
                  </a:lnTo>
                  <a:lnTo>
                    <a:pt x="4428490" y="67310"/>
                  </a:lnTo>
                  <a:lnTo>
                    <a:pt x="4442714" y="59690"/>
                  </a:lnTo>
                  <a:lnTo>
                    <a:pt x="4442333" y="60960"/>
                  </a:lnTo>
                  <a:lnTo>
                    <a:pt x="4444746" y="59690"/>
                  </a:lnTo>
                  <a:lnTo>
                    <a:pt x="4456811" y="53340"/>
                  </a:lnTo>
                  <a:lnTo>
                    <a:pt x="4456303" y="53340"/>
                  </a:lnTo>
                  <a:lnTo>
                    <a:pt x="4470705" y="47091"/>
                  </a:lnTo>
                  <a:lnTo>
                    <a:pt x="4470946" y="47091"/>
                  </a:lnTo>
                  <a:lnTo>
                    <a:pt x="4480077" y="43180"/>
                  </a:lnTo>
                  <a:lnTo>
                    <a:pt x="4486148" y="40640"/>
                  </a:lnTo>
                  <a:lnTo>
                    <a:pt x="4485640" y="41910"/>
                  </a:lnTo>
                  <a:lnTo>
                    <a:pt x="4488726" y="40640"/>
                  </a:lnTo>
                  <a:lnTo>
                    <a:pt x="4501134" y="35560"/>
                  </a:lnTo>
                  <a:lnTo>
                    <a:pt x="4501693" y="35331"/>
                  </a:lnTo>
                  <a:lnTo>
                    <a:pt x="4516374" y="31750"/>
                  </a:lnTo>
                  <a:lnTo>
                    <a:pt x="4515866" y="31750"/>
                  </a:lnTo>
                  <a:lnTo>
                    <a:pt x="4531499" y="28028"/>
                  </a:lnTo>
                  <a:lnTo>
                    <a:pt x="4530941" y="28028"/>
                  </a:lnTo>
                  <a:lnTo>
                    <a:pt x="4547489" y="25400"/>
                  </a:lnTo>
                  <a:lnTo>
                    <a:pt x="4547108" y="25400"/>
                  </a:lnTo>
                  <a:lnTo>
                    <a:pt x="4563364" y="22860"/>
                  </a:lnTo>
                  <a:lnTo>
                    <a:pt x="4562983" y="22860"/>
                  </a:lnTo>
                  <a:lnTo>
                    <a:pt x="4578858" y="20383"/>
                  </a:lnTo>
                  <a:lnTo>
                    <a:pt x="4578096" y="20383"/>
                  </a:lnTo>
                  <a:lnTo>
                    <a:pt x="4595241" y="19050"/>
                  </a:lnTo>
                  <a:lnTo>
                    <a:pt x="4626991" y="19050"/>
                  </a:lnTo>
                  <a:lnTo>
                    <a:pt x="4644250" y="20383"/>
                  </a:lnTo>
                  <a:lnTo>
                    <a:pt x="4643869" y="20383"/>
                  </a:lnTo>
                  <a:lnTo>
                    <a:pt x="4660239" y="21653"/>
                  </a:lnTo>
                  <a:lnTo>
                    <a:pt x="4659490" y="21653"/>
                  </a:lnTo>
                  <a:lnTo>
                    <a:pt x="4667618" y="22923"/>
                  </a:lnTo>
                  <a:lnTo>
                    <a:pt x="4690999" y="26619"/>
                  </a:lnTo>
                  <a:lnTo>
                    <a:pt x="4690745" y="26619"/>
                  </a:lnTo>
                  <a:lnTo>
                    <a:pt x="4691354" y="26758"/>
                  </a:lnTo>
                  <a:lnTo>
                    <a:pt x="4705312" y="30035"/>
                  </a:lnTo>
                  <a:lnTo>
                    <a:pt x="4722749" y="35560"/>
                  </a:lnTo>
                  <a:lnTo>
                    <a:pt x="4722368" y="35560"/>
                  </a:lnTo>
                  <a:lnTo>
                    <a:pt x="4738116" y="40640"/>
                  </a:lnTo>
                  <a:lnTo>
                    <a:pt x="4737735" y="40640"/>
                  </a:lnTo>
                  <a:lnTo>
                    <a:pt x="4751502" y="45123"/>
                  </a:lnTo>
                  <a:lnTo>
                    <a:pt x="4768469" y="52070"/>
                  </a:lnTo>
                  <a:lnTo>
                    <a:pt x="4767961" y="52070"/>
                  </a:lnTo>
                  <a:lnTo>
                    <a:pt x="4783074" y="59690"/>
                  </a:lnTo>
                  <a:lnTo>
                    <a:pt x="4782693" y="59690"/>
                  </a:lnTo>
                  <a:lnTo>
                    <a:pt x="4797552" y="67310"/>
                  </a:lnTo>
                  <a:lnTo>
                    <a:pt x="4797171" y="67310"/>
                  </a:lnTo>
                  <a:lnTo>
                    <a:pt x="4811649" y="76200"/>
                  </a:lnTo>
                  <a:lnTo>
                    <a:pt x="4811268" y="76200"/>
                  </a:lnTo>
                  <a:lnTo>
                    <a:pt x="4825111" y="86360"/>
                  </a:lnTo>
                  <a:lnTo>
                    <a:pt x="4824730" y="85090"/>
                  </a:lnTo>
                  <a:lnTo>
                    <a:pt x="4838065" y="95250"/>
                  </a:lnTo>
                  <a:lnTo>
                    <a:pt x="4837684" y="95250"/>
                  </a:lnTo>
                  <a:lnTo>
                    <a:pt x="4850257" y="105410"/>
                  </a:lnTo>
                  <a:lnTo>
                    <a:pt x="4849876" y="105410"/>
                  </a:lnTo>
                  <a:lnTo>
                    <a:pt x="4861687" y="115570"/>
                  </a:lnTo>
                  <a:lnTo>
                    <a:pt x="4861306" y="115570"/>
                  </a:lnTo>
                  <a:lnTo>
                    <a:pt x="4872355" y="127000"/>
                  </a:lnTo>
                  <a:lnTo>
                    <a:pt x="4871974" y="127000"/>
                  </a:lnTo>
                  <a:lnTo>
                    <a:pt x="4882388" y="138430"/>
                  </a:lnTo>
                  <a:lnTo>
                    <a:pt x="4882134" y="138430"/>
                  </a:lnTo>
                  <a:lnTo>
                    <a:pt x="4891786" y="149860"/>
                  </a:lnTo>
                  <a:lnTo>
                    <a:pt x="4891405" y="149860"/>
                  </a:lnTo>
                  <a:lnTo>
                    <a:pt x="4900295" y="162560"/>
                  </a:lnTo>
                  <a:lnTo>
                    <a:pt x="4900041" y="162560"/>
                  </a:lnTo>
                  <a:lnTo>
                    <a:pt x="4908169" y="175260"/>
                  </a:lnTo>
                  <a:lnTo>
                    <a:pt x="4907915" y="173990"/>
                  </a:lnTo>
                  <a:lnTo>
                    <a:pt x="4915408" y="187960"/>
                  </a:lnTo>
                  <a:lnTo>
                    <a:pt x="4915154" y="186690"/>
                  </a:lnTo>
                  <a:lnTo>
                    <a:pt x="4921758" y="200660"/>
                  </a:lnTo>
                  <a:lnTo>
                    <a:pt x="4921631" y="199390"/>
                  </a:lnTo>
                  <a:lnTo>
                    <a:pt x="4936617" y="240030"/>
                  </a:lnTo>
                  <a:lnTo>
                    <a:pt x="4942840" y="267970"/>
                  </a:lnTo>
                  <a:lnTo>
                    <a:pt x="4942840" y="266700"/>
                  </a:lnTo>
                  <a:lnTo>
                    <a:pt x="4944872" y="280670"/>
                  </a:lnTo>
                  <a:lnTo>
                    <a:pt x="4946015" y="293370"/>
                  </a:lnTo>
                  <a:lnTo>
                    <a:pt x="4946142" y="294640"/>
                  </a:lnTo>
                  <a:lnTo>
                    <a:pt x="4946523" y="308610"/>
                  </a:lnTo>
                  <a:lnTo>
                    <a:pt x="4946396" y="322580"/>
                  </a:lnTo>
                  <a:lnTo>
                    <a:pt x="4945253" y="336550"/>
                  </a:lnTo>
                  <a:lnTo>
                    <a:pt x="4943475" y="350520"/>
                  </a:lnTo>
                  <a:lnTo>
                    <a:pt x="4940808" y="364490"/>
                  </a:lnTo>
                  <a:lnTo>
                    <a:pt x="4937506" y="378460"/>
                  </a:lnTo>
                  <a:lnTo>
                    <a:pt x="4933315" y="392430"/>
                  </a:lnTo>
                  <a:lnTo>
                    <a:pt x="4933442" y="391160"/>
                  </a:lnTo>
                  <a:lnTo>
                    <a:pt x="4928362" y="406400"/>
                  </a:lnTo>
                  <a:lnTo>
                    <a:pt x="4928489" y="405130"/>
                  </a:lnTo>
                  <a:lnTo>
                    <a:pt x="4922647" y="419100"/>
                  </a:lnTo>
                  <a:lnTo>
                    <a:pt x="4922901" y="419100"/>
                  </a:lnTo>
                  <a:lnTo>
                    <a:pt x="4916043" y="431800"/>
                  </a:lnTo>
                  <a:lnTo>
                    <a:pt x="4908677" y="445770"/>
                  </a:lnTo>
                  <a:lnTo>
                    <a:pt x="4908931" y="444500"/>
                  </a:lnTo>
                  <a:lnTo>
                    <a:pt x="4900549" y="458470"/>
                  </a:lnTo>
                  <a:lnTo>
                    <a:pt x="4900803" y="458470"/>
                  </a:lnTo>
                  <a:lnTo>
                    <a:pt x="4891532" y="471170"/>
                  </a:lnTo>
                  <a:lnTo>
                    <a:pt x="4891786" y="471170"/>
                  </a:lnTo>
                  <a:lnTo>
                    <a:pt x="4881753" y="483870"/>
                  </a:lnTo>
                  <a:lnTo>
                    <a:pt x="4882134" y="482600"/>
                  </a:lnTo>
                  <a:lnTo>
                    <a:pt x="4864481" y="501650"/>
                  </a:lnTo>
                  <a:lnTo>
                    <a:pt x="4865497" y="501650"/>
                  </a:lnTo>
                  <a:lnTo>
                    <a:pt x="4862754" y="503796"/>
                  </a:lnTo>
                  <a:lnTo>
                    <a:pt x="4845177" y="481330"/>
                  </a:lnTo>
                  <a:lnTo>
                    <a:pt x="4808347" y="557530"/>
                  </a:lnTo>
                  <a:lnTo>
                    <a:pt x="4891913" y="541020"/>
                  </a:lnTo>
                  <a:lnTo>
                    <a:pt x="4880965" y="527050"/>
                  </a:lnTo>
                  <a:lnTo>
                    <a:pt x="4874438" y="518706"/>
                  </a:lnTo>
                  <a:lnTo>
                    <a:pt x="4878070" y="515620"/>
                  </a:lnTo>
                  <a:lnTo>
                    <a:pt x="4896485" y="495300"/>
                  </a:lnTo>
                  <a:lnTo>
                    <a:pt x="4905857" y="483870"/>
                  </a:lnTo>
                  <a:lnTo>
                    <a:pt x="4906899" y="482600"/>
                  </a:lnTo>
                  <a:lnTo>
                    <a:pt x="4916424" y="468630"/>
                  </a:lnTo>
                  <a:lnTo>
                    <a:pt x="4925187" y="454660"/>
                  </a:lnTo>
                  <a:lnTo>
                    <a:pt x="4930114" y="445770"/>
                  </a:lnTo>
                  <a:lnTo>
                    <a:pt x="4932934" y="440690"/>
                  </a:lnTo>
                  <a:lnTo>
                    <a:pt x="4940046" y="426720"/>
                  </a:lnTo>
                  <a:lnTo>
                    <a:pt x="4946142" y="412750"/>
                  </a:lnTo>
                  <a:lnTo>
                    <a:pt x="4948364" y="406400"/>
                  </a:lnTo>
                  <a:lnTo>
                    <a:pt x="4951476" y="397510"/>
                  </a:lnTo>
                  <a:lnTo>
                    <a:pt x="4953089" y="392430"/>
                  </a:lnTo>
                  <a:lnTo>
                    <a:pt x="4955921" y="383540"/>
                  </a:lnTo>
                  <a:lnTo>
                    <a:pt x="4959477" y="368300"/>
                  </a:lnTo>
                  <a:lnTo>
                    <a:pt x="4962271" y="353060"/>
                  </a:lnTo>
                  <a:lnTo>
                    <a:pt x="4964176" y="339090"/>
                  </a:lnTo>
                  <a:lnTo>
                    <a:pt x="4965319" y="323850"/>
                  </a:lnTo>
                  <a:lnTo>
                    <a:pt x="4965509" y="312420"/>
                  </a:lnTo>
                  <a:lnTo>
                    <a:pt x="4965573" y="308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545323" y="3962400"/>
              <a:ext cx="1143000" cy="1152525"/>
            </a:xfrm>
            <a:custGeom>
              <a:avLst/>
              <a:gdLst/>
              <a:ahLst/>
              <a:cxnLst/>
              <a:rect l="l" t="t" r="r" b="b"/>
              <a:pathLst>
                <a:path w="1143000" h="1152525">
                  <a:moveTo>
                    <a:pt x="571500" y="0"/>
                  </a:moveTo>
                  <a:lnTo>
                    <a:pt x="524632" y="1909"/>
                  </a:lnTo>
                  <a:lnTo>
                    <a:pt x="478808" y="7540"/>
                  </a:lnTo>
                  <a:lnTo>
                    <a:pt x="434173" y="16743"/>
                  </a:lnTo>
                  <a:lnTo>
                    <a:pt x="390875" y="29370"/>
                  </a:lnTo>
                  <a:lnTo>
                    <a:pt x="349061" y="45273"/>
                  </a:lnTo>
                  <a:lnTo>
                    <a:pt x="308878" y="64304"/>
                  </a:lnTo>
                  <a:lnTo>
                    <a:pt x="270474" y="86313"/>
                  </a:lnTo>
                  <a:lnTo>
                    <a:pt x="233994" y="111154"/>
                  </a:lnTo>
                  <a:lnTo>
                    <a:pt x="199588" y="138677"/>
                  </a:lnTo>
                  <a:lnTo>
                    <a:pt x="167401" y="168735"/>
                  </a:lnTo>
                  <a:lnTo>
                    <a:pt x="137582" y="201179"/>
                  </a:lnTo>
                  <a:lnTo>
                    <a:pt x="110276" y="235860"/>
                  </a:lnTo>
                  <a:lnTo>
                    <a:pt x="85632" y="272631"/>
                  </a:lnTo>
                  <a:lnTo>
                    <a:pt x="63796" y="311342"/>
                  </a:lnTo>
                  <a:lnTo>
                    <a:pt x="44916" y="351847"/>
                  </a:lnTo>
                  <a:lnTo>
                    <a:pt x="29138" y="393996"/>
                  </a:lnTo>
                  <a:lnTo>
                    <a:pt x="16611" y="437641"/>
                  </a:lnTo>
                  <a:lnTo>
                    <a:pt x="7480" y="482635"/>
                  </a:lnTo>
                  <a:lnTo>
                    <a:pt x="1894" y="528827"/>
                  </a:lnTo>
                  <a:lnTo>
                    <a:pt x="0" y="576072"/>
                  </a:lnTo>
                  <a:lnTo>
                    <a:pt x="1894" y="623316"/>
                  </a:lnTo>
                  <a:lnTo>
                    <a:pt x="7480" y="669508"/>
                  </a:lnTo>
                  <a:lnTo>
                    <a:pt x="16611" y="714502"/>
                  </a:lnTo>
                  <a:lnTo>
                    <a:pt x="29138" y="758147"/>
                  </a:lnTo>
                  <a:lnTo>
                    <a:pt x="44916" y="800296"/>
                  </a:lnTo>
                  <a:lnTo>
                    <a:pt x="63796" y="840801"/>
                  </a:lnTo>
                  <a:lnTo>
                    <a:pt x="85632" y="879512"/>
                  </a:lnTo>
                  <a:lnTo>
                    <a:pt x="110276" y="916283"/>
                  </a:lnTo>
                  <a:lnTo>
                    <a:pt x="137582" y="950964"/>
                  </a:lnTo>
                  <a:lnTo>
                    <a:pt x="167401" y="983408"/>
                  </a:lnTo>
                  <a:lnTo>
                    <a:pt x="199588" y="1013466"/>
                  </a:lnTo>
                  <a:lnTo>
                    <a:pt x="233994" y="1040989"/>
                  </a:lnTo>
                  <a:lnTo>
                    <a:pt x="270474" y="1065830"/>
                  </a:lnTo>
                  <a:lnTo>
                    <a:pt x="308878" y="1087839"/>
                  </a:lnTo>
                  <a:lnTo>
                    <a:pt x="349061" y="1106870"/>
                  </a:lnTo>
                  <a:lnTo>
                    <a:pt x="390875" y="1122773"/>
                  </a:lnTo>
                  <a:lnTo>
                    <a:pt x="434173" y="1135400"/>
                  </a:lnTo>
                  <a:lnTo>
                    <a:pt x="478808" y="1144603"/>
                  </a:lnTo>
                  <a:lnTo>
                    <a:pt x="524632" y="1150234"/>
                  </a:lnTo>
                  <a:lnTo>
                    <a:pt x="571500" y="1152144"/>
                  </a:lnTo>
                  <a:lnTo>
                    <a:pt x="618367" y="1150234"/>
                  </a:lnTo>
                  <a:lnTo>
                    <a:pt x="664191" y="1144603"/>
                  </a:lnTo>
                  <a:lnTo>
                    <a:pt x="708826" y="1135400"/>
                  </a:lnTo>
                  <a:lnTo>
                    <a:pt x="752124" y="1122773"/>
                  </a:lnTo>
                  <a:lnTo>
                    <a:pt x="793938" y="1106870"/>
                  </a:lnTo>
                  <a:lnTo>
                    <a:pt x="834121" y="1087839"/>
                  </a:lnTo>
                  <a:lnTo>
                    <a:pt x="872525" y="1065830"/>
                  </a:lnTo>
                  <a:lnTo>
                    <a:pt x="909005" y="1040989"/>
                  </a:lnTo>
                  <a:lnTo>
                    <a:pt x="943411" y="1013466"/>
                  </a:lnTo>
                  <a:lnTo>
                    <a:pt x="975598" y="983408"/>
                  </a:lnTo>
                  <a:lnTo>
                    <a:pt x="1005417" y="950964"/>
                  </a:lnTo>
                  <a:lnTo>
                    <a:pt x="1032723" y="916283"/>
                  </a:lnTo>
                  <a:lnTo>
                    <a:pt x="1057367" y="879512"/>
                  </a:lnTo>
                  <a:lnTo>
                    <a:pt x="1079203" y="840801"/>
                  </a:lnTo>
                  <a:lnTo>
                    <a:pt x="1098083" y="800296"/>
                  </a:lnTo>
                  <a:lnTo>
                    <a:pt x="1113861" y="758147"/>
                  </a:lnTo>
                  <a:lnTo>
                    <a:pt x="1126388" y="714502"/>
                  </a:lnTo>
                  <a:lnTo>
                    <a:pt x="1135519" y="669508"/>
                  </a:lnTo>
                  <a:lnTo>
                    <a:pt x="1141105" y="623316"/>
                  </a:lnTo>
                  <a:lnTo>
                    <a:pt x="1143000" y="576072"/>
                  </a:lnTo>
                  <a:lnTo>
                    <a:pt x="1141105" y="528827"/>
                  </a:lnTo>
                  <a:lnTo>
                    <a:pt x="1135519" y="482635"/>
                  </a:lnTo>
                  <a:lnTo>
                    <a:pt x="1126388" y="437641"/>
                  </a:lnTo>
                  <a:lnTo>
                    <a:pt x="1113861" y="393996"/>
                  </a:lnTo>
                  <a:lnTo>
                    <a:pt x="1098083" y="351847"/>
                  </a:lnTo>
                  <a:lnTo>
                    <a:pt x="1079203" y="311342"/>
                  </a:lnTo>
                  <a:lnTo>
                    <a:pt x="1057367" y="272631"/>
                  </a:lnTo>
                  <a:lnTo>
                    <a:pt x="1032723" y="235860"/>
                  </a:lnTo>
                  <a:lnTo>
                    <a:pt x="1005417" y="201179"/>
                  </a:lnTo>
                  <a:lnTo>
                    <a:pt x="975598" y="168735"/>
                  </a:lnTo>
                  <a:lnTo>
                    <a:pt x="943411" y="138677"/>
                  </a:lnTo>
                  <a:lnTo>
                    <a:pt x="909005" y="111154"/>
                  </a:lnTo>
                  <a:lnTo>
                    <a:pt x="872525" y="86313"/>
                  </a:lnTo>
                  <a:lnTo>
                    <a:pt x="834121" y="64304"/>
                  </a:lnTo>
                  <a:lnTo>
                    <a:pt x="793938" y="45273"/>
                  </a:lnTo>
                  <a:lnTo>
                    <a:pt x="752124" y="29370"/>
                  </a:lnTo>
                  <a:lnTo>
                    <a:pt x="708826" y="16743"/>
                  </a:lnTo>
                  <a:lnTo>
                    <a:pt x="664191" y="7540"/>
                  </a:lnTo>
                  <a:lnTo>
                    <a:pt x="618367" y="1909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545323" y="3962400"/>
              <a:ext cx="1143000" cy="1152525"/>
            </a:xfrm>
            <a:custGeom>
              <a:avLst/>
              <a:gdLst/>
              <a:ahLst/>
              <a:cxnLst/>
              <a:rect l="l" t="t" r="r" b="b"/>
              <a:pathLst>
                <a:path w="1143000" h="1152525">
                  <a:moveTo>
                    <a:pt x="0" y="576072"/>
                  </a:moveTo>
                  <a:lnTo>
                    <a:pt x="1894" y="528827"/>
                  </a:lnTo>
                  <a:lnTo>
                    <a:pt x="7480" y="482635"/>
                  </a:lnTo>
                  <a:lnTo>
                    <a:pt x="16611" y="437641"/>
                  </a:lnTo>
                  <a:lnTo>
                    <a:pt x="29138" y="393996"/>
                  </a:lnTo>
                  <a:lnTo>
                    <a:pt x="44916" y="351847"/>
                  </a:lnTo>
                  <a:lnTo>
                    <a:pt x="63796" y="311342"/>
                  </a:lnTo>
                  <a:lnTo>
                    <a:pt x="85632" y="272631"/>
                  </a:lnTo>
                  <a:lnTo>
                    <a:pt x="110276" y="235860"/>
                  </a:lnTo>
                  <a:lnTo>
                    <a:pt x="137582" y="201179"/>
                  </a:lnTo>
                  <a:lnTo>
                    <a:pt x="167401" y="168735"/>
                  </a:lnTo>
                  <a:lnTo>
                    <a:pt x="199588" y="138677"/>
                  </a:lnTo>
                  <a:lnTo>
                    <a:pt x="233994" y="111154"/>
                  </a:lnTo>
                  <a:lnTo>
                    <a:pt x="270474" y="86313"/>
                  </a:lnTo>
                  <a:lnTo>
                    <a:pt x="308878" y="64304"/>
                  </a:lnTo>
                  <a:lnTo>
                    <a:pt x="349061" y="45273"/>
                  </a:lnTo>
                  <a:lnTo>
                    <a:pt x="390875" y="29370"/>
                  </a:lnTo>
                  <a:lnTo>
                    <a:pt x="434173" y="16743"/>
                  </a:lnTo>
                  <a:lnTo>
                    <a:pt x="478808" y="7540"/>
                  </a:lnTo>
                  <a:lnTo>
                    <a:pt x="524632" y="1909"/>
                  </a:lnTo>
                  <a:lnTo>
                    <a:pt x="571500" y="0"/>
                  </a:lnTo>
                  <a:lnTo>
                    <a:pt x="618367" y="1909"/>
                  </a:lnTo>
                  <a:lnTo>
                    <a:pt x="664191" y="7540"/>
                  </a:lnTo>
                  <a:lnTo>
                    <a:pt x="708826" y="16743"/>
                  </a:lnTo>
                  <a:lnTo>
                    <a:pt x="752124" y="29370"/>
                  </a:lnTo>
                  <a:lnTo>
                    <a:pt x="793938" y="45273"/>
                  </a:lnTo>
                  <a:lnTo>
                    <a:pt x="834121" y="64304"/>
                  </a:lnTo>
                  <a:lnTo>
                    <a:pt x="872525" y="86313"/>
                  </a:lnTo>
                  <a:lnTo>
                    <a:pt x="909005" y="111154"/>
                  </a:lnTo>
                  <a:lnTo>
                    <a:pt x="943411" y="138677"/>
                  </a:lnTo>
                  <a:lnTo>
                    <a:pt x="975598" y="168735"/>
                  </a:lnTo>
                  <a:lnTo>
                    <a:pt x="1005417" y="201179"/>
                  </a:lnTo>
                  <a:lnTo>
                    <a:pt x="1032723" y="235860"/>
                  </a:lnTo>
                  <a:lnTo>
                    <a:pt x="1057367" y="272631"/>
                  </a:lnTo>
                  <a:lnTo>
                    <a:pt x="1079203" y="311342"/>
                  </a:lnTo>
                  <a:lnTo>
                    <a:pt x="1098083" y="351847"/>
                  </a:lnTo>
                  <a:lnTo>
                    <a:pt x="1113861" y="393996"/>
                  </a:lnTo>
                  <a:lnTo>
                    <a:pt x="1126388" y="437641"/>
                  </a:lnTo>
                  <a:lnTo>
                    <a:pt x="1135519" y="482635"/>
                  </a:lnTo>
                  <a:lnTo>
                    <a:pt x="1141105" y="528827"/>
                  </a:lnTo>
                  <a:lnTo>
                    <a:pt x="1143000" y="576072"/>
                  </a:lnTo>
                  <a:lnTo>
                    <a:pt x="1141105" y="623316"/>
                  </a:lnTo>
                  <a:lnTo>
                    <a:pt x="1135519" y="669508"/>
                  </a:lnTo>
                  <a:lnTo>
                    <a:pt x="1126388" y="714502"/>
                  </a:lnTo>
                  <a:lnTo>
                    <a:pt x="1113861" y="758147"/>
                  </a:lnTo>
                  <a:lnTo>
                    <a:pt x="1098083" y="800296"/>
                  </a:lnTo>
                  <a:lnTo>
                    <a:pt x="1079203" y="840801"/>
                  </a:lnTo>
                  <a:lnTo>
                    <a:pt x="1057367" y="879512"/>
                  </a:lnTo>
                  <a:lnTo>
                    <a:pt x="1032723" y="916283"/>
                  </a:lnTo>
                  <a:lnTo>
                    <a:pt x="1005417" y="950964"/>
                  </a:lnTo>
                  <a:lnTo>
                    <a:pt x="975598" y="983408"/>
                  </a:lnTo>
                  <a:lnTo>
                    <a:pt x="943411" y="1013466"/>
                  </a:lnTo>
                  <a:lnTo>
                    <a:pt x="909005" y="1040989"/>
                  </a:lnTo>
                  <a:lnTo>
                    <a:pt x="872525" y="1065830"/>
                  </a:lnTo>
                  <a:lnTo>
                    <a:pt x="834121" y="1087839"/>
                  </a:lnTo>
                  <a:lnTo>
                    <a:pt x="793938" y="1106870"/>
                  </a:lnTo>
                  <a:lnTo>
                    <a:pt x="752124" y="1122773"/>
                  </a:lnTo>
                  <a:lnTo>
                    <a:pt x="708826" y="1135400"/>
                  </a:lnTo>
                  <a:lnTo>
                    <a:pt x="664191" y="1144603"/>
                  </a:lnTo>
                  <a:lnTo>
                    <a:pt x="618367" y="1150234"/>
                  </a:lnTo>
                  <a:lnTo>
                    <a:pt x="571500" y="1152144"/>
                  </a:lnTo>
                  <a:lnTo>
                    <a:pt x="524632" y="1150234"/>
                  </a:lnTo>
                  <a:lnTo>
                    <a:pt x="478808" y="1144603"/>
                  </a:lnTo>
                  <a:lnTo>
                    <a:pt x="434173" y="1135400"/>
                  </a:lnTo>
                  <a:lnTo>
                    <a:pt x="390875" y="1122773"/>
                  </a:lnTo>
                  <a:lnTo>
                    <a:pt x="349061" y="1106870"/>
                  </a:lnTo>
                  <a:lnTo>
                    <a:pt x="308878" y="1087839"/>
                  </a:lnTo>
                  <a:lnTo>
                    <a:pt x="270474" y="1065830"/>
                  </a:lnTo>
                  <a:lnTo>
                    <a:pt x="233994" y="1040989"/>
                  </a:lnTo>
                  <a:lnTo>
                    <a:pt x="199588" y="1013466"/>
                  </a:lnTo>
                  <a:lnTo>
                    <a:pt x="167401" y="983408"/>
                  </a:lnTo>
                  <a:lnTo>
                    <a:pt x="137582" y="950964"/>
                  </a:lnTo>
                  <a:lnTo>
                    <a:pt x="110276" y="916283"/>
                  </a:lnTo>
                  <a:lnTo>
                    <a:pt x="85632" y="879512"/>
                  </a:lnTo>
                  <a:lnTo>
                    <a:pt x="63796" y="840801"/>
                  </a:lnTo>
                  <a:lnTo>
                    <a:pt x="44916" y="800296"/>
                  </a:lnTo>
                  <a:lnTo>
                    <a:pt x="29138" y="758147"/>
                  </a:lnTo>
                  <a:lnTo>
                    <a:pt x="16611" y="714502"/>
                  </a:lnTo>
                  <a:lnTo>
                    <a:pt x="7480" y="669508"/>
                  </a:lnTo>
                  <a:lnTo>
                    <a:pt x="1894" y="623316"/>
                  </a:lnTo>
                  <a:lnTo>
                    <a:pt x="0" y="57607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7626095" y="4043171"/>
            <a:ext cx="981710" cy="989330"/>
          </a:xfrm>
          <a:custGeom>
            <a:avLst/>
            <a:gdLst/>
            <a:ahLst/>
            <a:cxnLst/>
            <a:rect l="l" t="t" r="r" b="b"/>
            <a:pathLst>
              <a:path w="981709" h="989329">
                <a:moveTo>
                  <a:pt x="0" y="494538"/>
                </a:moveTo>
                <a:lnTo>
                  <a:pt x="2246" y="446902"/>
                </a:lnTo>
                <a:lnTo>
                  <a:pt x="8848" y="400550"/>
                </a:lnTo>
                <a:lnTo>
                  <a:pt x="19601" y="355687"/>
                </a:lnTo>
                <a:lnTo>
                  <a:pt x="34297" y="312521"/>
                </a:lnTo>
                <a:lnTo>
                  <a:pt x="52733" y="271260"/>
                </a:lnTo>
                <a:lnTo>
                  <a:pt x="74702" y="232109"/>
                </a:lnTo>
                <a:lnTo>
                  <a:pt x="99998" y="195277"/>
                </a:lnTo>
                <a:lnTo>
                  <a:pt x="128416" y="160969"/>
                </a:lnTo>
                <a:lnTo>
                  <a:pt x="159751" y="129394"/>
                </a:lnTo>
                <a:lnTo>
                  <a:pt x="193795" y="100758"/>
                </a:lnTo>
                <a:lnTo>
                  <a:pt x="230345" y="75269"/>
                </a:lnTo>
                <a:lnTo>
                  <a:pt x="269194" y="53132"/>
                </a:lnTo>
                <a:lnTo>
                  <a:pt x="310136" y="34557"/>
                </a:lnTo>
                <a:lnTo>
                  <a:pt x="352966" y="19749"/>
                </a:lnTo>
                <a:lnTo>
                  <a:pt x="397479" y="8915"/>
                </a:lnTo>
                <a:lnTo>
                  <a:pt x="443468" y="2263"/>
                </a:lnTo>
                <a:lnTo>
                  <a:pt x="490727" y="0"/>
                </a:lnTo>
                <a:lnTo>
                  <a:pt x="537987" y="2263"/>
                </a:lnTo>
                <a:lnTo>
                  <a:pt x="583976" y="8915"/>
                </a:lnTo>
                <a:lnTo>
                  <a:pt x="628489" y="19749"/>
                </a:lnTo>
                <a:lnTo>
                  <a:pt x="671319" y="34557"/>
                </a:lnTo>
                <a:lnTo>
                  <a:pt x="712261" y="53132"/>
                </a:lnTo>
                <a:lnTo>
                  <a:pt x="751110" y="75269"/>
                </a:lnTo>
                <a:lnTo>
                  <a:pt x="787660" y="100758"/>
                </a:lnTo>
                <a:lnTo>
                  <a:pt x="821704" y="129394"/>
                </a:lnTo>
                <a:lnTo>
                  <a:pt x="853039" y="160969"/>
                </a:lnTo>
                <a:lnTo>
                  <a:pt x="881457" y="195277"/>
                </a:lnTo>
                <a:lnTo>
                  <a:pt x="906753" y="232109"/>
                </a:lnTo>
                <a:lnTo>
                  <a:pt x="928722" y="271260"/>
                </a:lnTo>
                <a:lnTo>
                  <a:pt x="947158" y="312521"/>
                </a:lnTo>
                <a:lnTo>
                  <a:pt x="961854" y="355687"/>
                </a:lnTo>
                <a:lnTo>
                  <a:pt x="972607" y="400550"/>
                </a:lnTo>
                <a:lnTo>
                  <a:pt x="979209" y="446902"/>
                </a:lnTo>
                <a:lnTo>
                  <a:pt x="981455" y="494538"/>
                </a:lnTo>
                <a:lnTo>
                  <a:pt x="979209" y="542173"/>
                </a:lnTo>
                <a:lnTo>
                  <a:pt x="972607" y="588525"/>
                </a:lnTo>
                <a:lnTo>
                  <a:pt x="961854" y="633388"/>
                </a:lnTo>
                <a:lnTo>
                  <a:pt x="947158" y="676554"/>
                </a:lnTo>
                <a:lnTo>
                  <a:pt x="928722" y="717815"/>
                </a:lnTo>
                <a:lnTo>
                  <a:pt x="906753" y="756966"/>
                </a:lnTo>
                <a:lnTo>
                  <a:pt x="881457" y="793798"/>
                </a:lnTo>
                <a:lnTo>
                  <a:pt x="853039" y="828106"/>
                </a:lnTo>
                <a:lnTo>
                  <a:pt x="821704" y="859681"/>
                </a:lnTo>
                <a:lnTo>
                  <a:pt x="787660" y="888317"/>
                </a:lnTo>
                <a:lnTo>
                  <a:pt x="751110" y="913806"/>
                </a:lnTo>
                <a:lnTo>
                  <a:pt x="712261" y="935943"/>
                </a:lnTo>
                <a:lnTo>
                  <a:pt x="671319" y="954518"/>
                </a:lnTo>
                <a:lnTo>
                  <a:pt x="628489" y="969326"/>
                </a:lnTo>
                <a:lnTo>
                  <a:pt x="583976" y="980160"/>
                </a:lnTo>
                <a:lnTo>
                  <a:pt x="537987" y="986812"/>
                </a:lnTo>
                <a:lnTo>
                  <a:pt x="490727" y="989076"/>
                </a:lnTo>
                <a:lnTo>
                  <a:pt x="443468" y="986812"/>
                </a:lnTo>
                <a:lnTo>
                  <a:pt x="397479" y="980160"/>
                </a:lnTo>
                <a:lnTo>
                  <a:pt x="352966" y="969326"/>
                </a:lnTo>
                <a:lnTo>
                  <a:pt x="310136" y="954518"/>
                </a:lnTo>
                <a:lnTo>
                  <a:pt x="269194" y="935943"/>
                </a:lnTo>
                <a:lnTo>
                  <a:pt x="230345" y="913806"/>
                </a:lnTo>
                <a:lnTo>
                  <a:pt x="193795" y="888317"/>
                </a:lnTo>
                <a:lnTo>
                  <a:pt x="159751" y="859681"/>
                </a:lnTo>
                <a:lnTo>
                  <a:pt x="128416" y="828106"/>
                </a:lnTo>
                <a:lnTo>
                  <a:pt x="99998" y="793798"/>
                </a:lnTo>
                <a:lnTo>
                  <a:pt x="74702" y="756966"/>
                </a:lnTo>
                <a:lnTo>
                  <a:pt x="52733" y="717815"/>
                </a:lnTo>
                <a:lnTo>
                  <a:pt x="34297" y="676554"/>
                </a:lnTo>
                <a:lnTo>
                  <a:pt x="19601" y="633388"/>
                </a:lnTo>
                <a:lnTo>
                  <a:pt x="8848" y="588525"/>
                </a:lnTo>
                <a:lnTo>
                  <a:pt x="2246" y="542173"/>
                </a:lnTo>
                <a:lnTo>
                  <a:pt x="0" y="49453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7922514" y="3044393"/>
            <a:ext cx="426084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0,1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1312" y="2162555"/>
            <a:ext cx="314261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1.</a:t>
            </a:r>
            <a:r>
              <a:rPr dirty="0" sz="2800">
                <a:latin typeface="Franklin Gothic Medium"/>
                <a:cs typeface="Franklin Gothic Medium"/>
              </a:rPr>
              <a:t>	Convert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GNFA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116070" y="3953002"/>
            <a:ext cx="1155700" cy="1168400"/>
            <a:chOff x="4116070" y="3953002"/>
            <a:chExt cx="1155700" cy="1168400"/>
          </a:xfrm>
        </p:grpSpPr>
        <p:sp>
          <p:nvSpPr>
            <p:cNvPr id="11" name="object 11" descr=""/>
            <p:cNvSpPr/>
            <p:nvPr/>
          </p:nvSpPr>
          <p:spPr>
            <a:xfrm>
              <a:off x="4122420" y="3959352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571500" y="0"/>
                  </a:moveTo>
                  <a:lnTo>
                    <a:pt x="524632" y="1914"/>
                  </a:lnTo>
                  <a:lnTo>
                    <a:pt x="478808" y="7559"/>
                  </a:lnTo>
                  <a:lnTo>
                    <a:pt x="434173" y="16784"/>
                  </a:lnTo>
                  <a:lnTo>
                    <a:pt x="390875" y="29443"/>
                  </a:lnTo>
                  <a:lnTo>
                    <a:pt x="349061" y="45386"/>
                  </a:lnTo>
                  <a:lnTo>
                    <a:pt x="308878" y="64465"/>
                  </a:lnTo>
                  <a:lnTo>
                    <a:pt x="270474" y="86530"/>
                  </a:lnTo>
                  <a:lnTo>
                    <a:pt x="233994" y="111434"/>
                  </a:lnTo>
                  <a:lnTo>
                    <a:pt x="199588" y="139028"/>
                  </a:lnTo>
                  <a:lnTo>
                    <a:pt x="167401" y="169163"/>
                  </a:lnTo>
                  <a:lnTo>
                    <a:pt x="137582" y="201691"/>
                  </a:lnTo>
                  <a:lnTo>
                    <a:pt x="110276" y="236463"/>
                  </a:lnTo>
                  <a:lnTo>
                    <a:pt x="85632" y="273331"/>
                  </a:lnTo>
                  <a:lnTo>
                    <a:pt x="63796" y="312145"/>
                  </a:lnTo>
                  <a:lnTo>
                    <a:pt x="44916" y="352758"/>
                  </a:lnTo>
                  <a:lnTo>
                    <a:pt x="29138" y="395020"/>
                  </a:lnTo>
                  <a:lnTo>
                    <a:pt x="16611" y="438784"/>
                  </a:lnTo>
                  <a:lnTo>
                    <a:pt x="7480" y="483900"/>
                  </a:lnTo>
                  <a:lnTo>
                    <a:pt x="1894" y="530220"/>
                  </a:lnTo>
                  <a:lnTo>
                    <a:pt x="0" y="577596"/>
                  </a:lnTo>
                  <a:lnTo>
                    <a:pt x="1894" y="624971"/>
                  </a:lnTo>
                  <a:lnTo>
                    <a:pt x="7480" y="671291"/>
                  </a:lnTo>
                  <a:lnTo>
                    <a:pt x="16611" y="716407"/>
                  </a:lnTo>
                  <a:lnTo>
                    <a:pt x="29138" y="760171"/>
                  </a:lnTo>
                  <a:lnTo>
                    <a:pt x="44916" y="802433"/>
                  </a:lnTo>
                  <a:lnTo>
                    <a:pt x="63796" y="843046"/>
                  </a:lnTo>
                  <a:lnTo>
                    <a:pt x="85632" y="881860"/>
                  </a:lnTo>
                  <a:lnTo>
                    <a:pt x="110276" y="918728"/>
                  </a:lnTo>
                  <a:lnTo>
                    <a:pt x="137582" y="953500"/>
                  </a:lnTo>
                  <a:lnTo>
                    <a:pt x="167401" y="986028"/>
                  </a:lnTo>
                  <a:lnTo>
                    <a:pt x="199588" y="1016163"/>
                  </a:lnTo>
                  <a:lnTo>
                    <a:pt x="233994" y="1043757"/>
                  </a:lnTo>
                  <a:lnTo>
                    <a:pt x="270474" y="1068661"/>
                  </a:lnTo>
                  <a:lnTo>
                    <a:pt x="308878" y="1090726"/>
                  </a:lnTo>
                  <a:lnTo>
                    <a:pt x="349061" y="1109805"/>
                  </a:lnTo>
                  <a:lnTo>
                    <a:pt x="390875" y="1125748"/>
                  </a:lnTo>
                  <a:lnTo>
                    <a:pt x="434173" y="1138407"/>
                  </a:lnTo>
                  <a:lnTo>
                    <a:pt x="478808" y="1147632"/>
                  </a:lnTo>
                  <a:lnTo>
                    <a:pt x="524632" y="1153277"/>
                  </a:lnTo>
                  <a:lnTo>
                    <a:pt x="571500" y="1155192"/>
                  </a:lnTo>
                  <a:lnTo>
                    <a:pt x="618367" y="1153277"/>
                  </a:lnTo>
                  <a:lnTo>
                    <a:pt x="664191" y="1147632"/>
                  </a:lnTo>
                  <a:lnTo>
                    <a:pt x="708826" y="1138407"/>
                  </a:lnTo>
                  <a:lnTo>
                    <a:pt x="752124" y="1125748"/>
                  </a:lnTo>
                  <a:lnTo>
                    <a:pt x="793938" y="1109805"/>
                  </a:lnTo>
                  <a:lnTo>
                    <a:pt x="834121" y="1090726"/>
                  </a:lnTo>
                  <a:lnTo>
                    <a:pt x="872525" y="1068661"/>
                  </a:lnTo>
                  <a:lnTo>
                    <a:pt x="909005" y="1043757"/>
                  </a:lnTo>
                  <a:lnTo>
                    <a:pt x="943411" y="1016163"/>
                  </a:lnTo>
                  <a:lnTo>
                    <a:pt x="975598" y="986028"/>
                  </a:lnTo>
                  <a:lnTo>
                    <a:pt x="1005417" y="953500"/>
                  </a:lnTo>
                  <a:lnTo>
                    <a:pt x="1032723" y="918728"/>
                  </a:lnTo>
                  <a:lnTo>
                    <a:pt x="1057367" y="881860"/>
                  </a:lnTo>
                  <a:lnTo>
                    <a:pt x="1079203" y="843046"/>
                  </a:lnTo>
                  <a:lnTo>
                    <a:pt x="1098083" y="802433"/>
                  </a:lnTo>
                  <a:lnTo>
                    <a:pt x="1113861" y="760171"/>
                  </a:lnTo>
                  <a:lnTo>
                    <a:pt x="1126388" y="716407"/>
                  </a:lnTo>
                  <a:lnTo>
                    <a:pt x="1135519" y="671291"/>
                  </a:lnTo>
                  <a:lnTo>
                    <a:pt x="1141105" y="624971"/>
                  </a:lnTo>
                  <a:lnTo>
                    <a:pt x="1143000" y="577596"/>
                  </a:lnTo>
                  <a:lnTo>
                    <a:pt x="1141105" y="530220"/>
                  </a:lnTo>
                  <a:lnTo>
                    <a:pt x="1135519" y="483900"/>
                  </a:lnTo>
                  <a:lnTo>
                    <a:pt x="1126388" y="438784"/>
                  </a:lnTo>
                  <a:lnTo>
                    <a:pt x="1113861" y="395020"/>
                  </a:lnTo>
                  <a:lnTo>
                    <a:pt x="1098083" y="352758"/>
                  </a:lnTo>
                  <a:lnTo>
                    <a:pt x="1079203" y="312145"/>
                  </a:lnTo>
                  <a:lnTo>
                    <a:pt x="1057367" y="273331"/>
                  </a:lnTo>
                  <a:lnTo>
                    <a:pt x="1032723" y="236463"/>
                  </a:lnTo>
                  <a:lnTo>
                    <a:pt x="1005417" y="201691"/>
                  </a:lnTo>
                  <a:lnTo>
                    <a:pt x="975598" y="169163"/>
                  </a:lnTo>
                  <a:lnTo>
                    <a:pt x="943411" y="139028"/>
                  </a:lnTo>
                  <a:lnTo>
                    <a:pt x="909005" y="111434"/>
                  </a:lnTo>
                  <a:lnTo>
                    <a:pt x="872525" y="86530"/>
                  </a:lnTo>
                  <a:lnTo>
                    <a:pt x="834121" y="64465"/>
                  </a:lnTo>
                  <a:lnTo>
                    <a:pt x="793938" y="45386"/>
                  </a:lnTo>
                  <a:lnTo>
                    <a:pt x="752124" y="29443"/>
                  </a:lnTo>
                  <a:lnTo>
                    <a:pt x="708826" y="16784"/>
                  </a:lnTo>
                  <a:lnTo>
                    <a:pt x="664191" y="7559"/>
                  </a:lnTo>
                  <a:lnTo>
                    <a:pt x="618367" y="191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122420" y="3959352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0" y="577596"/>
                  </a:moveTo>
                  <a:lnTo>
                    <a:pt x="1894" y="530220"/>
                  </a:lnTo>
                  <a:lnTo>
                    <a:pt x="7480" y="483900"/>
                  </a:lnTo>
                  <a:lnTo>
                    <a:pt x="16611" y="438784"/>
                  </a:lnTo>
                  <a:lnTo>
                    <a:pt x="29138" y="395020"/>
                  </a:lnTo>
                  <a:lnTo>
                    <a:pt x="44916" y="352758"/>
                  </a:lnTo>
                  <a:lnTo>
                    <a:pt x="63796" y="312145"/>
                  </a:lnTo>
                  <a:lnTo>
                    <a:pt x="85632" y="273331"/>
                  </a:lnTo>
                  <a:lnTo>
                    <a:pt x="110276" y="236463"/>
                  </a:lnTo>
                  <a:lnTo>
                    <a:pt x="137582" y="201691"/>
                  </a:lnTo>
                  <a:lnTo>
                    <a:pt x="167401" y="169163"/>
                  </a:lnTo>
                  <a:lnTo>
                    <a:pt x="199588" y="139028"/>
                  </a:lnTo>
                  <a:lnTo>
                    <a:pt x="233994" y="111434"/>
                  </a:lnTo>
                  <a:lnTo>
                    <a:pt x="270474" y="86530"/>
                  </a:lnTo>
                  <a:lnTo>
                    <a:pt x="308878" y="64465"/>
                  </a:lnTo>
                  <a:lnTo>
                    <a:pt x="349061" y="45386"/>
                  </a:lnTo>
                  <a:lnTo>
                    <a:pt x="390875" y="29443"/>
                  </a:lnTo>
                  <a:lnTo>
                    <a:pt x="434173" y="16784"/>
                  </a:lnTo>
                  <a:lnTo>
                    <a:pt x="478808" y="7559"/>
                  </a:lnTo>
                  <a:lnTo>
                    <a:pt x="524632" y="1914"/>
                  </a:lnTo>
                  <a:lnTo>
                    <a:pt x="571500" y="0"/>
                  </a:lnTo>
                  <a:lnTo>
                    <a:pt x="618367" y="1914"/>
                  </a:lnTo>
                  <a:lnTo>
                    <a:pt x="664191" y="7559"/>
                  </a:lnTo>
                  <a:lnTo>
                    <a:pt x="708826" y="16784"/>
                  </a:lnTo>
                  <a:lnTo>
                    <a:pt x="752124" y="29443"/>
                  </a:lnTo>
                  <a:lnTo>
                    <a:pt x="793938" y="45386"/>
                  </a:lnTo>
                  <a:lnTo>
                    <a:pt x="834121" y="64465"/>
                  </a:lnTo>
                  <a:lnTo>
                    <a:pt x="872525" y="86530"/>
                  </a:lnTo>
                  <a:lnTo>
                    <a:pt x="909005" y="111434"/>
                  </a:lnTo>
                  <a:lnTo>
                    <a:pt x="943411" y="139028"/>
                  </a:lnTo>
                  <a:lnTo>
                    <a:pt x="975598" y="169163"/>
                  </a:lnTo>
                  <a:lnTo>
                    <a:pt x="1005417" y="201691"/>
                  </a:lnTo>
                  <a:lnTo>
                    <a:pt x="1032723" y="236463"/>
                  </a:lnTo>
                  <a:lnTo>
                    <a:pt x="1057367" y="273331"/>
                  </a:lnTo>
                  <a:lnTo>
                    <a:pt x="1079203" y="312145"/>
                  </a:lnTo>
                  <a:lnTo>
                    <a:pt x="1098083" y="352758"/>
                  </a:lnTo>
                  <a:lnTo>
                    <a:pt x="1113861" y="395020"/>
                  </a:lnTo>
                  <a:lnTo>
                    <a:pt x="1126388" y="438784"/>
                  </a:lnTo>
                  <a:lnTo>
                    <a:pt x="1135519" y="483900"/>
                  </a:lnTo>
                  <a:lnTo>
                    <a:pt x="1141105" y="530220"/>
                  </a:lnTo>
                  <a:lnTo>
                    <a:pt x="1143000" y="577596"/>
                  </a:lnTo>
                  <a:lnTo>
                    <a:pt x="1141105" y="624971"/>
                  </a:lnTo>
                  <a:lnTo>
                    <a:pt x="1135519" y="671291"/>
                  </a:lnTo>
                  <a:lnTo>
                    <a:pt x="1126388" y="716407"/>
                  </a:lnTo>
                  <a:lnTo>
                    <a:pt x="1113861" y="760171"/>
                  </a:lnTo>
                  <a:lnTo>
                    <a:pt x="1098083" y="802433"/>
                  </a:lnTo>
                  <a:lnTo>
                    <a:pt x="1079203" y="843046"/>
                  </a:lnTo>
                  <a:lnTo>
                    <a:pt x="1057367" y="881860"/>
                  </a:lnTo>
                  <a:lnTo>
                    <a:pt x="1032723" y="918728"/>
                  </a:lnTo>
                  <a:lnTo>
                    <a:pt x="1005417" y="953500"/>
                  </a:lnTo>
                  <a:lnTo>
                    <a:pt x="975598" y="986028"/>
                  </a:lnTo>
                  <a:lnTo>
                    <a:pt x="943411" y="1016163"/>
                  </a:lnTo>
                  <a:lnTo>
                    <a:pt x="909005" y="1043757"/>
                  </a:lnTo>
                  <a:lnTo>
                    <a:pt x="872525" y="1068661"/>
                  </a:lnTo>
                  <a:lnTo>
                    <a:pt x="834121" y="1090726"/>
                  </a:lnTo>
                  <a:lnTo>
                    <a:pt x="793938" y="1109805"/>
                  </a:lnTo>
                  <a:lnTo>
                    <a:pt x="752124" y="1125748"/>
                  </a:lnTo>
                  <a:lnTo>
                    <a:pt x="708826" y="1138407"/>
                  </a:lnTo>
                  <a:lnTo>
                    <a:pt x="664191" y="1147632"/>
                  </a:lnTo>
                  <a:lnTo>
                    <a:pt x="618367" y="1153277"/>
                  </a:lnTo>
                  <a:lnTo>
                    <a:pt x="571500" y="1155192"/>
                  </a:lnTo>
                  <a:lnTo>
                    <a:pt x="524632" y="1153277"/>
                  </a:lnTo>
                  <a:lnTo>
                    <a:pt x="478808" y="1147632"/>
                  </a:lnTo>
                  <a:lnTo>
                    <a:pt x="434173" y="1138407"/>
                  </a:lnTo>
                  <a:lnTo>
                    <a:pt x="390875" y="1125748"/>
                  </a:lnTo>
                  <a:lnTo>
                    <a:pt x="349061" y="1109805"/>
                  </a:lnTo>
                  <a:lnTo>
                    <a:pt x="308878" y="1090726"/>
                  </a:lnTo>
                  <a:lnTo>
                    <a:pt x="270474" y="1068661"/>
                  </a:lnTo>
                  <a:lnTo>
                    <a:pt x="233994" y="1043757"/>
                  </a:lnTo>
                  <a:lnTo>
                    <a:pt x="199588" y="1016163"/>
                  </a:lnTo>
                  <a:lnTo>
                    <a:pt x="167401" y="986028"/>
                  </a:lnTo>
                  <a:lnTo>
                    <a:pt x="137582" y="953500"/>
                  </a:lnTo>
                  <a:lnTo>
                    <a:pt x="110276" y="918728"/>
                  </a:lnTo>
                  <a:lnTo>
                    <a:pt x="85632" y="881860"/>
                  </a:lnTo>
                  <a:lnTo>
                    <a:pt x="63796" y="843046"/>
                  </a:lnTo>
                  <a:lnTo>
                    <a:pt x="44916" y="802433"/>
                  </a:lnTo>
                  <a:lnTo>
                    <a:pt x="29138" y="760171"/>
                  </a:lnTo>
                  <a:lnTo>
                    <a:pt x="16611" y="716407"/>
                  </a:lnTo>
                  <a:lnTo>
                    <a:pt x="7480" y="671291"/>
                  </a:lnTo>
                  <a:lnTo>
                    <a:pt x="1894" y="624971"/>
                  </a:lnTo>
                  <a:lnTo>
                    <a:pt x="0" y="57759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476622" y="4334332"/>
            <a:ext cx="356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5266182" y="4496308"/>
            <a:ext cx="2280920" cy="85725"/>
          </a:xfrm>
          <a:custGeom>
            <a:avLst/>
            <a:gdLst/>
            <a:ahLst/>
            <a:cxnLst/>
            <a:rect l="l" t="t" r="r" b="b"/>
            <a:pathLst>
              <a:path w="2280920" h="85725">
                <a:moveTo>
                  <a:pt x="2195194" y="0"/>
                </a:moveTo>
                <a:lnTo>
                  <a:pt x="2195067" y="85725"/>
                </a:lnTo>
                <a:lnTo>
                  <a:pt x="2252302" y="57150"/>
                </a:lnTo>
                <a:lnTo>
                  <a:pt x="2209418" y="57150"/>
                </a:lnTo>
                <a:lnTo>
                  <a:pt x="2209418" y="28575"/>
                </a:lnTo>
                <a:lnTo>
                  <a:pt x="2252175" y="28575"/>
                </a:lnTo>
                <a:lnTo>
                  <a:pt x="2195194" y="0"/>
                </a:lnTo>
                <a:close/>
              </a:path>
              <a:path w="2280920" h="85725">
                <a:moveTo>
                  <a:pt x="0" y="27051"/>
                </a:moveTo>
                <a:lnTo>
                  <a:pt x="0" y="55626"/>
                </a:lnTo>
                <a:lnTo>
                  <a:pt x="2209418" y="57150"/>
                </a:lnTo>
                <a:lnTo>
                  <a:pt x="2195110" y="57150"/>
                </a:lnTo>
                <a:lnTo>
                  <a:pt x="2195152" y="28575"/>
                </a:lnTo>
                <a:lnTo>
                  <a:pt x="2209418" y="28575"/>
                </a:lnTo>
                <a:lnTo>
                  <a:pt x="0" y="27051"/>
                </a:lnTo>
                <a:close/>
              </a:path>
              <a:path w="2280920" h="85725">
                <a:moveTo>
                  <a:pt x="2252175" y="28575"/>
                </a:moveTo>
                <a:lnTo>
                  <a:pt x="2209418" y="28575"/>
                </a:lnTo>
                <a:lnTo>
                  <a:pt x="2209418" y="57150"/>
                </a:lnTo>
                <a:lnTo>
                  <a:pt x="2252302" y="57150"/>
                </a:lnTo>
                <a:lnTo>
                  <a:pt x="2280792" y="42926"/>
                </a:lnTo>
                <a:lnTo>
                  <a:pt x="2252175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6301866" y="4081017"/>
            <a:ext cx="19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360545" y="3443732"/>
            <a:ext cx="704850" cy="560070"/>
          </a:xfrm>
          <a:custGeom>
            <a:avLst/>
            <a:gdLst/>
            <a:ahLst/>
            <a:cxnLst/>
            <a:rect l="l" t="t" r="r" b="b"/>
            <a:pathLst>
              <a:path w="704850" h="560070">
                <a:moveTo>
                  <a:pt x="367156" y="0"/>
                </a:moveTo>
                <a:lnTo>
                  <a:pt x="333375" y="0"/>
                </a:lnTo>
                <a:lnTo>
                  <a:pt x="316610" y="1270"/>
                </a:lnTo>
                <a:lnTo>
                  <a:pt x="266826" y="8890"/>
                </a:lnTo>
                <a:lnTo>
                  <a:pt x="218693" y="22860"/>
                </a:lnTo>
                <a:lnTo>
                  <a:pt x="158368" y="50800"/>
                </a:lnTo>
                <a:lnTo>
                  <a:pt x="130428" y="69850"/>
                </a:lnTo>
                <a:lnTo>
                  <a:pt x="117093" y="78740"/>
                </a:lnTo>
                <a:lnTo>
                  <a:pt x="80390" y="113030"/>
                </a:lnTo>
                <a:lnTo>
                  <a:pt x="49149" y="152400"/>
                </a:lnTo>
                <a:lnTo>
                  <a:pt x="25653" y="194310"/>
                </a:lnTo>
                <a:lnTo>
                  <a:pt x="9778" y="237490"/>
                </a:lnTo>
                <a:lnTo>
                  <a:pt x="1524" y="281940"/>
                </a:lnTo>
                <a:lnTo>
                  <a:pt x="0" y="312420"/>
                </a:lnTo>
                <a:lnTo>
                  <a:pt x="423" y="322580"/>
                </a:lnTo>
                <a:lnTo>
                  <a:pt x="476" y="323850"/>
                </a:lnTo>
                <a:lnTo>
                  <a:pt x="582" y="326390"/>
                </a:lnTo>
                <a:lnTo>
                  <a:pt x="6984" y="372110"/>
                </a:lnTo>
                <a:lnTo>
                  <a:pt x="20574" y="415290"/>
                </a:lnTo>
                <a:lnTo>
                  <a:pt x="41275" y="455930"/>
                </a:lnTo>
                <a:lnTo>
                  <a:pt x="68833" y="495300"/>
                </a:lnTo>
                <a:lnTo>
                  <a:pt x="79501" y="506730"/>
                </a:lnTo>
                <a:lnTo>
                  <a:pt x="90931" y="519430"/>
                </a:lnTo>
                <a:lnTo>
                  <a:pt x="103124" y="529590"/>
                </a:lnTo>
                <a:lnTo>
                  <a:pt x="115950" y="541020"/>
                </a:lnTo>
                <a:lnTo>
                  <a:pt x="129539" y="551180"/>
                </a:lnTo>
                <a:lnTo>
                  <a:pt x="143637" y="560070"/>
                </a:lnTo>
                <a:lnTo>
                  <a:pt x="154431" y="544830"/>
                </a:lnTo>
                <a:lnTo>
                  <a:pt x="140768" y="536055"/>
                </a:lnTo>
                <a:lnTo>
                  <a:pt x="140993" y="536055"/>
                </a:lnTo>
                <a:lnTo>
                  <a:pt x="127634" y="525780"/>
                </a:lnTo>
                <a:lnTo>
                  <a:pt x="128015" y="525780"/>
                </a:lnTo>
                <a:lnTo>
                  <a:pt x="115442" y="515620"/>
                </a:lnTo>
                <a:lnTo>
                  <a:pt x="115824" y="515620"/>
                </a:lnTo>
                <a:lnTo>
                  <a:pt x="104012" y="505460"/>
                </a:lnTo>
                <a:lnTo>
                  <a:pt x="104393" y="505460"/>
                </a:lnTo>
                <a:lnTo>
                  <a:pt x="93344" y="494030"/>
                </a:lnTo>
                <a:lnTo>
                  <a:pt x="93599" y="494030"/>
                </a:lnTo>
                <a:lnTo>
                  <a:pt x="83184" y="482600"/>
                </a:lnTo>
                <a:lnTo>
                  <a:pt x="83565" y="482600"/>
                </a:lnTo>
                <a:lnTo>
                  <a:pt x="73913" y="471170"/>
                </a:lnTo>
                <a:lnTo>
                  <a:pt x="74294" y="471170"/>
                </a:lnTo>
                <a:lnTo>
                  <a:pt x="65404" y="458470"/>
                </a:lnTo>
                <a:lnTo>
                  <a:pt x="65658" y="458470"/>
                </a:lnTo>
                <a:lnTo>
                  <a:pt x="58229" y="447040"/>
                </a:lnTo>
                <a:lnTo>
                  <a:pt x="57657" y="447040"/>
                </a:lnTo>
                <a:lnTo>
                  <a:pt x="50961" y="434340"/>
                </a:lnTo>
                <a:lnTo>
                  <a:pt x="50545" y="434340"/>
                </a:lnTo>
                <a:lnTo>
                  <a:pt x="44426" y="421640"/>
                </a:lnTo>
                <a:lnTo>
                  <a:pt x="44068" y="421640"/>
                </a:lnTo>
                <a:lnTo>
                  <a:pt x="38226" y="407670"/>
                </a:lnTo>
                <a:lnTo>
                  <a:pt x="33146" y="394970"/>
                </a:lnTo>
                <a:lnTo>
                  <a:pt x="33400" y="394970"/>
                </a:lnTo>
                <a:lnTo>
                  <a:pt x="29360" y="382270"/>
                </a:lnTo>
                <a:lnTo>
                  <a:pt x="29082" y="382270"/>
                </a:lnTo>
                <a:lnTo>
                  <a:pt x="25823" y="368300"/>
                </a:lnTo>
                <a:lnTo>
                  <a:pt x="25653" y="368300"/>
                </a:lnTo>
                <a:lnTo>
                  <a:pt x="19661" y="327660"/>
                </a:lnTo>
                <a:lnTo>
                  <a:pt x="19050" y="312420"/>
                </a:lnTo>
                <a:lnTo>
                  <a:pt x="19303" y="298450"/>
                </a:lnTo>
                <a:lnTo>
                  <a:pt x="24764" y="256540"/>
                </a:lnTo>
                <a:lnTo>
                  <a:pt x="31497" y="231616"/>
                </a:lnTo>
                <a:lnTo>
                  <a:pt x="32384" y="228600"/>
                </a:lnTo>
                <a:lnTo>
                  <a:pt x="32619" y="228600"/>
                </a:lnTo>
                <a:lnTo>
                  <a:pt x="38301" y="213314"/>
                </a:lnTo>
                <a:lnTo>
                  <a:pt x="43052" y="201930"/>
                </a:lnTo>
                <a:lnTo>
                  <a:pt x="42799" y="201930"/>
                </a:lnTo>
                <a:lnTo>
                  <a:pt x="49656" y="189230"/>
                </a:lnTo>
                <a:lnTo>
                  <a:pt x="49275" y="189230"/>
                </a:lnTo>
                <a:lnTo>
                  <a:pt x="56895" y="175260"/>
                </a:lnTo>
                <a:lnTo>
                  <a:pt x="57530" y="175260"/>
                </a:lnTo>
                <a:lnTo>
                  <a:pt x="65150" y="162560"/>
                </a:lnTo>
                <a:lnTo>
                  <a:pt x="64769" y="162560"/>
                </a:lnTo>
                <a:lnTo>
                  <a:pt x="74167" y="149860"/>
                </a:lnTo>
                <a:lnTo>
                  <a:pt x="74803" y="149860"/>
                </a:lnTo>
                <a:lnTo>
                  <a:pt x="83946" y="138430"/>
                </a:lnTo>
                <a:lnTo>
                  <a:pt x="83565" y="138430"/>
                </a:lnTo>
                <a:lnTo>
                  <a:pt x="94487" y="125730"/>
                </a:lnTo>
                <a:lnTo>
                  <a:pt x="95249" y="125730"/>
                </a:lnTo>
                <a:lnTo>
                  <a:pt x="105537" y="114300"/>
                </a:lnTo>
                <a:lnTo>
                  <a:pt x="106456" y="114300"/>
                </a:lnTo>
                <a:lnTo>
                  <a:pt x="116733" y="104266"/>
                </a:lnTo>
                <a:lnTo>
                  <a:pt x="118379" y="102870"/>
                </a:lnTo>
                <a:lnTo>
                  <a:pt x="129158" y="93980"/>
                </a:lnTo>
                <a:lnTo>
                  <a:pt x="128777" y="93980"/>
                </a:lnTo>
                <a:lnTo>
                  <a:pt x="141731" y="85090"/>
                </a:lnTo>
                <a:lnTo>
                  <a:pt x="141350" y="85090"/>
                </a:lnTo>
                <a:lnTo>
                  <a:pt x="154685" y="76200"/>
                </a:lnTo>
                <a:lnTo>
                  <a:pt x="154304" y="76200"/>
                </a:lnTo>
                <a:lnTo>
                  <a:pt x="168147" y="67310"/>
                </a:lnTo>
                <a:lnTo>
                  <a:pt x="167766" y="67310"/>
                </a:lnTo>
                <a:lnTo>
                  <a:pt x="181990" y="59690"/>
                </a:lnTo>
                <a:lnTo>
                  <a:pt x="184022" y="59690"/>
                </a:lnTo>
                <a:lnTo>
                  <a:pt x="196087" y="53340"/>
                </a:lnTo>
                <a:lnTo>
                  <a:pt x="195579" y="53340"/>
                </a:lnTo>
                <a:lnTo>
                  <a:pt x="209982" y="47081"/>
                </a:lnTo>
                <a:lnTo>
                  <a:pt x="225425" y="40640"/>
                </a:lnTo>
                <a:lnTo>
                  <a:pt x="228015" y="40640"/>
                </a:lnTo>
                <a:lnTo>
                  <a:pt x="240410" y="35560"/>
                </a:lnTo>
                <a:lnTo>
                  <a:pt x="240029" y="35560"/>
                </a:lnTo>
                <a:lnTo>
                  <a:pt x="255650" y="31750"/>
                </a:lnTo>
                <a:lnTo>
                  <a:pt x="255142" y="31750"/>
                </a:lnTo>
                <a:lnTo>
                  <a:pt x="270784" y="28025"/>
                </a:lnTo>
                <a:lnTo>
                  <a:pt x="270223" y="28025"/>
                </a:lnTo>
                <a:lnTo>
                  <a:pt x="286765" y="25400"/>
                </a:lnTo>
                <a:lnTo>
                  <a:pt x="286384" y="25400"/>
                </a:lnTo>
                <a:lnTo>
                  <a:pt x="302640" y="22860"/>
                </a:lnTo>
                <a:lnTo>
                  <a:pt x="302259" y="22860"/>
                </a:lnTo>
                <a:lnTo>
                  <a:pt x="318144" y="20378"/>
                </a:lnTo>
                <a:lnTo>
                  <a:pt x="317385" y="20378"/>
                </a:lnTo>
                <a:lnTo>
                  <a:pt x="334517" y="19050"/>
                </a:lnTo>
                <a:lnTo>
                  <a:pt x="473862" y="19050"/>
                </a:lnTo>
                <a:lnTo>
                  <a:pt x="467359" y="16510"/>
                </a:lnTo>
                <a:lnTo>
                  <a:pt x="417702" y="5080"/>
                </a:lnTo>
                <a:lnTo>
                  <a:pt x="400938" y="2540"/>
                </a:lnTo>
                <a:lnTo>
                  <a:pt x="367156" y="0"/>
                </a:lnTo>
                <a:close/>
              </a:path>
              <a:path w="704850" h="560070">
                <a:moveTo>
                  <a:pt x="584453" y="481330"/>
                </a:moveTo>
                <a:lnTo>
                  <a:pt x="547624" y="557530"/>
                </a:lnTo>
                <a:lnTo>
                  <a:pt x="631189" y="541020"/>
                </a:lnTo>
                <a:lnTo>
                  <a:pt x="620251" y="527050"/>
                </a:lnTo>
                <a:lnTo>
                  <a:pt x="603884" y="527050"/>
                </a:lnTo>
                <a:lnTo>
                  <a:pt x="591819" y="511810"/>
                </a:lnTo>
                <a:lnTo>
                  <a:pt x="602041" y="503792"/>
                </a:lnTo>
                <a:lnTo>
                  <a:pt x="584453" y="481330"/>
                </a:lnTo>
                <a:close/>
              </a:path>
              <a:path w="704850" h="560070">
                <a:moveTo>
                  <a:pt x="140993" y="536055"/>
                </a:moveTo>
                <a:lnTo>
                  <a:pt x="140768" y="536055"/>
                </a:lnTo>
                <a:lnTo>
                  <a:pt x="142127" y="536927"/>
                </a:lnTo>
                <a:lnTo>
                  <a:pt x="140993" y="536055"/>
                </a:lnTo>
                <a:close/>
              </a:path>
              <a:path w="704850" h="560070">
                <a:moveTo>
                  <a:pt x="602041" y="503792"/>
                </a:moveTo>
                <a:lnTo>
                  <a:pt x="591819" y="511810"/>
                </a:lnTo>
                <a:lnTo>
                  <a:pt x="603884" y="527050"/>
                </a:lnTo>
                <a:lnTo>
                  <a:pt x="613716" y="518702"/>
                </a:lnTo>
                <a:lnTo>
                  <a:pt x="602041" y="503792"/>
                </a:lnTo>
                <a:close/>
              </a:path>
              <a:path w="704850" h="560070">
                <a:moveTo>
                  <a:pt x="613716" y="518702"/>
                </a:moveTo>
                <a:lnTo>
                  <a:pt x="603884" y="527050"/>
                </a:lnTo>
                <a:lnTo>
                  <a:pt x="620251" y="527050"/>
                </a:lnTo>
                <a:lnTo>
                  <a:pt x="613716" y="518702"/>
                </a:lnTo>
                <a:close/>
              </a:path>
              <a:path w="704850" h="560070">
                <a:moveTo>
                  <a:pt x="648207" y="444500"/>
                </a:moveTo>
                <a:lnTo>
                  <a:pt x="639826" y="458470"/>
                </a:lnTo>
                <a:lnTo>
                  <a:pt x="640079" y="458470"/>
                </a:lnTo>
                <a:lnTo>
                  <a:pt x="630808" y="471170"/>
                </a:lnTo>
                <a:lnTo>
                  <a:pt x="631063" y="471170"/>
                </a:lnTo>
                <a:lnTo>
                  <a:pt x="621029" y="482600"/>
                </a:lnTo>
                <a:lnTo>
                  <a:pt x="621410" y="482600"/>
                </a:lnTo>
                <a:lnTo>
                  <a:pt x="603757" y="501650"/>
                </a:lnTo>
                <a:lnTo>
                  <a:pt x="604774" y="501650"/>
                </a:lnTo>
                <a:lnTo>
                  <a:pt x="602041" y="503792"/>
                </a:lnTo>
                <a:lnTo>
                  <a:pt x="613716" y="518702"/>
                </a:lnTo>
                <a:lnTo>
                  <a:pt x="617346" y="515620"/>
                </a:lnTo>
                <a:lnTo>
                  <a:pt x="635762" y="495300"/>
                </a:lnTo>
                <a:lnTo>
                  <a:pt x="646176" y="482600"/>
                </a:lnTo>
                <a:lnTo>
                  <a:pt x="655701" y="468630"/>
                </a:lnTo>
                <a:lnTo>
                  <a:pt x="664463" y="454660"/>
                </a:lnTo>
                <a:lnTo>
                  <a:pt x="669393" y="445770"/>
                </a:lnTo>
                <a:lnTo>
                  <a:pt x="647953" y="445770"/>
                </a:lnTo>
                <a:lnTo>
                  <a:pt x="648207" y="444500"/>
                </a:lnTo>
                <a:close/>
              </a:path>
              <a:path w="704850" h="560070">
                <a:moveTo>
                  <a:pt x="57403" y="445770"/>
                </a:moveTo>
                <a:lnTo>
                  <a:pt x="57657" y="447040"/>
                </a:lnTo>
                <a:lnTo>
                  <a:pt x="58229" y="447040"/>
                </a:lnTo>
                <a:lnTo>
                  <a:pt x="57403" y="445770"/>
                </a:lnTo>
                <a:close/>
              </a:path>
              <a:path w="704850" h="560070">
                <a:moveTo>
                  <a:pt x="667765" y="405130"/>
                </a:moveTo>
                <a:lnTo>
                  <a:pt x="661924" y="419100"/>
                </a:lnTo>
                <a:lnTo>
                  <a:pt x="662177" y="419100"/>
                </a:lnTo>
                <a:lnTo>
                  <a:pt x="655319" y="431800"/>
                </a:lnTo>
                <a:lnTo>
                  <a:pt x="647953" y="445770"/>
                </a:lnTo>
                <a:lnTo>
                  <a:pt x="669393" y="445770"/>
                </a:lnTo>
                <a:lnTo>
                  <a:pt x="672210" y="440690"/>
                </a:lnTo>
                <a:lnTo>
                  <a:pt x="679322" y="426720"/>
                </a:lnTo>
                <a:lnTo>
                  <a:pt x="685418" y="412750"/>
                </a:lnTo>
                <a:lnTo>
                  <a:pt x="687641" y="406400"/>
                </a:lnTo>
                <a:lnTo>
                  <a:pt x="667638" y="406400"/>
                </a:lnTo>
                <a:lnTo>
                  <a:pt x="667765" y="405130"/>
                </a:lnTo>
                <a:close/>
              </a:path>
              <a:path w="704850" h="560070">
                <a:moveTo>
                  <a:pt x="50291" y="433070"/>
                </a:moveTo>
                <a:lnTo>
                  <a:pt x="50545" y="434340"/>
                </a:lnTo>
                <a:lnTo>
                  <a:pt x="50961" y="434340"/>
                </a:lnTo>
                <a:lnTo>
                  <a:pt x="50291" y="433070"/>
                </a:lnTo>
                <a:close/>
              </a:path>
              <a:path w="704850" h="560070">
                <a:moveTo>
                  <a:pt x="43814" y="420370"/>
                </a:moveTo>
                <a:lnTo>
                  <a:pt x="44068" y="421640"/>
                </a:lnTo>
                <a:lnTo>
                  <a:pt x="44426" y="421640"/>
                </a:lnTo>
                <a:lnTo>
                  <a:pt x="43814" y="420370"/>
                </a:lnTo>
                <a:close/>
              </a:path>
              <a:path w="704850" h="560070">
                <a:moveTo>
                  <a:pt x="672718" y="391160"/>
                </a:moveTo>
                <a:lnTo>
                  <a:pt x="667638" y="406400"/>
                </a:lnTo>
                <a:lnTo>
                  <a:pt x="687641" y="406400"/>
                </a:lnTo>
                <a:lnTo>
                  <a:pt x="690752" y="397510"/>
                </a:lnTo>
                <a:lnTo>
                  <a:pt x="692369" y="392430"/>
                </a:lnTo>
                <a:lnTo>
                  <a:pt x="672591" y="392430"/>
                </a:lnTo>
                <a:lnTo>
                  <a:pt x="672718" y="391160"/>
                </a:lnTo>
                <a:close/>
              </a:path>
              <a:path w="704850" h="560070">
                <a:moveTo>
                  <a:pt x="701272" y="266700"/>
                </a:moveTo>
                <a:lnTo>
                  <a:pt x="682116" y="266700"/>
                </a:lnTo>
                <a:lnTo>
                  <a:pt x="684149" y="280670"/>
                </a:lnTo>
                <a:lnTo>
                  <a:pt x="685303" y="293370"/>
                </a:lnTo>
                <a:lnTo>
                  <a:pt x="685418" y="294640"/>
                </a:lnTo>
                <a:lnTo>
                  <a:pt x="685800" y="308610"/>
                </a:lnTo>
                <a:lnTo>
                  <a:pt x="685545" y="322580"/>
                </a:lnTo>
                <a:lnTo>
                  <a:pt x="679640" y="366818"/>
                </a:lnTo>
                <a:lnTo>
                  <a:pt x="672591" y="392430"/>
                </a:lnTo>
                <a:lnTo>
                  <a:pt x="692369" y="392430"/>
                </a:lnTo>
                <a:lnTo>
                  <a:pt x="701547" y="353060"/>
                </a:lnTo>
                <a:lnTo>
                  <a:pt x="704786" y="312420"/>
                </a:lnTo>
                <a:lnTo>
                  <a:pt x="704850" y="308610"/>
                </a:lnTo>
                <a:lnTo>
                  <a:pt x="704511" y="298450"/>
                </a:lnTo>
                <a:lnTo>
                  <a:pt x="704384" y="294640"/>
                </a:lnTo>
                <a:lnTo>
                  <a:pt x="704341" y="293370"/>
                </a:lnTo>
                <a:lnTo>
                  <a:pt x="703302" y="281940"/>
                </a:lnTo>
                <a:lnTo>
                  <a:pt x="703187" y="280670"/>
                </a:lnTo>
                <a:lnTo>
                  <a:pt x="703071" y="279400"/>
                </a:lnTo>
                <a:lnTo>
                  <a:pt x="701272" y="266700"/>
                </a:lnTo>
                <a:close/>
              </a:path>
              <a:path w="704850" h="560070">
                <a:moveTo>
                  <a:pt x="28955" y="381000"/>
                </a:moveTo>
                <a:lnTo>
                  <a:pt x="29082" y="382270"/>
                </a:lnTo>
                <a:lnTo>
                  <a:pt x="29360" y="382270"/>
                </a:lnTo>
                <a:lnTo>
                  <a:pt x="28955" y="381000"/>
                </a:lnTo>
                <a:close/>
              </a:path>
              <a:path w="704850" h="560070">
                <a:moveTo>
                  <a:pt x="25526" y="367030"/>
                </a:moveTo>
                <a:lnTo>
                  <a:pt x="25653" y="368300"/>
                </a:lnTo>
                <a:lnTo>
                  <a:pt x="25823" y="368300"/>
                </a:lnTo>
                <a:lnTo>
                  <a:pt x="25526" y="367030"/>
                </a:lnTo>
                <a:close/>
              </a:path>
              <a:path w="704850" h="560070">
                <a:moveTo>
                  <a:pt x="698722" y="252730"/>
                </a:moveTo>
                <a:lnTo>
                  <a:pt x="679322" y="252730"/>
                </a:lnTo>
                <a:lnTo>
                  <a:pt x="679445" y="253981"/>
                </a:lnTo>
                <a:lnTo>
                  <a:pt x="679828" y="255486"/>
                </a:lnTo>
                <a:lnTo>
                  <a:pt x="682116" y="267970"/>
                </a:lnTo>
                <a:lnTo>
                  <a:pt x="682116" y="266700"/>
                </a:lnTo>
                <a:lnTo>
                  <a:pt x="701272" y="266700"/>
                </a:lnTo>
                <a:lnTo>
                  <a:pt x="700913" y="264160"/>
                </a:lnTo>
                <a:lnTo>
                  <a:pt x="698962" y="253981"/>
                </a:lnTo>
                <a:lnTo>
                  <a:pt x="698838" y="253338"/>
                </a:lnTo>
                <a:lnTo>
                  <a:pt x="698722" y="252730"/>
                </a:lnTo>
                <a:close/>
              </a:path>
              <a:path w="704850" h="560070">
                <a:moveTo>
                  <a:pt x="681574" y="199390"/>
                </a:moveTo>
                <a:lnTo>
                  <a:pt x="660907" y="199390"/>
                </a:lnTo>
                <a:lnTo>
                  <a:pt x="666643" y="213105"/>
                </a:lnTo>
                <a:lnTo>
                  <a:pt x="666604" y="213314"/>
                </a:lnTo>
                <a:lnTo>
                  <a:pt x="671702" y="226060"/>
                </a:lnTo>
                <a:lnTo>
                  <a:pt x="675893" y="240030"/>
                </a:lnTo>
                <a:lnTo>
                  <a:pt x="679445" y="253981"/>
                </a:lnTo>
                <a:lnTo>
                  <a:pt x="679322" y="252730"/>
                </a:lnTo>
                <a:lnTo>
                  <a:pt x="698722" y="252730"/>
                </a:lnTo>
                <a:lnTo>
                  <a:pt x="697991" y="248920"/>
                </a:lnTo>
                <a:lnTo>
                  <a:pt x="694181" y="234950"/>
                </a:lnTo>
                <a:lnTo>
                  <a:pt x="689609" y="219710"/>
                </a:lnTo>
                <a:lnTo>
                  <a:pt x="684402" y="205740"/>
                </a:lnTo>
                <a:lnTo>
                  <a:pt x="681574" y="199390"/>
                </a:lnTo>
                <a:close/>
              </a:path>
              <a:path w="704850" h="560070">
                <a:moveTo>
                  <a:pt x="32619" y="228600"/>
                </a:moveTo>
                <a:lnTo>
                  <a:pt x="32384" y="228600"/>
                </a:lnTo>
                <a:lnTo>
                  <a:pt x="31480" y="231616"/>
                </a:lnTo>
                <a:lnTo>
                  <a:pt x="32619" y="228600"/>
                </a:lnTo>
                <a:close/>
              </a:path>
              <a:path w="704850" h="560070">
                <a:moveTo>
                  <a:pt x="675686" y="186690"/>
                </a:moveTo>
                <a:lnTo>
                  <a:pt x="654430" y="186690"/>
                </a:lnTo>
                <a:lnTo>
                  <a:pt x="661034" y="200660"/>
                </a:lnTo>
                <a:lnTo>
                  <a:pt x="660907" y="199390"/>
                </a:lnTo>
                <a:lnTo>
                  <a:pt x="681574" y="199390"/>
                </a:lnTo>
                <a:lnTo>
                  <a:pt x="678179" y="191770"/>
                </a:lnTo>
                <a:lnTo>
                  <a:pt x="675686" y="186690"/>
                </a:lnTo>
                <a:close/>
              </a:path>
              <a:path w="704850" h="560070">
                <a:moveTo>
                  <a:pt x="669035" y="173990"/>
                </a:moveTo>
                <a:lnTo>
                  <a:pt x="647191" y="173990"/>
                </a:lnTo>
                <a:lnTo>
                  <a:pt x="654684" y="187960"/>
                </a:lnTo>
                <a:lnTo>
                  <a:pt x="654430" y="186690"/>
                </a:lnTo>
                <a:lnTo>
                  <a:pt x="675686" y="186690"/>
                </a:lnTo>
                <a:lnTo>
                  <a:pt x="671321" y="177800"/>
                </a:lnTo>
                <a:lnTo>
                  <a:pt x="669035" y="173990"/>
                </a:lnTo>
                <a:close/>
              </a:path>
              <a:path w="704850" h="560070">
                <a:moveTo>
                  <a:pt x="57530" y="175260"/>
                </a:moveTo>
                <a:lnTo>
                  <a:pt x="56895" y="175260"/>
                </a:lnTo>
                <a:lnTo>
                  <a:pt x="56768" y="176530"/>
                </a:lnTo>
                <a:lnTo>
                  <a:pt x="57530" y="175260"/>
                </a:lnTo>
                <a:close/>
              </a:path>
              <a:path w="704850" h="560070">
                <a:moveTo>
                  <a:pt x="594656" y="85090"/>
                </a:moveTo>
                <a:lnTo>
                  <a:pt x="564006" y="85090"/>
                </a:lnTo>
                <a:lnTo>
                  <a:pt x="577341" y="95250"/>
                </a:lnTo>
                <a:lnTo>
                  <a:pt x="576960" y="95250"/>
                </a:lnTo>
                <a:lnTo>
                  <a:pt x="589533" y="105410"/>
                </a:lnTo>
                <a:lnTo>
                  <a:pt x="589152" y="105410"/>
                </a:lnTo>
                <a:lnTo>
                  <a:pt x="600963" y="115570"/>
                </a:lnTo>
                <a:lnTo>
                  <a:pt x="600582" y="115570"/>
                </a:lnTo>
                <a:lnTo>
                  <a:pt x="611631" y="127000"/>
                </a:lnTo>
                <a:lnTo>
                  <a:pt x="611251" y="127000"/>
                </a:lnTo>
                <a:lnTo>
                  <a:pt x="621664" y="138430"/>
                </a:lnTo>
                <a:lnTo>
                  <a:pt x="621410" y="138430"/>
                </a:lnTo>
                <a:lnTo>
                  <a:pt x="631063" y="149860"/>
                </a:lnTo>
                <a:lnTo>
                  <a:pt x="630681" y="149860"/>
                </a:lnTo>
                <a:lnTo>
                  <a:pt x="639571" y="162560"/>
                </a:lnTo>
                <a:lnTo>
                  <a:pt x="639317" y="162560"/>
                </a:lnTo>
                <a:lnTo>
                  <a:pt x="647445" y="175260"/>
                </a:lnTo>
                <a:lnTo>
                  <a:pt x="647191" y="173990"/>
                </a:lnTo>
                <a:lnTo>
                  <a:pt x="669035" y="173990"/>
                </a:lnTo>
                <a:lnTo>
                  <a:pt x="646049" y="138430"/>
                </a:lnTo>
                <a:lnTo>
                  <a:pt x="614044" y="102870"/>
                </a:lnTo>
                <a:lnTo>
                  <a:pt x="601852" y="91440"/>
                </a:lnTo>
                <a:lnTo>
                  <a:pt x="594656" y="85090"/>
                </a:lnTo>
                <a:close/>
              </a:path>
              <a:path w="704850" h="560070">
                <a:moveTo>
                  <a:pt x="74803" y="149860"/>
                </a:moveTo>
                <a:lnTo>
                  <a:pt x="74167" y="149860"/>
                </a:lnTo>
                <a:lnTo>
                  <a:pt x="73787" y="151130"/>
                </a:lnTo>
                <a:lnTo>
                  <a:pt x="74803" y="149860"/>
                </a:lnTo>
                <a:close/>
              </a:path>
              <a:path w="704850" h="560070">
                <a:moveTo>
                  <a:pt x="95249" y="125730"/>
                </a:moveTo>
                <a:lnTo>
                  <a:pt x="94487" y="125730"/>
                </a:lnTo>
                <a:lnTo>
                  <a:pt x="94106" y="127000"/>
                </a:lnTo>
                <a:lnTo>
                  <a:pt x="95249" y="125730"/>
                </a:lnTo>
                <a:close/>
              </a:path>
              <a:path w="704850" h="560070">
                <a:moveTo>
                  <a:pt x="106456" y="114300"/>
                </a:moveTo>
                <a:lnTo>
                  <a:pt x="105537" y="114300"/>
                </a:lnTo>
                <a:lnTo>
                  <a:pt x="105155" y="115570"/>
                </a:lnTo>
                <a:lnTo>
                  <a:pt x="106456" y="114300"/>
                </a:lnTo>
                <a:close/>
              </a:path>
              <a:path w="704850" h="560070">
                <a:moveTo>
                  <a:pt x="118420" y="102870"/>
                </a:moveTo>
                <a:lnTo>
                  <a:pt x="116711" y="104266"/>
                </a:lnTo>
                <a:lnTo>
                  <a:pt x="116961" y="104266"/>
                </a:lnTo>
                <a:lnTo>
                  <a:pt x="118420" y="102870"/>
                </a:lnTo>
                <a:close/>
              </a:path>
              <a:path w="704850" h="560070">
                <a:moveTo>
                  <a:pt x="490788" y="45120"/>
                </a:moveTo>
                <a:lnTo>
                  <a:pt x="507745" y="52070"/>
                </a:lnTo>
                <a:lnTo>
                  <a:pt x="507238" y="52070"/>
                </a:lnTo>
                <a:lnTo>
                  <a:pt x="522350" y="59690"/>
                </a:lnTo>
                <a:lnTo>
                  <a:pt x="521969" y="59690"/>
                </a:lnTo>
                <a:lnTo>
                  <a:pt x="536828" y="67310"/>
                </a:lnTo>
                <a:lnTo>
                  <a:pt x="536447" y="67310"/>
                </a:lnTo>
                <a:lnTo>
                  <a:pt x="550926" y="76200"/>
                </a:lnTo>
                <a:lnTo>
                  <a:pt x="550544" y="76200"/>
                </a:lnTo>
                <a:lnTo>
                  <a:pt x="564388" y="86360"/>
                </a:lnTo>
                <a:lnTo>
                  <a:pt x="564006" y="85090"/>
                </a:lnTo>
                <a:lnTo>
                  <a:pt x="594656" y="85090"/>
                </a:lnTo>
                <a:lnTo>
                  <a:pt x="588899" y="80010"/>
                </a:lnTo>
                <a:lnTo>
                  <a:pt x="575309" y="69850"/>
                </a:lnTo>
                <a:lnTo>
                  <a:pt x="561085" y="60960"/>
                </a:lnTo>
                <a:lnTo>
                  <a:pt x="546226" y="50800"/>
                </a:lnTo>
                <a:lnTo>
                  <a:pt x="536066" y="45720"/>
                </a:lnTo>
                <a:lnTo>
                  <a:pt x="492632" y="45720"/>
                </a:lnTo>
                <a:lnTo>
                  <a:pt x="490788" y="45120"/>
                </a:lnTo>
                <a:close/>
              </a:path>
              <a:path w="704850" h="560070">
                <a:moveTo>
                  <a:pt x="184022" y="59690"/>
                </a:moveTo>
                <a:lnTo>
                  <a:pt x="181990" y="59690"/>
                </a:lnTo>
                <a:lnTo>
                  <a:pt x="181609" y="60960"/>
                </a:lnTo>
                <a:lnTo>
                  <a:pt x="184022" y="59690"/>
                </a:lnTo>
                <a:close/>
              </a:path>
              <a:path w="704850" h="560070">
                <a:moveTo>
                  <a:pt x="219354" y="43180"/>
                </a:moveTo>
                <a:lnTo>
                  <a:pt x="209973" y="47081"/>
                </a:lnTo>
                <a:lnTo>
                  <a:pt x="210224" y="47081"/>
                </a:lnTo>
                <a:lnTo>
                  <a:pt x="219354" y="43180"/>
                </a:lnTo>
                <a:close/>
              </a:path>
              <a:path w="704850" h="560070">
                <a:moveTo>
                  <a:pt x="444590" y="30025"/>
                </a:moveTo>
                <a:lnTo>
                  <a:pt x="462025" y="35560"/>
                </a:lnTo>
                <a:lnTo>
                  <a:pt x="461644" y="35560"/>
                </a:lnTo>
                <a:lnTo>
                  <a:pt x="477392" y="40640"/>
                </a:lnTo>
                <a:lnTo>
                  <a:pt x="477012" y="40640"/>
                </a:lnTo>
                <a:lnTo>
                  <a:pt x="492632" y="45720"/>
                </a:lnTo>
                <a:lnTo>
                  <a:pt x="536066" y="45720"/>
                </a:lnTo>
                <a:lnTo>
                  <a:pt x="515492" y="35560"/>
                </a:lnTo>
                <a:lnTo>
                  <a:pt x="504909" y="30480"/>
                </a:lnTo>
                <a:lnTo>
                  <a:pt x="446531" y="30480"/>
                </a:lnTo>
                <a:lnTo>
                  <a:pt x="444590" y="30025"/>
                </a:lnTo>
                <a:close/>
              </a:path>
              <a:path w="704850" h="560070">
                <a:moveTo>
                  <a:pt x="228015" y="40640"/>
                </a:moveTo>
                <a:lnTo>
                  <a:pt x="225425" y="40640"/>
                </a:lnTo>
                <a:lnTo>
                  <a:pt x="224916" y="41910"/>
                </a:lnTo>
                <a:lnTo>
                  <a:pt x="228015" y="40640"/>
                </a:lnTo>
                <a:close/>
              </a:path>
              <a:path w="704850" h="560070">
                <a:moveTo>
                  <a:pt x="240971" y="35330"/>
                </a:moveTo>
                <a:lnTo>
                  <a:pt x="240029" y="35560"/>
                </a:lnTo>
                <a:lnTo>
                  <a:pt x="240410" y="35560"/>
                </a:lnTo>
                <a:lnTo>
                  <a:pt x="240971" y="35330"/>
                </a:lnTo>
                <a:close/>
              </a:path>
              <a:path w="704850" h="560070">
                <a:moveTo>
                  <a:pt x="406590" y="22860"/>
                </a:moveTo>
                <a:lnTo>
                  <a:pt x="430285" y="26611"/>
                </a:lnTo>
                <a:lnTo>
                  <a:pt x="430637" y="26754"/>
                </a:lnTo>
                <a:lnTo>
                  <a:pt x="446532" y="30480"/>
                </a:lnTo>
                <a:lnTo>
                  <a:pt x="504909" y="30480"/>
                </a:lnTo>
                <a:lnTo>
                  <a:pt x="499796" y="28025"/>
                </a:lnTo>
                <a:lnTo>
                  <a:pt x="487616" y="24130"/>
                </a:lnTo>
                <a:lnTo>
                  <a:pt x="414781" y="24130"/>
                </a:lnTo>
                <a:lnTo>
                  <a:pt x="406590" y="22860"/>
                </a:lnTo>
                <a:close/>
              </a:path>
              <a:path w="704850" h="560070">
                <a:moveTo>
                  <a:pt x="430285" y="26611"/>
                </a:moveTo>
                <a:lnTo>
                  <a:pt x="430028" y="26611"/>
                </a:lnTo>
                <a:lnTo>
                  <a:pt x="430637" y="26754"/>
                </a:lnTo>
                <a:lnTo>
                  <a:pt x="430285" y="26611"/>
                </a:lnTo>
                <a:close/>
              </a:path>
              <a:path w="704850" h="560070">
                <a:moveTo>
                  <a:pt x="473862" y="19050"/>
                </a:moveTo>
                <a:lnTo>
                  <a:pt x="366267" y="19050"/>
                </a:lnTo>
                <a:lnTo>
                  <a:pt x="383533" y="20378"/>
                </a:lnTo>
                <a:lnTo>
                  <a:pt x="383146" y="20378"/>
                </a:lnTo>
                <a:lnTo>
                  <a:pt x="399524" y="21647"/>
                </a:lnTo>
                <a:lnTo>
                  <a:pt x="398771" y="21647"/>
                </a:lnTo>
                <a:lnTo>
                  <a:pt x="414781" y="24130"/>
                </a:lnTo>
                <a:lnTo>
                  <a:pt x="487616" y="24130"/>
                </a:lnTo>
                <a:lnTo>
                  <a:pt x="483615" y="22860"/>
                </a:lnTo>
                <a:lnTo>
                  <a:pt x="473862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517516" y="3044393"/>
            <a:ext cx="426084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0,1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504438" y="3443732"/>
            <a:ext cx="5190490" cy="1677670"/>
            <a:chOff x="3504438" y="3443732"/>
            <a:chExt cx="5190490" cy="1677670"/>
          </a:xfrm>
        </p:grpSpPr>
        <p:sp>
          <p:nvSpPr>
            <p:cNvPr id="19" name="object 19" descr=""/>
            <p:cNvSpPr/>
            <p:nvPr/>
          </p:nvSpPr>
          <p:spPr>
            <a:xfrm>
              <a:off x="3504438" y="3443731"/>
              <a:ext cx="4965700" cy="1137285"/>
            </a:xfrm>
            <a:custGeom>
              <a:avLst/>
              <a:gdLst/>
              <a:ahLst/>
              <a:cxnLst/>
              <a:rect l="l" t="t" r="r" b="b"/>
              <a:pathLst>
                <a:path w="4965700" h="1137285">
                  <a:moveTo>
                    <a:pt x="617601" y="1093978"/>
                  </a:moveTo>
                  <a:lnTo>
                    <a:pt x="588937" y="1079627"/>
                  </a:lnTo>
                  <a:lnTo>
                    <a:pt x="531876" y="1051052"/>
                  </a:lnTo>
                  <a:lnTo>
                    <a:pt x="531876" y="1079627"/>
                  </a:lnTo>
                  <a:lnTo>
                    <a:pt x="0" y="1079627"/>
                  </a:lnTo>
                  <a:lnTo>
                    <a:pt x="0" y="1108202"/>
                  </a:lnTo>
                  <a:lnTo>
                    <a:pt x="531876" y="1108202"/>
                  </a:lnTo>
                  <a:lnTo>
                    <a:pt x="531876" y="1136777"/>
                  </a:lnTo>
                  <a:lnTo>
                    <a:pt x="589102" y="1108202"/>
                  </a:lnTo>
                  <a:lnTo>
                    <a:pt x="617601" y="1093978"/>
                  </a:lnTo>
                  <a:close/>
                </a:path>
                <a:path w="4965700" h="1137285">
                  <a:moveTo>
                    <a:pt x="4965573" y="308610"/>
                  </a:moveTo>
                  <a:lnTo>
                    <a:pt x="4965230" y="298450"/>
                  </a:lnTo>
                  <a:lnTo>
                    <a:pt x="4965103" y="294640"/>
                  </a:lnTo>
                  <a:lnTo>
                    <a:pt x="4965065" y="293370"/>
                  </a:lnTo>
                  <a:lnTo>
                    <a:pt x="4964023" y="281940"/>
                  </a:lnTo>
                  <a:lnTo>
                    <a:pt x="4963909" y="280670"/>
                  </a:lnTo>
                  <a:lnTo>
                    <a:pt x="4963795" y="279400"/>
                  </a:lnTo>
                  <a:lnTo>
                    <a:pt x="4961991" y="266700"/>
                  </a:lnTo>
                  <a:lnTo>
                    <a:pt x="4961636" y="264160"/>
                  </a:lnTo>
                  <a:lnTo>
                    <a:pt x="4959680" y="253987"/>
                  </a:lnTo>
                  <a:lnTo>
                    <a:pt x="4959553" y="253339"/>
                  </a:lnTo>
                  <a:lnTo>
                    <a:pt x="4959439" y="252730"/>
                  </a:lnTo>
                  <a:lnTo>
                    <a:pt x="4945126" y="205740"/>
                  </a:lnTo>
                  <a:lnTo>
                    <a:pt x="4942294" y="199390"/>
                  </a:lnTo>
                  <a:lnTo>
                    <a:pt x="4938903" y="191770"/>
                  </a:lnTo>
                  <a:lnTo>
                    <a:pt x="4936401" y="186690"/>
                  </a:lnTo>
                  <a:lnTo>
                    <a:pt x="4932045" y="177800"/>
                  </a:lnTo>
                  <a:lnTo>
                    <a:pt x="4929759" y="173990"/>
                  </a:lnTo>
                  <a:lnTo>
                    <a:pt x="4906772" y="138430"/>
                  </a:lnTo>
                  <a:lnTo>
                    <a:pt x="4874768" y="102870"/>
                  </a:lnTo>
                  <a:lnTo>
                    <a:pt x="4855375" y="85090"/>
                  </a:lnTo>
                  <a:lnTo>
                    <a:pt x="4849622" y="80010"/>
                  </a:lnTo>
                  <a:lnTo>
                    <a:pt x="4836033" y="69850"/>
                  </a:lnTo>
                  <a:lnTo>
                    <a:pt x="4821809" y="60960"/>
                  </a:lnTo>
                  <a:lnTo>
                    <a:pt x="4806950" y="50800"/>
                  </a:lnTo>
                  <a:lnTo>
                    <a:pt x="4796790" y="45720"/>
                  </a:lnTo>
                  <a:lnTo>
                    <a:pt x="4776216" y="35560"/>
                  </a:lnTo>
                  <a:lnTo>
                    <a:pt x="4765624" y="30480"/>
                  </a:lnTo>
                  <a:lnTo>
                    <a:pt x="4760519" y="28028"/>
                  </a:lnTo>
                  <a:lnTo>
                    <a:pt x="4748339" y="24130"/>
                  </a:lnTo>
                  <a:lnTo>
                    <a:pt x="4744339" y="22860"/>
                  </a:lnTo>
                  <a:lnTo>
                    <a:pt x="4734585" y="19050"/>
                  </a:lnTo>
                  <a:lnTo>
                    <a:pt x="4728083" y="16510"/>
                  </a:lnTo>
                  <a:lnTo>
                    <a:pt x="4678426" y="5080"/>
                  </a:lnTo>
                  <a:lnTo>
                    <a:pt x="4661662" y="2540"/>
                  </a:lnTo>
                  <a:lnTo>
                    <a:pt x="4627880" y="0"/>
                  </a:lnTo>
                  <a:lnTo>
                    <a:pt x="4594098" y="0"/>
                  </a:lnTo>
                  <a:lnTo>
                    <a:pt x="4527550" y="8890"/>
                  </a:lnTo>
                  <a:lnTo>
                    <a:pt x="4479417" y="22860"/>
                  </a:lnTo>
                  <a:lnTo>
                    <a:pt x="4419092" y="50800"/>
                  </a:lnTo>
                  <a:lnTo>
                    <a:pt x="4391152" y="69850"/>
                  </a:lnTo>
                  <a:lnTo>
                    <a:pt x="4377817" y="78740"/>
                  </a:lnTo>
                  <a:lnTo>
                    <a:pt x="4341114" y="113030"/>
                  </a:lnTo>
                  <a:lnTo>
                    <a:pt x="4309872" y="152400"/>
                  </a:lnTo>
                  <a:lnTo>
                    <a:pt x="4286377" y="194310"/>
                  </a:lnTo>
                  <a:lnTo>
                    <a:pt x="4270502" y="237490"/>
                  </a:lnTo>
                  <a:lnTo>
                    <a:pt x="4262247" y="281940"/>
                  </a:lnTo>
                  <a:lnTo>
                    <a:pt x="4260786" y="308610"/>
                  </a:lnTo>
                  <a:lnTo>
                    <a:pt x="4260723" y="312420"/>
                  </a:lnTo>
                  <a:lnTo>
                    <a:pt x="4261142" y="322580"/>
                  </a:lnTo>
                  <a:lnTo>
                    <a:pt x="4261193" y="323850"/>
                  </a:lnTo>
                  <a:lnTo>
                    <a:pt x="4261294" y="326390"/>
                  </a:lnTo>
                  <a:lnTo>
                    <a:pt x="4267708" y="372110"/>
                  </a:lnTo>
                  <a:lnTo>
                    <a:pt x="4281297" y="415290"/>
                  </a:lnTo>
                  <a:lnTo>
                    <a:pt x="4301998" y="455930"/>
                  </a:lnTo>
                  <a:lnTo>
                    <a:pt x="4329557" y="495300"/>
                  </a:lnTo>
                  <a:lnTo>
                    <a:pt x="4340225" y="506730"/>
                  </a:lnTo>
                  <a:lnTo>
                    <a:pt x="4351655" y="519430"/>
                  </a:lnTo>
                  <a:lnTo>
                    <a:pt x="4363847" y="529590"/>
                  </a:lnTo>
                  <a:lnTo>
                    <a:pt x="4376674" y="541020"/>
                  </a:lnTo>
                  <a:lnTo>
                    <a:pt x="4390263" y="551180"/>
                  </a:lnTo>
                  <a:lnTo>
                    <a:pt x="4404360" y="560070"/>
                  </a:lnTo>
                  <a:lnTo>
                    <a:pt x="4415155" y="544830"/>
                  </a:lnTo>
                  <a:lnTo>
                    <a:pt x="4401490" y="536067"/>
                  </a:lnTo>
                  <a:lnTo>
                    <a:pt x="4402848" y="536930"/>
                  </a:lnTo>
                  <a:lnTo>
                    <a:pt x="4401705" y="536067"/>
                  </a:lnTo>
                  <a:lnTo>
                    <a:pt x="4388358" y="525780"/>
                  </a:lnTo>
                  <a:lnTo>
                    <a:pt x="4388739" y="525780"/>
                  </a:lnTo>
                  <a:lnTo>
                    <a:pt x="4376166" y="515620"/>
                  </a:lnTo>
                  <a:lnTo>
                    <a:pt x="4376547" y="515620"/>
                  </a:lnTo>
                  <a:lnTo>
                    <a:pt x="4364736" y="505460"/>
                  </a:lnTo>
                  <a:lnTo>
                    <a:pt x="4365117" y="505460"/>
                  </a:lnTo>
                  <a:lnTo>
                    <a:pt x="4354068" y="494030"/>
                  </a:lnTo>
                  <a:lnTo>
                    <a:pt x="4354322" y="494030"/>
                  </a:lnTo>
                  <a:lnTo>
                    <a:pt x="4343908" y="482600"/>
                  </a:lnTo>
                  <a:lnTo>
                    <a:pt x="4344289" y="482600"/>
                  </a:lnTo>
                  <a:lnTo>
                    <a:pt x="4334637" y="471170"/>
                  </a:lnTo>
                  <a:lnTo>
                    <a:pt x="4335018" y="471170"/>
                  </a:lnTo>
                  <a:lnTo>
                    <a:pt x="4326128" y="458470"/>
                  </a:lnTo>
                  <a:lnTo>
                    <a:pt x="4326382" y="458470"/>
                  </a:lnTo>
                  <a:lnTo>
                    <a:pt x="4318952" y="447040"/>
                  </a:lnTo>
                  <a:lnTo>
                    <a:pt x="4318127" y="445770"/>
                  </a:lnTo>
                  <a:lnTo>
                    <a:pt x="4318381" y="447040"/>
                  </a:lnTo>
                  <a:lnTo>
                    <a:pt x="4311675" y="434340"/>
                  </a:lnTo>
                  <a:lnTo>
                    <a:pt x="4311015" y="433070"/>
                  </a:lnTo>
                  <a:lnTo>
                    <a:pt x="4311269" y="434340"/>
                  </a:lnTo>
                  <a:lnTo>
                    <a:pt x="4305147" y="421640"/>
                  </a:lnTo>
                  <a:lnTo>
                    <a:pt x="4304538" y="420370"/>
                  </a:lnTo>
                  <a:lnTo>
                    <a:pt x="4304792" y="421640"/>
                  </a:lnTo>
                  <a:lnTo>
                    <a:pt x="4298950" y="407670"/>
                  </a:lnTo>
                  <a:lnTo>
                    <a:pt x="4293870" y="394970"/>
                  </a:lnTo>
                  <a:lnTo>
                    <a:pt x="4294124" y="394970"/>
                  </a:lnTo>
                  <a:lnTo>
                    <a:pt x="4290072" y="382270"/>
                  </a:lnTo>
                  <a:lnTo>
                    <a:pt x="4289679" y="381000"/>
                  </a:lnTo>
                  <a:lnTo>
                    <a:pt x="4289806" y="382270"/>
                  </a:lnTo>
                  <a:lnTo>
                    <a:pt x="4286542" y="368300"/>
                  </a:lnTo>
                  <a:lnTo>
                    <a:pt x="4286250" y="367030"/>
                  </a:lnTo>
                  <a:lnTo>
                    <a:pt x="4286377" y="368300"/>
                  </a:lnTo>
                  <a:lnTo>
                    <a:pt x="4283456" y="354330"/>
                  </a:lnTo>
                  <a:lnTo>
                    <a:pt x="4281792" y="342900"/>
                  </a:lnTo>
                  <a:lnTo>
                    <a:pt x="4280395" y="327660"/>
                  </a:lnTo>
                  <a:lnTo>
                    <a:pt x="4280281" y="326390"/>
                  </a:lnTo>
                  <a:lnTo>
                    <a:pt x="4279773" y="312420"/>
                  </a:lnTo>
                  <a:lnTo>
                    <a:pt x="4280027" y="298450"/>
                  </a:lnTo>
                  <a:lnTo>
                    <a:pt x="4285488" y="256540"/>
                  </a:lnTo>
                  <a:lnTo>
                    <a:pt x="4292231" y="231521"/>
                  </a:lnTo>
                  <a:lnTo>
                    <a:pt x="4293324" y="228600"/>
                  </a:lnTo>
                  <a:lnTo>
                    <a:pt x="4298061" y="215900"/>
                  </a:lnTo>
                  <a:lnTo>
                    <a:pt x="4303776" y="201930"/>
                  </a:lnTo>
                  <a:lnTo>
                    <a:pt x="4303522" y="201930"/>
                  </a:lnTo>
                  <a:lnTo>
                    <a:pt x="4310380" y="189230"/>
                  </a:lnTo>
                  <a:lnTo>
                    <a:pt x="4309999" y="189230"/>
                  </a:lnTo>
                  <a:lnTo>
                    <a:pt x="4317619" y="175260"/>
                  </a:lnTo>
                  <a:lnTo>
                    <a:pt x="4317492" y="176530"/>
                  </a:lnTo>
                  <a:lnTo>
                    <a:pt x="4318254" y="175260"/>
                  </a:lnTo>
                  <a:lnTo>
                    <a:pt x="4325874" y="162560"/>
                  </a:lnTo>
                  <a:lnTo>
                    <a:pt x="4325493" y="162560"/>
                  </a:lnTo>
                  <a:lnTo>
                    <a:pt x="4334891" y="149860"/>
                  </a:lnTo>
                  <a:lnTo>
                    <a:pt x="4334510" y="151130"/>
                  </a:lnTo>
                  <a:lnTo>
                    <a:pt x="4335526" y="149860"/>
                  </a:lnTo>
                  <a:lnTo>
                    <a:pt x="4344670" y="138430"/>
                  </a:lnTo>
                  <a:lnTo>
                    <a:pt x="4344289" y="138430"/>
                  </a:lnTo>
                  <a:lnTo>
                    <a:pt x="4355211" y="125730"/>
                  </a:lnTo>
                  <a:lnTo>
                    <a:pt x="4354830" y="127000"/>
                  </a:lnTo>
                  <a:lnTo>
                    <a:pt x="4355973" y="125730"/>
                  </a:lnTo>
                  <a:lnTo>
                    <a:pt x="4366260" y="114300"/>
                  </a:lnTo>
                  <a:lnTo>
                    <a:pt x="4365879" y="115570"/>
                  </a:lnTo>
                  <a:lnTo>
                    <a:pt x="4367174" y="114300"/>
                  </a:lnTo>
                  <a:lnTo>
                    <a:pt x="4377448" y="104267"/>
                  </a:lnTo>
                  <a:lnTo>
                    <a:pt x="4377677" y="104267"/>
                  </a:lnTo>
                  <a:lnTo>
                    <a:pt x="4379138" y="102870"/>
                  </a:lnTo>
                  <a:lnTo>
                    <a:pt x="4378109" y="103708"/>
                  </a:lnTo>
                  <a:lnTo>
                    <a:pt x="4379099" y="102870"/>
                  </a:lnTo>
                  <a:lnTo>
                    <a:pt x="4389882" y="93980"/>
                  </a:lnTo>
                  <a:lnTo>
                    <a:pt x="4389501" y="93980"/>
                  </a:lnTo>
                  <a:lnTo>
                    <a:pt x="4402455" y="85090"/>
                  </a:lnTo>
                  <a:lnTo>
                    <a:pt x="4402074" y="85090"/>
                  </a:lnTo>
                  <a:lnTo>
                    <a:pt x="4415409" y="76200"/>
                  </a:lnTo>
                  <a:lnTo>
                    <a:pt x="4415028" y="76200"/>
                  </a:lnTo>
                  <a:lnTo>
                    <a:pt x="4428871" y="67310"/>
                  </a:lnTo>
                  <a:lnTo>
                    <a:pt x="4428490" y="67310"/>
                  </a:lnTo>
                  <a:lnTo>
                    <a:pt x="4442714" y="59690"/>
                  </a:lnTo>
                  <a:lnTo>
                    <a:pt x="4442333" y="60960"/>
                  </a:lnTo>
                  <a:lnTo>
                    <a:pt x="4444746" y="59690"/>
                  </a:lnTo>
                  <a:lnTo>
                    <a:pt x="4456811" y="53340"/>
                  </a:lnTo>
                  <a:lnTo>
                    <a:pt x="4456303" y="53340"/>
                  </a:lnTo>
                  <a:lnTo>
                    <a:pt x="4470705" y="47091"/>
                  </a:lnTo>
                  <a:lnTo>
                    <a:pt x="4470946" y="47091"/>
                  </a:lnTo>
                  <a:lnTo>
                    <a:pt x="4480077" y="43180"/>
                  </a:lnTo>
                  <a:lnTo>
                    <a:pt x="4486148" y="40640"/>
                  </a:lnTo>
                  <a:lnTo>
                    <a:pt x="4485640" y="41910"/>
                  </a:lnTo>
                  <a:lnTo>
                    <a:pt x="4488726" y="40640"/>
                  </a:lnTo>
                  <a:lnTo>
                    <a:pt x="4501134" y="35560"/>
                  </a:lnTo>
                  <a:lnTo>
                    <a:pt x="4501693" y="35331"/>
                  </a:lnTo>
                  <a:lnTo>
                    <a:pt x="4516374" y="31750"/>
                  </a:lnTo>
                  <a:lnTo>
                    <a:pt x="4515866" y="31750"/>
                  </a:lnTo>
                  <a:lnTo>
                    <a:pt x="4531499" y="28028"/>
                  </a:lnTo>
                  <a:lnTo>
                    <a:pt x="4530941" y="28028"/>
                  </a:lnTo>
                  <a:lnTo>
                    <a:pt x="4547489" y="25400"/>
                  </a:lnTo>
                  <a:lnTo>
                    <a:pt x="4547108" y="25400"/>
                  </a:lnTo>
                  <a:lnTo>
                    <a:pt x="4563364" y="22860"/>
                  </a:lnTo>
                  <a:lnTo>
                    <a:pt x="4562983" y="22860"/>
                  </a:lnTo>
                  <a:lnTo>
                    <a:pt x="4578858" y="20383"/>
                  </a:lnTo>
                  <a:lnTo>
                    <a:pt x="4578096" y="20383"/>
                  </a:lnTo>
                  <a:lnTo>
                    <a:pt x="4595241" y="19050"/>
                  </a:lnTo>
                  <a:lnTo>
                    <a:pt x="4626991" y="19050"/>
                  </a:lnTo>
                  <a:lnTo>
                    <a:pt x="4644250" y="20383"/>
                  </a:lnTo>
                  <a:lnTo>
                    <a:pt x="4643869" y="20383"/>
                  </a:lnTo>
                  <a:lnTo>
                    <a:pt x="4660239" y="21653"/>
                  </a:lnTo>
                  <a:lnTo>
                    <a:pt x="4659490" y="21653"/>
                  </a:lnTo>
                  <a:lnTo>
                    <a:pt x="4667618" y="22923"/>
                  </a:lnTo>
                  <a:lnTo>
                    <a:pt x="4690999" y="26619"/>
                  </a:lnTo>
                  <a:lnTo>
                    <a:pt x="4690745" y="26619"/>
                  </a:lnTo>
                  <a:lnTo>
                    <a:pt x="4691354" y="26758"/>
                  </a:lnTo>
                  <a:lnTo>
                    <a:pt x="4705312" y="30035"/>
                  </a:lnTo>
                  <a:lnTo>
                    <a:pt x="4722749" y="35560"/>
                  </a:lnTo>
                  <a:lnTo>
                    <a:pt x="4722368" y="35560"/>
                  </a:lnTo>
                  <a:lnTo>
                    <a:pt x="4738116" y="40640"/>
                  </a:lnTo>
                  <a:lnTo>
                    <a:pt x="4737735" y="40640"/>
                  </a:lnTo>
                  <a:lnTo>
                    <a:pt x="4751502" y="45123"/>
                  </a:lnTo>
                  <a:lnTo>
                    <a:pt x="4768469" y="52070"/>
                  </a:lnTo>
                  <a:lnTo>
                    <a:pt x="4767961" y="52070"/>
                  </a:lnTo>
                  <a:lnTo>
                    <a:pt x="4783074" y="59690"/>
                  </a:lnTo>
                  <a:lnTo>
                    <a:pt x="4782693" y="59690"/>
                  </a:lnTo>
                  <a:lnTo>
                    <a:pt x="4797552" y="67310"/>
                  </a:lnTo>
                  <a:lnTo>
                    <a:pt x="4797171" y="67310"/>
                  </a:lnTo>
                  <a:lnTo>
                    <a:pt x="4811649" y="76200"/>
                  </a:lnTo>
                  <a:lnTo>
                    <a:pt x="4811268" y="76200"/>
                  </a:lnTo>
                  <a:lnTo>
                    <a:pt x="4825111" y="86360"/>
                  </a:lnTo>
                  <a:lnTo>
                    <a:pt x="4824730" y="85090"/>
                  </a:lnTo>
                  <a:lnTo>
                    <a:pt x="4838065" y="95250"/>
                  </a:lnTo>
                  <a:lnTo>
                    <a:pt x="4837684" y="95250"/>
                  </a:lnTo>
                  <a:lnTo>
                    <a:pt x="4850257" y="105410"/>
                  </a:lnTo>
                  <a:lnTo>
                    <a:pt x="4849876" y="105410"/>
                  </a:lnTo>
                  <a:lnTo>
                    <a:pt x="4861687" y="115570"/>
                  </a:lnTo>
                  <a:lnTo>
                    <a:pt x="4861306" y="115570"/>
                  </a:lnTo>
                  <a:lnTo>
                    <a:pt x="4872355" y="127000"/>
                  </a:lnTo>
                  <a:lnTo>
                    <a:pt x="4871974" y="127000"/>
                  </a:lnTo>
                  <a:lnTo>
                    <a:pt x="4882388" y="138430"/>
                  </a:lnTo>
                  <a:lnTo>
                    <a:pt x="4882134" y="138430"/>
                  </a:lnTo>
                  <a:lnTo>
                    <a:pt x="4891786" y="149860"/>
                  </a:lnTo>
                  <a:lnTo>
                    <a:pt x="4891405" y="149860"/>
                  </a:lnTo>
                  <a:lnTo>
                    <a:pt x="4900295" y="162560"/>
                  </a:lnTo>
                  <a:lnTo>
                    <a:pt x="4900041" y="162560"/>
                  </a:lnTo>
                  <a:lnTo>
                    <a:pt x="4908169" y="175260"/>
                  </a:lnTo>
                  <a:lnTo>
                    <a:pt x="4907915" y="173990"/>
                  </a:lnTo>
                  <a:lnTo>
                    <a:pt x="4915408" y="187960"/>
                  </a:lnTo>
                  <a:lnTo>
                    <a:pt x="4915154" y="186690"/>
                  </a:lnTo>
                  <a:lnTo>
                    <a:pt x="4921758" y="200660"/>
                  </a:lnTo>
                  <a:lnTo>
                    <a:pt x="4921631" y="199390"/>
                  </a:lnTo>
                  <a:lnTo>
                    <a:pt x="4936617" y="240030"/>
                  </a:lnTo>
                  <a:lnTo>
                    <a:pt x="4942840" y="267970"/>
                  </a:lnTo>
                  <a:lnTo>
                    <a:pt x="4942840" y="266700"/>
                  </a:lnTo>
                  <a:lnTo>
                    <a:pt x="4944872" y="280670"/>
                  </a:lnTo>
                  <a:lnTo>
                    <a:pt x="4946015" y="293370"/>
                  </a:lnTo>
                  <a:lnTo>
                    <a:pt x="4946142" y="294640"/>
                  </a:lnTo>
                  <a:lnTo>
                    <a:pt x="4946523" y="308610"/>
                  </a:lnTo>
                  <a:lnTo>
                    <a:pt x="4946396" y="322580"/>
                  </a:lnTo>
                  <a:lnTo>
                    <a:pt x="4945253" y="336550"/>
                  </a:lnTo>
                  <a:lnTo>
                    <a:pt x="4943475" y="350520"/>
                  </a:lnTo>
                  <a:lnTo>
                    <a:pt x="4940808" y="364490"/>
                  </a:lnTo>
                  <a:lnTo>
                    <a:pt x="4937506" y="378460"/>
                  </a:lnTo>
                  <a:lnTo>
                    <a:pt x="4933315" y="392430"/>
                  </a:lnTo>
                  <a:lnTo>
                    <a:pt x="4933442" y="391160"/>
                  </a:lnTo>
                  <a:lnTo>
                    <a:pt x="4928362" y="406400"/>
                  </a:lnTo>
                  <a:lnTo>
                    <a:pt x="4928489" y="405130"/>
                  </a:lnTo>
                  <a:lnTo>
                    <a:pt x="4922647" y="419100"/>
                  </a:lnTo>
                  <a:lnTo>
                    <a:pt x="4922901" y="419100"/>
                  </a:lnTo>
                  <a:lnTo>
                    <a:pt x="4916043" y="431800"/>
                  </a:lnTo>
                  <a:lnTo>
                    <a:pt x="4908677" y="445770"/>
                  </a:lnTo>
                  <a:lnTo>
                    <a:pt x="4908931" y="444500"/>
                  </a:lnTo>
                  <a:lnTo>
                    <a:pt x="4900549" y="458470"/>
                  </a:lnTo>
                  <a:lnTo>
                    <a:pt x="4900803" y="458470"/>
                  </a:lnTo>
                  <a:lnTo>
                    <a:pt x="4891532" y="471170"/>
                  </a:lnTo>
                  <a:lnTo>
                    <a:pt x="4891786" y="471170"/>
                  </a:lnTo>
                  <a:lnTo>
                    <a:pt x="4881753" y="483870"/>
                  </a:lnTo>
                  <a:lnTo>
                    <a:pt x="4882134" y="482600"/>
                  </a:lnTo>
                  <a:lnTo>
                    <a:pt x="4864481" y="501650"/>
                  </a:lnTo>
                  <a:lnTo>
                    <a:pt x="4865497" y="501650"/>
                  </a:lnTo>
                  <a:lnTo>
                    <a:pt x="4862754" y="503796"/>
                  </a:lnTo>
                  <a:lnTo>
                    <a:pt x="4845177" y="481330"/>
                  </a:lnTo>
                  <a:lnTo>
                    <a:pt x="4808347" y="557530"/>
                  </a:lnTo>
                  <a:lnTo>
                    <a:pt x="4891913" y="541020"/>
                  </a:lnTo>
                  <a:lnTo>
                    <a:pt x="4880965" y="527050"/>
                  </a:lnTo>
                  <a:lnTo>
                    <a:pt x="4874438" y="518706"/>
                  </a:lnTo>
                  <a:lnTo>
                    <a:pt x="4878070" y="515620"/>
                  </a:lnTo>
                  <a:lnTo>
                    <a:pt x="4896485" y="495300"/>
                  </a:lnTo>
                  <a:lnTo>
                    <a:pt x="4905857" y="483870"/>
                  </a:lnTo>
                  <a:lnTo>
                    <a:pt x="4906899" y="482600"/>
                  </a:lnTo>
                  <a:lnTo>
                    <a:pt x="4916424" y="468630"/>
                  </a:lnTo>
                  <a:lnTo>
                    <a:pt x="4925187" y="454660"/>
                  </a:lnTo>
                  <a:lnTo>
                    <a:pt x="4930114" y="445770"/>
                  </a:lnTo>
                  <a:lnTo>
                    <a:pt x="4932934" y="440690"/>
                  </a:lnTo>
                  <a:lnTo>
                    <a:pt x="4940046" y="426720"/>
                  </a:lnTo>
                  <a:lnTo>
                    <a:pt x="4946142" y="412750"/>
                  </a:lnTo>
                  <a:lnTo>
                    <a:pt x="4948364" y="406400"/>
                  </a:lnTo>
                  <a:lnTo>
                    <a:pt x="4951476" y="397510"/>
                  </a:lnTo>
                  <a:lnTo>
                    <a:pt x="4953089" y="392430"/>
                  </a:lnTo>
                  <a:lnTo>
                    <a:pt x="4955921" y="383540"/>
                  </a:lnTo>
                  <a:lnTo>
                    <a:pt x="4959477" y="368300"/>
                  </a:lnTo>
                  <a:lnTo>
                    <a:pt x="4962271" y="353060"/>
                  </a:lnTo>
                  <a:lnTo>
                    <a:pt x="4964176" y="339090"/>
                  </a:lnTo>
                  <a:lnTo>
                    <a:pt x="4965319" y="323850"/>
                  </a:lnTo>
                  <a:lnTo>
                    <a:pt x="4965509" y="312420"/>
                  </a:lnTo>
                  <a:lnTo>
                    <a:pt x="4965573" y="308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545323" y="3962400"/>
              <a:ext cx="1143000" cy="1152525"/>
            </a:xfrm>
            <a:custGeom>
              <a:avLst/>
              <a:gdLst/>
              <a:ahLst/>
              <a:cxnLst/>
              <a:rect l="l" t="t" r="r" b="b"/>
              <a:pathLst>
                <a:path w="1143000" h="1152525">
                  <a:moveTo>
                    <a:pt x="571500" y="0"/>
                  </a:moveTo>
                  <a:lnTo>
                    <a:pt x="524632" y="1909"/>
                  </a:lnTo>
                  <a:lnTo>
                    <a:pt x="478808" y="7540"/>
                  </a:lnTo>
                  <a:lnTo>
                    <a:pt x="434173" y="16743"/>
                  </a:lnTo>
                  <a:lnTo>
                    <a:pt x="390875" y="29370"/>
                  </a:lnTo>
                  <a:lnTo>
                    <a:pt x="349061" y="45273"/>
                  </a:lnTo>
                  <a:lnTo>
                    <a:pt x="308878" y="64304"/>
                  </a:lnTo>
                  <a:lnTo>
                    <a:pt x="270474" y="86313"/>
                  </a:lnTo>
                  <a:lnTo>
                    <a:pt x="233994" y="111154"/>
                  </a:lnTo>
                  <a:lnTo>
                    <a:pt x="199588" y="138677"/>
                  </a:lnTo>
                  <a:lnTo>
                    <a:pt x="167401" y="168735"/>
                  </a:lnTo>
                  <a:lnTo>
                    <a:pt x="137582" y="201179"/>
                  </a:lnTo>
                  <a:lnTo>
                    <a:pt x="110276" y="235860"/>
                  </a:lnTo>
                  <a:lnTo>
                    <a:pt x="85632" y="272631"/>
                  </a:lnTo>
                  <a:lnTo>
                    <a:pt x="63796" y="311342"/>
                  </a:lnTo>
                  <a:lnTo>
                    <a:pt x="44916" y="351847"/>
                  </a:lnTo>
                  <a:lnTo>
                    <a:pt x="29138" y="393996"/>
                  </a:lnTo>
                  <a:lnTo>
                    <a:pt x="16611" y="437641"/>
                  </a:lnTo>
                  <a:lnTo>
                    <a:pt x="7480" y="482635"/>
                  </a:lnTo>
                  <a:lnTo>
                    <a:pt x="1894" y="528827"/>
                  </a:lnTo>
                  <a:lnTo>
                    <a:pt x="0" y="576072"/>
                  </a:lnTo>
                  <a:lnTo>
                    <a:pt x="1894" y="623316"/>
                  </a:lnTo>
                  <a:lnTo>
                    <a:pt x="7480" y="669508"/>
                  </a:lnTo>
                  <a:lnTo>
                    <a:pt x="16611" y="714502"/>
                  </a:lnTo>
                  <a:lnTo>
                    <a:pt x="29138" y="758147"/>
                  </a:lnTo>
                  <a:lnTo>
                    <a:pt x="44916" y="800296"/>
                  </a:lnTo>
                  <a:lnTo>
                    <a:pt x="63796" y="840801"/>
                  </a:lnTo>
                  <a:lnTo>
                    <a:pt x="85632" y="879512"/>
                  </a:lnTo>
                  <a:lnTo>
                    <a:pt x="110276" y="916283"/>
                  </a:lnTo>
                  <a:lnTo>
                    <a:pt x="137582" y="950964"/>
                  </a:lnTo>
                  <a:lnTo>
                    <a:pt x="167401" y="983408"/>
                  </a:lnTo>
                  <a:lnTo>
                    <a:pt x="199588" y="1013466"/>
                  </a:lnTo>
                  <a:lnTo>
                    <a:pt x="233994" y="1040989"/>
                  </a:lnTo>
                  <a:lnTo>
                    <a:pt x="270474" y="1065830"/>
                  </a:lnTo>
                  <a:lnTo>
                    <a:pt x="308878" y="1087839"/>
                  </a:lnTo>
                  <a:lnTo>
                    <a:pt x="349061" y="1106870"/>
                  </a:lnTo>
                  <a:lnTo>
                    <a:pt x="390875" y="1122773"/>
                  </a:lnTo>
                  <a:lnTo>
                    <a:pt x="434173" y="1135400"/>
                  </a:lnTo>
                  <a:lnTo>
                    <a:pt x="478808" y="1144603"/>
                  </a:lnTo>
                  <a:lnTo>
                    <a:pt x="524632" y="1150234"/>
                  </a:lnTo>
                  <a:lnTo>
                    <a:pt x="571500" y="1152144"/>
                  </a:lnTo>
                  <a:lnTo>
                    <a:pt x="618367" y="1150234"/>
                  </a:lnTo>
                  <a:lnTo>
                    <a:pt x="664191" y="1144603"/>
                  </a:lnTo>
                  <a:lnTo>
                    <a:pt x="708826" y="1135400"/>
                  </a:lnTo>
                  <a:lnTo>
                    <a:pt x="752124" y="1122773"/>
                  </a:lnTo>
                  <a:lnTo>
                    <a:pt x="793938" y="1106870"/>
                  </a:lnTo>
                  <a:lnTo>
                    <a:pt x="834121" y="1087839"/>
                  </a:lnTo>
                  <a:lnTo>
                    <a:pt x="872525" y="1065830"/>
                  </a:lnTo>
                  <a:lnTo>
                    <a:pt x="909005" y="1040989"/>
                  </a:lnTo>
                  <a:lnTo>
                    <a:pt x="943411" y="1013466"/>
                  </a:lnTo>
                  <a:lnTo>
                    <a:pt x="975598" y="983408"/>
                  </a:lnTo>
                  <a:lnTo>
                    <a:pt x="1005417" y="950964"/>
                  </a:lnTo>
                  <a:lnTo>
                    <a:pt x="1032723" y="916283"/>
                  </a:lnTo>
                  <a:lnTo>
                    <a:pt x="1057367" y="879512"/>
                  </a:lnTo>
                  <a:lnTo>
                    <a:pt x="1079203" y="840801"/>
                  </a:lnTo>
                  <a:lnTo>
                    <a:pt x="1098083" y="800296"/>
                  </a:lnTo>
                  <a:lnTo>
                    <a:pt x="1113861" y="758147"/>
                  </a:lnTo>
                  <a:lnTo>
                    <a:pt x="1126388" y="714502"/>
                  </a:lnTo>
                  <a:lnTo>
                    <a:pt x="1135519" y="669508"/>
                  </a:lnTo>
                  <a:lnTo>
                    <a:pt x="1141105" y="623316"/>
                  </a:lnTo>
                  <a:lnTo>
                    <a:pt x="1143000" y="576072"/>
                  </a:lnTo>
                  <a:lnTo>
                    <a:pt x="1141105" y="528827"/>
                  </a:lnTo>
                  <a:lnTo>
                    <a:pt x="1135519" y="482635"/>
                  </a:lnTo>
                  <a:lnTo>
                    <a:pt x="1126388" y="437641"/>
                  </a:lnTo>
                  <a:lnTo>
                    <a:pt x="1113861" y="393996"/>
                  </a:lnTo>
                  <a:lnTo>
                    <a:pt x="1098083" y="351847"/>
                  </a:lnTo>
                  <a:lnTo>
                    <a:pt x="1079203" y="311342"/>
                  </a:lnTo>
                  <a:lnTo>
                    <a:pt x="1057367" y="272631"/>
                  </a:lnTo>
                  <a:lnTo>
                    <a:pt x="1032723" y="235860"/>
                  </a:lnTo>
                  <a:lnTo>
                    <a:pt x="1005417" y="201179"/>
                  </a:lnTo>
                  <a:lnTo>
                    <a:pt x="975598" y="168735"/>
                  </a:lnTo>
                  <a:lnTo>
                    <a:pt x="943411" y="138677"/>
                  </a:lnTo>
                  <a:lnTo>
                    <a:pt x="909005" y="111154"/>
                  </a:lnTo>
                  <a:lnTo>
                    <a:pt x="872525" y="86313"/>
                  </a:lnTo>
                  <a:lnTo>
                    <a:pt x="834121" y="64304"/>
                  </a:lnTo>
                  <a:lnTo>
                    <a:pt x="793938" y="45273"/>
                  </a:lnTo>
                  <a:lnTo>
                    <a:pt x="752124" y="29370"/>
                  </a:lnTo>
                  <a:lnTo>
                    <a:pt x="708826" y="16743"/>
                  </a:lnTo>
                  <a:lnTo>
                    <a:pt x="664191" y="7540"/>
                  </a:lnTo>
                  <a:lnTo>
                    <a:pt x="618367" y="1909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545323" y="3962400"/>
              <a:ext cx="1143000" cy="1152525"/>
            </a:xfrm>
            <a:custGeom>
              <a:avLst/>
              <a:gdLst/>
              <a:ahLst/>
              <a:cxnLst/>
              <a:rect l="l" t="t" r="r" b="b"/>
              <a:pathLst>
                <a:path w="1143000" h="1152525">
                  <a:moveTo>
                    <a:pt x="0" y="576072"/>
                  </a:moveTo>
                  <a:lnTo>
                    <a:pt x="1894" y="528827"/>
                  </a:lnTo>
                  <a:lnTo>
                    <a:pt x="7480" y="482635"/>
                  </a:lnTo>
                  <a:lnTo>
                    <a:pt x="16611" y="437641"/>
                  </a:lnTo>
                  <a:lnTo>
                    <a:pt x="29138" y="393996"/>
                  </a:lnTo>
                  <a:lnTo>
                    <a:pt x="44916" y="351847"/>
                  </a:lnTo>
                  <a:lnTo>
                    <a:pt x="63796" y="311342"/>
                  </a:lnTo>
                  <a:lnTo>
                    <a:pt x="85632" y="272631"/>
                  </a:lnTo>
                  <a:lnTo>
                    <a:pt x="110276" y="235860"/>
                  </a:lnTo>
                  <a:lnTo>
                    <a:pt x="137582" y="201179"/>
                  </a:lnTo>
                  <a:lnTo>
                    <a:pt x="167401" y="168735"/>
                  </a:lnTo>
                  <a:lnTo>
                    <a:pt x="199588" y="138677"/>
                  </a:lnTo>
                  <a:lnTo>
                    <a:pt x="233994" y="111154"/>
                  </a:lnTo>
                  <a:lnTo>
                    <a:pt x="270474" y="86313"/>
                  </a:lnTo>
                  <a:lnTo>
                    <a:pt x="308878" y="64304"/>
                  </a:lnTo>
                  <a:lnTo>
                    <a:pt x="349061" y="45273"/>
                  </a:lnTo>
                  <a:lnTo>
                    <a:pt x="390875" y="29370"/>
                  </a:lnTo>
                  <a:lnTo>
                    <a:pt x="434173" y="16743"/>
                  </a:lnTo>
                  <a:lnTo>
                    <a:pt x="478808" y="7540"/>
                  </a:lnTo>
                  <a:lnTo>
                    <a:pt x="524632" y="1909"/>
                  </a:lnTo>
                  <a:lnTo>
                    <a:pt x="571500" y="0"/>
                  </a:lnTo>
                  <a:lnTo>
                    <a:pt x="618367" y="1909"/>
                  </a:lnTo>
                  <a:lnTo>
                    <a:pt x="664191" y="7540"/>
                  </a:lnTo>
                  <a:lnTo>
                    <a:pt x="708826" y="16743"/>
                  </a:lnTo>
                  <a:lnTo>
                    <a:pt x="752124" y="29370"/>
                  </a:lnTo>
                  <a:lnTo>
                    <a:pt x="793938" y="45273"/>
                  </a:lnTo>
                  <a:lnTo>
                    <a:pt x="834121" y="64304"/>
                  </a:lnTo>
                  <a:lnTo>
                    <a:pt x="872525" y="86313"/>
                  </a:lnTo>
                  <a:lnTo>
                    <a:pt x="909005" y="111154"/>
                  </a:lnTo>
                  <a:lnTo>
                    <a:pt x="943411" y="138677"/>
                  </a:lnTo>
                  <a:lnTo>
                    <a:pt x="975598" y="168735"/>
                  </a:lnTo>
                  <a:lnTo>
                    <a:pt x="1005417" y="201179"/>
                  </a:lnTo>
                  <a:lnTo>
                    <a:pt x="1032723" y="235860"/>
                  </a:lnTo>
                  <a:lnTo>
                    <a:pt x="1057367" y="272631"/>
                  </a:lnTo>
                  <a:lnTo>
                    <a:pt x="1079203" y="311342"/>
                  </a:lnTo>
                  <a:lnTo>
                    <a:pt x="1098083" y="351847"/>
                  </a:lnTo>
                  <a:lnTo>
                    <a:pt x="1113861" y="393996"/>
                  </a:lnTo>
                  <a:lnTo>
                    <a:pt x="1126388" y="437641"/>
                  </a:lnTo>
                  <a:lnTo>
                    <a:pt x="1135519" y="482635"/>
                  </a:lnTo>
                  <a:lnTo>
                    <a:pt x="1141105" y="528827"/>
                  </a:lnTo>
                  <a:lnTo>
                    <a:pt x="1143000" y="576072"/>
                  </a:lnTo>
                  <a:lnTo>
                    <a:pt x="1141105" y="623316"/>
                  </a:lnTo>
                  <a:lnTo>
                    <a:pt x="1135519" y="669508"/>
                  </a:lnTo>
                  <a:lnTo>
                    <a:pt x="1126388" y="714502"/>
                  </a:lnTo>
                  <a:lnTo>
                    <a:pt x="1113861" y="758147"/>
                  </a:lnTo>
                  <a:lnTo>
                    <a:pt x="1098083" y="800296"/>
                  </a:lnTo>
                  <a:lnTo>
                    <a:pt x="1079203" y="840801"/>
                  </a:lnTo>
                  <a:lnTo>
                    <a:pt x="1057367" y="879512"/>
                  </a:lnTo>
                  <a:lnTo>
                    <a:pt x="1032723" y="916283"/>
                  </a:lnTo>
                  <a:lnTo>
                    <a:pt x="1005417" y="950964"/>
                  </a:lnTo>
                  <a:lnTo>
                    <a:pt x="975598" y="983408"/>
                  </a:lnTo>
                  <a:lnTo>
                    <a:pt x="943411" y="1013466"/>
                  </a:lnTo>
                  <a:lnTo>
                    <a:pt x="909005" y="1040989"/>
                  </a:lnTo>
                  <a:lnTo>
                    <a:pt x="872525" y="1065830"/>
                  </a:lnTo>
                  <a:lnTo>
                    <a:pt x="834121" y="1087839"/>
                  </a:lnTo>
                  <a:lnTo>
                    <a:pt x="793938" y="1106870"/>
                  </a:lnTo>
                  <a:lnTo>
                    <a:pt x="752124" y="1122773"/>
                  </a:lnTo>
                  <a:lnTo>
                    <a:pt x="708826" y="1135400"/>
                  </a:lnTo>
                  <a:lnTo>
                    <a:pt x="664191" y="1144603"/>
                  </a:lnTo>
                  <a:lnTo>
                    <a:pt x="618367" y="1150234"/>
                  </a:lnTo>
                  <a:lnTo>
                    <a:pt x="571500" y="1152144"/>
                  </a:lnTo>
                  <a:lnTo>
                    <a:pt x="524632" y="1150234"/>
                  </a:lnTo>
                  <a:lnTo>
                    <a:pt x="478808" y="1144603"/>
                  </a:lnTo>
                  <a:lnTo>
                    <a:pt x="434173" y="1135400"/>
                  </a:lnTo>
                  <a:lnTo>
                    <a:pt x="390875" y="1122773"/>
                  </a:lnTo>
                  <a:lnTo>
                    <a:pt x="349061" y="1106870"/>
                  </a:lnTo>
                  <a:lnTo>
                    <a:pt x="308878" y="1087839"/>
                  </a:lnTo>
                  <a:lnTo>
                    <a:pt x="270474" y="1065830"/>
                  </a:lnTo>
                  <a:lnTo>
                    <a:pt x="233994" y="1040989"/>
                  </a:lnTo>
                  <a:lnTo>
                    <a:pt x="199588" y="1013466"/>
                  </a:lnTo>
                  <a:lnTo>
                    <a:pt x="167401" y="983408"/>
                  </a:lnTo>
                  <a:lnTo>
                    <a:pt x="137582" y="950964"/>
                  </a:lnTo>
                  <a:lnTo>
                    <a:pt x="110276" y="916283"/>
                  </a:lnTo>
                  <a:lnTo>
                    <a:pt x="85632" y="879512"/>
                  </a:lnTo>
                  <a:lnTo>
                    <a:pt x="63796" y="840801"/>
                  </a:lnTo>
                  <a:lnTo>
                    <a:pt x="44916" y="800296"/>
                  </a:lnTo>
                  <a:lnTo>
                    <a:pt x="29138" y="758147"/>
                  </a:lnTo>
                  <a:lnTo>
                    <a:pt x="16611" y="714502"/>
                  </a:lnTo>
                  <a:lnTo>
                    <a:pt x="7480" y="669508"/>
                  </a:lnTo>
                  <a:lnTo>
                    <a:pt x="1894" y="623316"/>
                  </a:lnTo>
                  <a:lnTo>
                    <a:pt x="0" y="57607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7626095" y="4043171"/>
            <a:ext cx="981710" cy="989330"/>
          </a:xfrm>
          <a:custGeom>
            <a:avLst/>
            <a:gdLst/>
            <a:ahLst/>
            <a:cxnLst/>
            <a:rect l="l" t="t" r="r" b="b"/>
            <a:pathLst>
              <a:path w="981709" h="989329">
                <a:moveTo>
                  <a:pt x="0" y="494538"/>
                </a:moveTo>
                <a:lnTo>
                  <a:pt x="2246" y="446902"/>
                </a:lnTo>
                <a:lnTo>
                  <a:pt x="8848" y="400550"/>
                </a:lnTo>
                <a:lnTo>
                  <a:pt x="19601" y="355687"/>
                </a:lnTo>
                <a:lnTo>
                  <a:pt x="34297" y="312521"/>
                </a:lnTo>
                <a:lnTo>
                  <a:pt x="52733" y="271260"/>
                </a:lnTo>
                <a:lnTo>
                  <a:pt x="74702" y="232109"/>
                </a:lnTo>
                <a:lnTo>
                  <a:pt x="99998" y="195277"/>
                </a:lnTo>
                <a:lnTo>
                  <a:pt x="128416" y="160969"/>
                </a:lnTo>
                <a:lnTo>
                  <a:pt x="159751" y="129394"/>
                </a:lnTo>
                <a:lnTo>
                  <a:pt x="193795" y="100758"/>
                </a:lnTo>
                <a:lnTo>
                  <a:pt x="230345" y="75269"/>
                </a:lnTo>
                <a:lnTo>
                  <a:pt x="269194" y="53132"/>
                </a:lnTo>
                <a:lnTo>
                  <a:pt x="310136" y="34557"/>
                </a:lnTo>
                <a:lnTo>
                  <a:pt x="352966" y="19749"/>
                </a:lnTo>
                <a:lnTo>
                  <a:pt x="397479" y="8915"/>
                </a:lnTo>
                <a:lnTo>
                  <a:pt x="443468" y="2263"/>
                </a:lnTo>
                <a:lnTo>
                  <a:pt x="490727" y="0"/>
                </a:lnTo>
                <a:lnTo>
                  <a:pt x="537987" y="2263"/>
                </a:lnTo>
                <a:lnTo>
                  <a:pt x="583976" y="8915"/>
                </a:lnTo>
                <a:lnTo>
                  <a:pt x="628489" y="19749"/>
                </a:lnTo>
                <a:lnTo>
                  <a:pt x="671319" y="34557"/>
                </a:lnTo>
                <a:lnTo>
                  <a:pt x="712261" y="53132"/>
                </a:lnTo>
                <a:lnTo>
                  <a:pt x="751110" y="75269"/>
                </a:lnTo>
                <a:lnTo>
                  <a:pt x="787660" y="100758"/>
                </a:lnTo>
                <a:lnTo>
                  <a:pt x="821704" y="129394"/>
                </a:lnTo>
                <a:lnTo>
                  <a:pt x="853039" y="160969"/>
                </a:lnTo>
                <a:lnTo>
                  <a:pt x="881457" y="195277"/>
                </a:lnTo>
                <a:lnTo>
                  <a:pt x="906753" y="232109"/>
                </a:lnTo>
                <a:lnTo>
                  <a:pt x="928722" y="271260"/>
                </a:lnTo>
                <a:lnTo>
                  <a:pt x="947158" y="312521"/>
                </a:lnTo>
                <a:lnTo>
                  <a:pt x="961854" y="355687"/>
                </a:lnTo>
                <a:lnTo>
                  <a:pt x="972607" y="400550"/>
                </a:lnTo>
                <a:lnTo>
                  <a:pt x="979209" y="446902"/>
                </a:lnTo>
                <a:lnTo>
                  <a:pt x="981455" y="494538"/>
                </a:lnTo>
                <a:lnTo>
                  <a:pt x="979209" y="542173"/>
                </a:lnTo>
                <a:lnTo>
                  <a:pt x="972607" y="588525"/>
                </a:lnTo>
                <a:lnTo>
                  <a:pt x="961854" y="633388"/>
                </a:lnTo>
                <a:lnTo>
                  <a:pt x="947158" y="676554"/>
                </a:lnTo>
                <a:lnTo>
                  <a:pt x="928722" y="717815"/>
                </a:lnTo>
                <a:lnTo>
                  <a:pt x="906753" y="756966"/>
                </a:lnTo>
                <a:lnTo>
                  <a:pt x="881457" y="793798"/>
                </a:lnTo>
                <a:lnTo>
                  <a:pt x="853039" y="828106"/>
                </a:lnTo>
                <a:lnTo>
                  <a:pt x="821704" y="859681"/>
                </a:lnTo>
                <a:lnTo>
                  <a:pt x="787660" y="888317"/>
                </a:lnTo>
                <a:lnTo>
                  <a:pt x="751110" y="913806"/>
                </a:lnTo>
                <a:lnTo>
                  <a:pt x="712261" y="935943"/>
                </a:lnTo>
                <a:lnTo>
                  <a:pt x="671319" y="954518"/>
                </a:lnTo>
                <a:lnTo>
                  <a:pt x="628489" y="969326"/>
                </a:lnTo>
                <a:lnTo>
                  <a:pt x="583976" y="980160"/>
                </a:lnTo>
                <a:lnTo>
                  <a:pt x="537987" y="986812"/>
                </a:lnTo>
                <a:lnTo>
                  <a:pt x="490727" y="989076"/>
                </a:lnTo>
                <a:lnTo>
                  <a:pt x="443468" y="986812"/>
                </a:lnTo>
                <a:lnTo>
                  <a:pt x="397479" y="980160"/>
                </a:lnTo>
                <a:lnTo>
                  <a:pt x="352966" y="969326"/>
                </a:lnTo>
                <a:lnTo>
                  <a:pt x="310136" y="954518"/>
                </a:lnTo>
                <a:lnTo>
                  <a:pt x="269194" y="935943"/>
                </a:lnTo>
                <a:lnTo>
                  <a:pt x="230345" y="913806"/>
                </a:lnTo>
                <a:lnTo>
                  <a:pt x="193795" y="888317"/>
                </a:lnTo>
                <a:lnTo>
                  <a:pt x="159751" y="859681"/>
                </a:lnTo>
                <a:lnTo>
                  <a:pt x="128416" y="828106"/>
                </a:lnTo>
                <a:lnTo>
                  <a:pt x="99998" y="793798"/>
                </a:lnTo>
                <a:lnTo>
                  <a:pt x="74702" y="756966"/>
                </a:lnTo>
                <a:lnTo>
                  <a:pt x="52733" y="717815"/>
                </a:lnTo>
                <a:lnTo>
                  <a:pt x="34297" y="676554"/>
                </a:lnTo>
                <a:lnTo>
                  <a:pt x="19601" y="633388"/>
                </a:lnTo>
                <a:lnTo>
                  <a:pt x="8848" y="588525"/>
                </a:lnTo>
                <a:lnTo>
                  <a:pt x="2246" y="542173"/>
                </a:lnTo>
                <a:lnTo>
                  <a:pt x="0" y="49453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7922514" y="3044393"/>
            <a:ext cx="426084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0,1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1312" y="2162555"/>
            <a:ext cx="314261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1.</a:t>
            </a:r>
            <a:r>
              <a:rPr dirty="0" sz="2800">
                <a:latin typeface="Franklin Gothic Medium"/>
                <a:cs typeface="Franklin Gothic Medium"/>
              </a:rPr>
              <a:t>	Convert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GNFA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116070" y="3953002"/>
            <a:ext cx="1155700" cy="1168400"/>
            <a:chOff x="4116070" y="3953002"/>
            <a:chExt cx="1155700" cy="1168400"/>
          </a:xfrm>
        </p:grpSpPr>
        <p:sp>
          <p:nvSpPr>
            <p:cNvPr id="11" name="object 11" descr=""/>
            <p:cNvSpPr/>
            <p:nvPr/>
          </p:nvSpPr>
          <p:spPr>
            <a:xfrm>
              <a:off x="4122420" y="3959352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571500" y="0"/>
                  </a:moveTo>
                  <a:lnTo>
                    <a:pt x="524632" y="1914"/>
                  </a:lnTo>
                  <a:lnTo>
                    <a:pt x="478808" y="7559"/>
                  </a:lnTo>
                  <a:lnTo>
                    <a:pt x="434173" y="16784"/>
                  </a:lnTo>
                  <a:lnTo>
                    <a:pt x="390875" y="29443"/>
                  </a:lnTo>
                  <a:lnTo>
                    <a:pt x="349061" y="45386"/>
                  </a:lnTo>
                  <a:lnTo>
                    <a:pt x="308878" y="64465"/>
                  </a:lnTo>
                  <a:lnTo>
                    <a:pt x="270474" y="86530"/>
                  </a:lnTo>
                  <a:lnTo>
                    <a:pt x="233994" y="111434"/>
                  </a:lnTo>
                  <a:lnTo>
                    <a:pt x="199588" y="139028"/>
                  </a:lnTo>
                  <a:lnTo>
                    <a:pt x="167401" y="169163"/>
                  </a:lnTo>
                  <a:lnTo>
                    <a:pt x="137582" y="201691"/>
                  </a:lnTo>
                  <a:lnTo>
                    <a:pt x="110276" y="236463"/>
                  </a:lnTo>
                  <a:lnTo>
                    <a:pt x="85632" y="273331"/>
                  </a:lnTo>
                  <a:lnTo>
                    <a:pt x="63796" y="312145"/>
                  </a:lnTo>
                  <a:lnTo>
                    <a:pt x="44916" y="352758"/>
                  </a:lnTo>
                  <a:lnTo>
                    <a:pt x="29138" y="395020"/>
                  </a:lnTo>
                  <a:lnTo>
                    <a:pt x="16611" y="438784"/>
                  </a:lnTo>
                  <a:lnTo>
                    <a:pt x="7480" y="483900"/>
                  </a:lnTo>
                  <a:lnTo>
                    <a:pt x="1894" y="530220"/>
                  </a:lnTo>
                  <a:lnTo>
                    <a:pt x="0" y="577596"/>
                  </a:lnTo>
                  <a:lnTo>
                    <a:pt x="1894" y="624971"/>
                  </a:lnTo>
                  <a:lnTo>
                    <a:pt x="7480" y="671291"/>
                  </a:lnTo>
                  <a:lnTo>
                    <a:pt x="16611" y="716407"/>
                  </a:lnTo>
                  <a:lnTo>
                    <a:pt x="29138" y="760171"/>
                  </a:lnTo>
                  <a:lnTo>
                    <a:pt x="44916" y="802433"/>
                  </a:lnTo>
                  <a:lnTo>
                    <a:pt x="63796" y="843046"/>
                  </a:lnTo>
                  <a:lnTo>
                    <a:pt x="85632" y="881860"/>
                  </a:lnTo>
                  <a:lnTo>
                    <a:pt x="110276" y="918728"/>
                  </a:lnTo>
                  <a:lnTo>
                    <a:pt x="137582" y="953500"/>
                  </a:lnTo>
                  <a:lnTo>
                    <a:pt x="167401" y="986028"/>
                  </a:lnTo>
                  <a:lnTo>
                    <a:pt x="199588" y="1016163"/>
                  </a:lnTo>
                  <a:lnTo>
                    <a:pt x="233994" y="1043757"/>
                  </a:lnTo>
                  <a:lnTo>
                    <a:pt x="270474" y="1068661"/>
                  </a:lnTo>
                  <a:lnTo>
                    <a:pt x="308878" y="1090726"/>
                  </a:lnTo>
                  <a:lnTo>
                    <a:pt x="349061" y="1109805"/>
                  </a:lnTo>
                  <a:lnTo>
                    <a:pt x="390875" y="1125748"/>
                  </a:lnTo>
                  <a:lnTo>
                    <a:pt x="434173" y="1138407"/>
                  </a:lnTo>
                  <a:lnTo>
                    <a:pt x="478808" y="1147632"/>
                  </a:lnTo>
                  <a:lnTo>
                    <a:pt x="524632" y="1153277"/>
                  </a:lnTo>
                  <a:lnTo>
                    <a:pt x="571500" y="1155192"/>
                  </a:lnTo>
                  <a:lnTo>
                    <a:pt x="618367" y="1153277"/>
                  </a:lnTo>
                  <a:lnTo>
                    <a:pt x="664191" y="1147632"/>
                  </a:lnTo>
                  <a:lnTo>
                    <a:pt x="708826" y="1138407"/>
                  </a:lnTo>
                  <a:lnTo>
                    <a:pt x="752124" y="1125748"/>
                  </a:lnTo>
                  <a:lnTo>
                    <a:pt x="793938" y="1109805"/>
                  </a:lnTo>
                  <a:lnTo>
                    <a:pt x="834121" y="1090726"/>
                  </a:lnTo>
                  <a:lnTo>
                    <a:pt x="872525" y="1068661"/>
                  </a:lnTo>
                  <a:lnTo>
                    <a:pt x="909005" y="1043757"/>
                  </a:lnTo>
                  <a:lnTo>
                    <a:pt x="943411" y="1016163"/>
                  </a:lnTo>
                  <a:lnTo>
                    <a:pt x="975598" y="986028"/>
                  </a:lnTo>
                  <a:lnTo>
                    <a:pt x="1005417" y="953500"/>
                  </a:lnTo>
                  <a:lnTo>
                    <a:pt x="1032723" y="918728"/>
                  </a:lnTo>
                  <a:lnTo>
                    <a:pt x="1057367" y="881860"/>
                  </a:lnTo>
                  <a:lnTo>
                    <a:pt x="1079203" y="843046"/>
                  </a:lnTo>
                  <a:lnTo>
                    <a:pt x="1098083" y="802433"/>
                  </a:lnTo>
                  <a:lnTo>
                    <a:pt x="1113861" y="760171"/>
                  </a:lnTo>
                  <a:lnTo>
                    <a:pt x="1126388" y="716407"/>
                  </a:lnTo>
                  <a:lnTo>
                    <a:pt x="1135519" y="671291"/>
                  </a:lnTo>
                  <a:lnTo>
                    <a:pt x="1141105" y="624971"/>
                  </a:lnTo>
                  <a:lnTo>
                    <a:pt x="1143000" y="577596"/>
                  </a:lnTo>
                  <a:lnTo>
                    <a:pt x="1141105" y="530220"/>
                  </a:lnTo>
                  <a:lnTo>
                    <a:pt x="1135519" y="483900"/>
                  </a:lnTo>
                  <a:lnTo>
                    <a:pt x="1126388" y="438784"/>
                  </a:lnTo>
                  <a:lnTo>
                    <a:pt x="1113861" y="395020"/>
                  </a:lnTo>
                  <a:lnTo>
                    <a:pt x="1098083" y="352758"/>
                  </a:lnTo>
                  <a:lnTo>
                    <a:pt x="1079203" y="312145"/>
                  </a:lnTo>
                  <a:lnTo>
                    <a:pt x="1057367" y="273331"/>
                  </a:lnTo>
                  <a:lnTo>
                    <a:pt x="1032723" y="236463"/>
                  </a:lnTo>
                  <a:lnTo>
                    <a:pt x="1005417" y="201691"/>
                  </a:lnTo>
                  <a:lnTo>
                    <a:pt x="975598" y="169163"/>
                  </a:lnTo>
                  <a:lnTo>
                    <a:pt x="943411" y="139028"/>
                  </a:lnTo>
                  <a:lnTo>
                    <a:pt x="909005" y="111434"/>
                  </a:lnTo>
                  <a:lnTo>
                    <a:pt x="872525" y="86530"/>
                  </a:lnTo>
                  <a:lnTo>
                    <a:pt x="834121" y="64465"/>
                  </a:lnTo>
                  <a:lnTo>
                    <a:pt x="793938" y="45386"/>
                  </a:lnTo>
                  <a:lnTo>
                    <a:pt x="752124" y="29443"/>
                  </a:lnTo>
                  <a:lnTo>
                    <a:pt x="708826" y="16784"/>
                  </a:lnTo>
                  <a:lnTo>
                    <a:pt x="664191" y="7559"/>
                  </a:lnTo>
                  <a:lnTo>
                    <a:pt x="618367" y="191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122420" y="3959352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0" y="577596"/>
                  </a:moveTo>
                  <a:lnTo>
                    <a:pt x="1894" y="530220"/>
                  </a:lnTo>
                  <a:lnTo>
                    <a:pt x="7480" y="483900"/>
                  </a:lnTo>
                  <a:lnTo>
                    <a:pt x="16611" y="438784"/>
                  </a:lnTo>
                  <a:lnTo>
                    <a:pt x="29138" y="395020"/>
                  </a:lnTo>
                  <a:lnTo>
                    <a:pt x="44916" y="352758"/>
                  </a:lnTo>
                  <a:lnTo>
                    <a:pt x="63796" y="312145"/>
                  </a:lnTo>
                  <a:lnTo>
                    <a:pt x="85632" y="273331"/>
                  </a:lnTo>
                  <a:lnTo>
                    <a:pt x="110276" y="236463"/>
                  </a:lnTo>
                  <a:lnTo>
                    <a:pt x="137582" y="201691"/>
                  </a:lnTo>
                  <a:lnTo>
                    <a:pt x="167401" y="169163"/>
                  </a:lnTo>
                  <a:lnTo>
                    <a:pt x="199588" y="139028"/>
                  </a:lnTo>
                  <a:lnTo>
                    <a:pt x="233994" y="111434"/>
                  </a:lnTo>
                  <a:lnTo>
                    <a:pt x="270474" y="86530"/>
                  </a:lnTo>
                  <a:lnTo>
                    <a:pt x="308878" y="64465"/>
                  </a:lnTo>
                  <a:lnTo>
                    <a:pt x="349061" y="45386"/>
                  </a:lnTo>
                  <a:lnTo>
                    <a:pt x="390875" y="29443"/>
                  </a:lnTo>
                  <a:lnTo>
                    <a:pt x="434173" y="16784"/>
                  </a:lnTo>
                  <a:lnTo>
                    <a:pt x="478808" y="7559"/>
                  </a:lnTo>
                  <a:lnTo>
                    <a:pt x="524632" y="1914"/>
                  </a:lnTo>
                  <a:lnTo>
                    <a:pt x="571500" y="0"/>
                  </a:lnTo>
                  <a:lnTo>
                    <a:pt x="618367" y="1914"/>
                  </a:lnTo>
                  <a:lnTo>
                    <a:pt x="664191" y="7559"/>
                  </a:lnTo>
                  <a:lnTo>
                    <a:pt x="708826" y="16784"/>
                  </a:lnTo>
                  <a:lnTo>
                    <a:pt x="752124" y="29443"/>
                  </a:lnTo>
                  <a:lnTo>
                    <a:pt x="793938" y="45386"/>
                  </a:lnTo>
                  <a:lnTo>
                    <a:pt x="834121" y="64465"/>
                  </a:lnTo>
                  <a:lnTo>
                    <a:pt x="872525" y="86530"/>
                  </a:lnTo>
                  <a:lnTo>
                    <a:pt x="909005" y="111434"/>
                  </a:lnTo>
                  <a:lnTo>
                    <a:pt x="943411" y="139028"/>
                  </a:lnTo>
                  <a:lnTo>
                    <a:pt x="975598" y="169163"/>
                  </a:lnTo>
                  <a:lnTo>
                    <a:pt x="1005417" y="201691"/>
                  </a:lnTo>
                  <a:lnTo>
                    <a:pt x="1032723" y="236463"/>
                  </a:lnTo>
                  <a:lnTo>
                    <a:pt x="1057367" y="273331"/>
                  </a:lnTo>
                  <a:lnTo>
                    <a:pt x="1079203" y="312145"/>
                  </a:lnTo>
                  <a:lnTo>
                    <a:pt x="1098083" y="352758"/>
                  </a:lnTo>
                  <a:lnTo>
                    <a:pt x="1113861" y="395020"/>
                  </a:lnTo>
                  <a:lnTo>
                    <a:pt x="1126388" y="438784"/>
                  </a:lnTo>
                  <a:lnTo>
                    <a:pt x="1135519" y="483900"/>
                  </a:lnTo>
                  <a:lnTo>
                    <a:pt x="1141105" y="530220"/>
                  </a:lnTo>
                  <a:lnTo>
                    <a:pt x="1143000" y="577596"/>
                  </a:lnTo>
                  <a:lnTo>
                    <a:pt x="1141105" y="624971"/>
                  </a:lnTo>
                  <a:lnTo>
                    <a:pt x="1135519" y="671291"/>
                  </a:lnTo>
                  <a:lnTo>
                    <a:pt x="1126388" y="716407"/>
                  </a:lnTo>
                  <a:lnTo>
                    <a:pt x="1113861" y="760171"/>
                  </a:lnTo>
                  <a:lnTo>
                    <a:pt x="1098083" y="802433"/>
                  </a:lnTo>
                  <a:lnTo>
                    <a:pt x="1079203" y="843046"/>
                  </a:lnTo>
                  <a:lnTo>
                    <a:pt x="1057367" y="881860"/>
                  </a:lnTo>
                  <a:lnTo>
                    <a:pt x="1032723" y="918728"/>
                  </a:lnTo>
                  <a:lnTo>
                    <a:pt x="1005417" y="953500"/>
                  </a:lnTo>
                  <a:lnTo>
                    <a:pt x="975598" y="986028"/>
                  </a:lnTo>
                  <a:lnTo>
                    <a:pt x="943411" y="1016163"/>
                  </a:lnTo>
                  <a:lnTo>
                    <a:pt x="909005" y="1043757"/>
                  </a:lnTo>
                  <a:lnTo>
                    <a:pt x="872525" y="1068661"/>
                  </a:lnTo>
                  <a:lnTo>
                    <a:pt x="834121" y="1090726"/>
                  </a:lnTo>
                  <a:lnTo>
                    <a:pt x="793938" y="1109805"/>
                  </a:lnTo>
                  <a:lnTo>
                    <a:pt x="752124" y="1125748"/>
                  </a:lnTo>
                  <a:lnTo>
                    <a:pt x="708826" y="1138407"/>
                  </a:lnTo>
                  <a:lnTo>
                    <a:pt x="664191" y="1147632"/>
                  </a:lnTo>
                  <a:lnTo>
                    <a:pt x="618367" y="1153277"/>
                  </a:lnTo>
                  <a:lnTo>
                    <a:pt x="571500" y="1155192"/>
                  </a:lnTo>
                  <a:lnTo>
                    <a:pt x="524632" y="1153277"/>
                  </a:lnTo>
                  <a:lnTo>
                    <a:pt x="478808" y="1147632"/>
                  </a:lnTo>
                  <a:lnTo>
                    <a:pt x="434173" y="1138407"/>
                  </a:lnTo>
                  <a:lnTo>
                    <a:pt x="390875" y="1125748"/>
                  </a:lnTo>
                  <a:lnTo>
                    <a:pt x="349061" y="1109805"/>
                  </a:lnTo>
                  <a:lnTo>
                    <a:pt x="308878" y="1090726"/>
                  </a:lnTo>
                  <a:lnTo>
                    <a:pt x="270474" y="1068661"/>
                  </a:lnTo>
                  <a:lnTo>
                    <a:pt x="233994" y="1043757"/>
                  </a:lnTo>
                  <a:lnTo>
                    <a:pt x="199588" y="1016163"/>
                  </a:lnTo>
                  <a:lnTo>
                    <a:pt x="167401" y="986028"/>
                  </a:lnTo>
                  <a:lnTo>
                    <a:pt x="137582" y="953500"/>
                  </a:lnTo>
                  <a:lnTo>
                    <a:pt x="110276" y="918728"/>
                  </a:lnTo>
                  <a:lnTo>
                    <a:pt x="85632" y="881860"/>
                  </a:lnTo>
                  <a:lnTo>
                    <a:pt x="63796" y="843046"/>
                  </a:lnTo>
                  <a:lnTo>
                    <a:pt x="44916" y="802433"/>
                  </a:lnTo>
                  <a:lnTo>
                    <a:pt x="29138" y="760171"/>
                  </a:lnTo>
                  <a:lnTo>
                    <a:pt x="16611" y="716407"/>
                  </a:lnTo>
                  <a:lnTo>
                    <a:pt x="7480" y="671291"/>
                  </a:lnTo>
                  <a:lnTo>
                    <a:pt x="1894" y="624971"/>
                  </a:lnTo>
                  <a:lnTo>
                    <a:pt x="0" y="57759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476622" y="4334332"/>
            <a:ext cx="356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5266182" y="4496308"/>
            <a:ext cx="2280920" cy="85725"/>
          </a:xfrm>
          <a:custGeom>
            <a:avLst/>
            <a:gdLst/>
            <a:ahLst/>
            <a:cxnLst/>
            <a:rect l="l" t="t" r="r" b="b"/>
            <a:pathLst>
              <a:path w="2280920" h="85725">
                <a:moveTo>
                  <a:pt x="2195194" y="0"/>
                </a:moveTo>
                <a:lnTo>
                  <a:pt x="2195067" y="85725"/>
                </a:lnTo>
                <a:lnTo>
                  <a:pt x="2252302" y="57150"/>
                </a:lnTo>
                <a:lnTo>
                  <a:pt x="2209418" y="57150"/>
                </a:lnTo>
                <a:lnTo>
                  <a:pt x="2209418" y="28575"/>
                </a:lnTo>
                <a:lnTo>
                  <a:pt x="2252175" y="28575"/>
                </a:lnTo>
                <a:lnTo>
                  <a:pt x="2195194" y="0"/>
                </a:lnTo>
                <a:close/>
              </a:path>
              <a:path w="2280920" h="85725">
                <a:moveTo>
                  <a:pt x="0" y="27051"/>
                </a:moveTo>
                <a:lnTo>
                  <a:pt x="0" y="55626"/>
                </a:lnTo>
                <a:lnTo>
                  <a:pt x="2209418" y="57150"/>
                </a:lnTo>
                <a:lnTo>
                  <a:pt x="2195110" y="57150"/>
                </a:lnTo>
                <a:lnTo>
                  <a:pt x="2195152" y="28575"/>
                </a:lnTo>
                <a:lnTo>
                  <a:pt x="2209418" y="28575"/>
                </a:lnTo>
                <a:lnTo>
                  <a:pt x="0" y="27051"/>
                </a:lnTo>
                <a:close/>
              </a:path>
              <a:path w="2280920" h="85725">
                <a:moveTo>
                  <a:pt x="2252175" y="28575"/>
                </a:moveTo>
                <a:lnTo>
                  <a:pt x="2209418" y="28575"/>
                </a:lnTo>
                <a:lnTo>
                  <a:pt x="2209418" y="57150"/>
                </a:lnTo>
                <a:lnTo>
                  <a:pt x="2252302" y="57150"/>
                </a:lnTo>
                <a:lnTo>
                  <a:pt x="2280792" y="42926"/>
                </a:lnTo>
                <a:lnTo>
                  <a:pt x="2252175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6301866" y="4081017"/>
            <a:ext cx="19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360545" y="3443732"/>
            <a:ext cx="704850" cy="560070"/>
          </a:xfrm>
          <a:custGeom>
            <a:avLst/>
            <a:gdLst/>
            <a:ahLst/>
            <a:cxnLst/>
            <a:rect l="l" t="t" r="r" b="b"/>
            <a:pathLst>
              <a:path w="704850" h="560070">
                <a:moveTo>
                  <a:pt x="367156" y="0"/>
                </a:moveTo>
                <a:lnTo>
                  <a:pt x="333375" y="0"/>
                </a:lnTo>
                <a:lnTo>
                  <a:pt x="316610" y="1270"/>
                </a:lnTo>
                <a:lnTo>
                  <a:pt x="266826" y="8890"/>
                </a:lnTo>
                <a:lnTo>
                  <a:pt x="218693" y="22860"/>
                </a:lnTo>
                <a:lnTo>
                  <a:pt x="158368" y="50800"/>
                </a:lnTo>
                <a:lnTo>
                  <a:pt x="130428" y="69850"/>
                </a:lnTo>
                <a:lnTo>
                  <a:pt x="117093" y="78740"/>
                </a:lnTo>
                <a:lnTo>
                  <a:pt x="80390" y="113030"/>
                </a:lnTo>
                <a:lnTo>
                  <a:pt x="49149" y="152400"/>
                </a:lnTo>
                <a:lnTo>
                  <a:pt x="25653" y="194310"/>
                </a:lnTo>
                <a:lnTo>
                  <a:pt x="9778" y="237490"/>
                </a:lnTo>
                <a:lnTo>
                  <a:pt x="1524" y="281940"/>
                </a:lnTo>
                <a:lnTo>
                  <a:pt x="0" y="312420"/>
                </a:lnTo>
                <a:lnTo>
                  <a:pt x="423" y="322580"/>
                </a:lnTo>
                <a:lnTo>
                  <a:pt x="476" y="323850"/>
                </a:lnTo>
                <a:lnTo>
                  <a:pt x="582" y="326390"/>
                </a:lnTo>
                <a:lnTo>
                  <a:pt x="6984" y="372110"/>
                </a:lnTo>
                <a:lnTo>
                  <a:pt x="20574" y="415290"/>
                </a:lnTo>
                <a:lnTo>
                  <a:pt x="41275" y="455930"/>
                </a:lnTo>
                <a:lnTo>
                  <a:pt x="68833" y="495300"/>
                </a:lnTo>
                <a:lnTo>
                  <a:pt x="79501" y="506730"/>
                </a:lnTo>
                <a:lnTo>
                  <a:pt x="90931" y="519430"/>
                </a:lnTo>
                <a:lnTo>
                  <a:pt x="103124" y="529590"/>
                </a:lnTo>
                <a:lnTo>
                  <a:pt x="115950" y="541020"/>
                </a:lnTo>
                <a:lnTo>
                  <a:pt x="129539" y="551180"/>
                </a:lnTo>
                <a:lnTo>
                  <a:pt x="143637" y="560070"/>
                </a:lnTo>
                <a:lnTo>
                  <a:pt x="154431" y="544830"/>
                </a:lnTo>
                <a:lnTo>
                  <a:pt x="140768" y="536055"/>
                </a:lnTo>
                <a:lnTo>
                  <a:pt x="140993" y="536055"/>
                </a:lnTo>
                <a:lnTo>
                  <a:pt x="127634" y="525780"/>
                </a:lnTo>
                <a:lnTo>
                  <a:pt x="128015" y="525780"/>
                </a:lnTo>
                <a:lnTo>
                  <a:pt x="115442" y="515620"/>
                </a:lnTo>
                <a:lnTo>
                  <a:pt x="115824" y="515620"/>
                </a:lnTo>
                <a:lnTo>
                  <a:pt x="104012" y="505460"/>
                </a:lnTo>
                <a:lnTo>
                  <a:pt x="104393" y="505460"/>
                </a:lnTo>
                <a:lnTo>
                  <a:pt x="93344" y="494030"/>
                </a:lnTo>
                <a:lnTo>
                  <a:pt x="93599" y="494030"/>
                </a:lnTo>
                <a:lnTo>
                  <a:pt x="83184" y="482600"/>
                </a:lnTo>
                <a:lnTo>
                  <a:pt x="83565" y="482600"/>
                </a:lnTo>
                <a:lnTo>
                  <a:pt x="73913" y="471170"/>
                </a:lnTo>
                <a:lnTo>
                  <a:pt x="74294" y="471170"/>
                </a:lnTo>
                <a:lnTo>
                  <a:pt x="65404" y="458470"/>
                </a:lnTo>
                <a:lnTo>
                  <a:pt x="65658" y="458470"/>
                </a:lnTo>
                <a:lnTo>
                  <a:pt x="58229" y="447040"/>
                </a:lnTo>
                <a:lnTo>
                  <a:pt x="57657" y="447040"/>
                </a:lnTo>
                <a:lnTo>
                  <a:pt x="50961" y="434340"/>
                </a:lnTo>
                <a:lnTo>
                  <a:pt x="50545" y="434340"/>
                </a:lnTo>
                <a:lnTo>
                  <a:pt x="44426" y="421640"/>
                </a:lnTo>
                <a:lnTo>
                  <a:pt x="44068" y="421640"/>
                </a:lnTo>
                <a:lnTo>
                  <a:pt x="38226" y="407670"/>
                </a:lnTo>
                <a:lnTo>
                  <a:pt x="33146" y="394970"/>
                </a:lnTo>
                <a:lnTo>
                  <a:pt x="33400" y="394970"/>
                </a:lnTo>
                <a:lnTo>
                  <a:pt x="29360" y="382270"/>
                </a:lnTo>
                <a:lnTo>
                  <a:pt x="29082" y="382270"/>
                </a:lnTo>
                <a:lnTo>
                  <a:pt x="25823" y="368300"/>
                </a:lnTo>
                <a:lnTo>
                  <a:pt x="25653" y="368300"/>
                </a:lnTo>
                <a:lnTo>
                  <a:pt x="19661" y="327660"/>
                </a:lnTo>
                <a:lnTo>
                  <a:pt x="19050" y="312420"/>
                </a:lnTo>
                <a:lnTo>
                  <a:pt x="19303" y="298450"/>
                </a:lnTo>
                <a:lnTo>
                  <a:pt x="24764" y="256540"/>
                </a:lnTo>
                <a:lnTo>
                  <a:pt x="31497" y="231616"/>
                </a:lnTo>
                <a:lnTo>
                  <a:pt x="32384" y="228600"/>
                </a:lnTo>
                <a:lnTo>
                  <a:pt x="32619" y="228600"/>
                </a:lnTo>
                <a:lnTo>
                  <a:pt x="38301" y="213314"/>
                </a:lnTo>
                <a:lnTo>
                  <a:pt x="43052" y="201930"/>
                </a:lnTo>
                <a:lnTo>
                  <a:pt x="42799" y="201930"/>
                </a:lnTo>
                <a:lnTo>
                  <a:pt x="49656" y="189230"/>
                </a:lnTo>
                <a:lnTo>
                  <a:pt x="49275" y="189230"/>
                </a:lnTo>
                <a:lnTo>
                  <a:pt x="56895" y="175260"/>
                </a:lnTo>
                <a:lnTo>
                  <a:pt x="57530" y="175260"/>
                </a:lnTo>
                <a:lnTo>
                  <a:pt x="65150" y="162560"/>
                </a:lnTo>
                <a:lnTo>
                  <a:pt x="64769" y="162560"/>
                </a:lnTo>
                <a:lnTo>
                  <a:pt x="74167" y="149860"/>
                </a:lnTo>
                <a:lnTo>
                  <a:pt x="74803" y="149860"/>
                </a:lnTo>
                <a:lnTo>
                  <a:pt x="83946" y="138430"/>
                </a:lnTo>
                <a:lnTo>
                  <a:pt x="83565" y="138430"/>
                </a:lnTo>
                <a:lnTo>
                  <a:pt x="94487" y="125730"/>
                </a:lnTo>
                <a:lnTo>
                  <a:pt x="95249" y="125730"/>
                </a:lnTo>
                <a:lnTo>
                  <a:pt x="105537" y="114300"/>
                </a:lnTo>
                <a:lnTo>
                  <a:pt x="106456" y="114300"/>
                </a:lnTo>
                <a:lnTo>
                  <a:pt x="116733" y="104266"/>
                </a:lnTo>
                <a:lnTo>
                  <a:pt x="118379" y="102870"/>
                </a:lnTo>
                <a:lnTo>
                  <a:pt x="129158" y="93980"/>
                </a:lnTo>
                <a:lnTo>
                  <a:pt x="128777" y="93980"/>
                </a:lnTo>
                <a:lnTo>
                  <a:pt x="141731" y="85090"/>
                </a:lnTo>
                <a:lnTo>
                  <a:pt x="141350" y="85090"/>
                </a:lnTo>
                <a:lnTo>
                  <a:pt x="154685" y="76200"/>
                </a:lnTo>
                <a:lnTo>
                  <a:pt x="154304" y="76200"/>
                </a:lnTo>
                <a:lnTo>
                  <a:pt x="168147" y="67310"/>
                </a:lnTo>
                <a:lnTo>
                  <a:pt x="167766" y="67310"/>
                </a:lnTo>
                <a:lnTo>
                  <a:pt x="181990" y="59690"/>
                </a:lnTo>
                <a:lnTo>
                  <a:pt x="184022" y="59690"/>
                </a:lnTo>
                <a:lnTo>
                  <a:pt x="196087" y="53340"/>
                </a:lnTo>
                <a:lnTo>
                  <a:pt x="195579" y="53340"/>
                </a:lnTo>
                <a:lnTo>
                  <a:pt x="209982" y="47081"/>
                </a:lnTo>
                <a:lnTo>
                  <a:pt x="225425" y="40640"/>
                </a:lnTo>
                <a:lnTo>
                  <a:pt x="228015" y="40640"/>
                </a:lnTo>
                <a:lnTo>
                  <a:pt x="240410" y="35560"/>
                </a:lnTo>
                <a:lnTo>
                  <a:pt x="240029" y="35560"/>
                </a:lnTo>
                <a:lnTo>
                  <a:pt x="255650" y="31750"/>
                </a:lnTo>
                <a:lnTo>
                  <a:pt x="255142" y="31750"/>
                </a:lnTo>
                <a:lnTo>
                  <a:pt x="270784" y="28025"/>
                </a:lnTo>
                <a:lnTo>
                  <a:pt x="270223" y="28025"/>
                </a:lnTo>
                <a:lnTo>
                  <a:pt x="286765" y="25400"/>
                </a:lnTo>
                <a:lnTo>
                  <a:pt x="286384" y="25400"/>
                </a:lnTo>
                <a:lnTo>
                  <a:pt x="302640" y="22860"/>
                </a:lnTo>
                <a:lnTo>
                  <a:pt x="302259" y="22860"/>
                </a:lnTo>
                <a:lnTo>
                  <a:pt x="318144" y="20378"/>
                </a:lnTo>
                <a:lnTo>
                  <a:pt x="317385" y="20378"/>
                </a:lnTo>
                <a:lnTo>
                  <a:pt x="334517" y="19050"/>
                </a:lnTo>
                <a:lnTo>
                  <a:pt x="473862" y="19050"/>
                </a:lnTo>
                <a:lnTo>
                  <a:pt x="467359" y="16510"/>
                </a:lnTo>
                <a:lnTo>
                  <a:pt x="417702" y="5080"/>
                </a:lnTo>
                <a:lnTo>
                  <a:pt x="400938" y="2540"/>
                </a:lnTo>
                <a:lnTo>
                  <a:pt x="367156" y="0"/>
                </a:lnTo>
                <a:close/>
              </a:path>
              <a:path w="704850" h="560070">
                <a:moveTo>
                  <a:pt x="584453" y="481330"/>
                </a:moveTo>
                <a:lnTo>
                  <a:pt x="547624" y="557530"/>
                </a:lnTo>
                <a:lnTo>
                  <a:pt x="631189" y="541020"/>
                </a:lnTo>
                <a:lnTo>
                  <a:pt x="620251" y="527050"/>
                </a:lnTo>
                <a:lnTo>
                  <a:pt x="603884" y="527050"/>
                </a:lnTo>
                <a:lnTo>
                  <a:pt x="591819" y="511810"/>
                </a:lnTo>
                <a:lnTo>
                  <a:pt x="602041" y="503792"/>
                </a:lnTo>
                <a:lnTo>
                  <a:pt x="584453" y="481330"/>
                </a:lnTo>
                <a:close/>
              </a:path>
              <a:path w="704850" h="560070">
                <a:moveTo>
                  <a:pt x="140993" y="536055"/>
                </a:moveTo>
                <a:lnTo>
                  <a:pt x="140768" y="536055"/>
                </a:lnTo>
                <a:lnTo>
                  <a:pt x="142127" y="536927"/>
                </a:lnTo>
                <a:lnTo>
                  <a:pt x="140993" y="536055"/>
                </a:lnTo>
                <a:close/>
              </a:path>
              <a:path w="704850" h="560070">
                <a:moveTo>
                  <a:pt x="602041" y="503792"/>
                </a:moveTo>
                <a:lnTo>
                  <a:pt x="591819" y="511810"/>
                </a:lnTo>
                <a:lnTo>
                  <a:pt x="603884" y="527050"/>
                </a:lnTo>
                <a:lnTo>
                  <a:pt x="613716" y="518702"/>
                </a:lnTo>
                <a:lnTo>
                  <a:pt x="602041" y="503792"/>
                </a:lnTo>
                <a:close/>
              </a:path>
              <a:path w="704850" h="560070">
                <a:moveTo>
                  <a:pt x="613716" y="518702"/>
                </a:moveTo>
                <a:lnTo>
                  <a:pt x="603884" y="527050"/>
                </a:lnTo>
                <a:lnTo>
                  <a:pt x="620251" y="527050"/>
                </a:lnTo>
                <a:lnTo>
                  <a:pt x="613716" y="518702"/>
                </a:lnTo>
                <a:close/>
              </a:path>
              <a:path w="704850" h="560070">
                <a:moveTo>
                  <a:pt x="648207" y="444500"/>
                </a:moveTo>
                <a:lnTo>
                  <a:pt x="639826" y="458470"/>
                </a:lnTo>
                <a:lnTo>
                  <a:pt x="640079" y="458470"/>
                </a:lnTo>
                <a:lnTo>
                  <a:pt x="630808" y="471170"/>
                </a:lnTo>
                <a:lnTo>
                  <a:pt x="631063" y="471170"/>
                </a:lnTo>
                <a:lnTo>
                  <a:pt x="621029" y="482600"/>
                </a:lnTo>
                <a:lnTo>
                  <a:pt x="621410" y="482600"/>
                </a:lnTo>
                <a:lnTo>
                  <a:pt x="603757" y="501650"/>
                </a:lnTo>
                <a:lnTo>
                  <a:pt x="604774" y="501650"/>
                </a:lnTo>
                <a:lnTo>
                  <a:pt x="602041" y="503792"/>
                </a:lnTo>
                <a:lnTo>
                  <a:pt x="613716" y="518702"/>
                </a:lnTo>
                <a:lnTo>
                  <a:pt x="617346" y="515620"/>
                </a:lnTo>
                <a:lnTo>
                  <a:pt x="635762" y="495300"/>
                </a:lnTo>
                <a:lnTo>
                  <a:pt x="646176" y="482600"/>
                </a:lnTo>
                <a:lnTo>
                  <a:pt x="655701" y="468630"/>
                </a:lnTo>
                <a:lnTo>
                  <a:pt x="664463" y="454660"/>
                </a:lnTo>
                <a:lnTo>
                  <a:pt x="669393" y="445770"/>
                </a:lnTo>
                <a:lnTo>
                  <a:pt x="647953" y="445770"/>
                </a:lnTo>
                <a:lnTo>
                  <a:pt x="648207" y="444500"/>
                </a:lnTo>
                <a:close/>
              </a:path>
              <a:path w="704850" h="560070">
                <a:moveTo>
                  <a:pt x="57403" y="445770"/>
                </a:moveTo>
                <a:lnTo>
                  <a:pt x="57657" y="447040"/>
                </a:lnTo>
                <a:lnTo>
                  <a:pt x="58229" y="447040"/>
                </a:lnTo>
                <a:lnTo>
                  <a:pt x="57403" y="445770"/>
                </a:lnTo>
                <a:close/>
              </a:path>
              <a:path w="704850" h="560070">
                <a:moveTo>
                  <a:pt x="667765" y="405130"/>
                </a:moveTo>
                <a:lnTo>
                  <a:pt x="661924" y="419100"/>
                </a:lnTo>
                <a:lnTo>
                  <a:pt x="662177" y="419100"/>
                </a:lnTo>
                <a:lnTo>
                  <a:pt x="655319" y="431800"/>
                </a:lnTo>
                <a:lnTo>
                  <a:pt x="647953" y="445770"/>
                </a:lnTo>
                <a:lnTo>
                  <a:pt x="669393" y="445770"/>
                </a:lnTo>
                <a:lnTo>
                  <a:pt x="672210" y="440690"/>
                </a:lnTo>
                <a:lnTo>
                  <a:pt x="679322" y="426720"/>
                </a:lnTo>
                <a:lnTo>
                  <a:pt x="685418" y="412750"/>
                </a:lnTo>
                <a:lnTo>
                  <a:pt x="687641" y="406400"/>
                </a:lnTo>
                <a:lnTo>
                  <a:pt x="667638" y="406400"/>
                </a:lnTo>
                <a:lnTo>
                  <a:pt x="667765" y="405130"/>
                </a:lnTo>
                <a:close/>
              </a:path>
              <a:path w="704850" h="560070">
                <a:moveTo>
                  <a:pt x="50291" y="433070"/>
                </a:moveTo>
                <a:lnTo>
                  <a:pt x="50545" y="434340"/>
                </a:lnTo>
                <a:lnTo>
                  <a:pt x="50961" y="434340"/>
                </a:lnTo>
                <a:lnTo>
                  <a:pt x="50291" y="433070"/>
                </a:lnTo>
                <a:close/>
              </a:path>
              <a:path w="704850" h="560070">
                <a:moveTo>
                  <a:pt x="43814" y="420370"/>
                </a:moveTo>
                <a:lnTo>
                  <a:pt x="44068" y="421640"/>
                </a:lnTo>
                <a:lnTo>
                  <a:pt x="44426" y="421640"/>
                </a:lnTo>
                <a:lnTo>
                  <a:pt x="43814" y="420370"/>
                </a:lnTo>
                <a:close/>
              </a:path>
              <a:path w="704850" h="560070">
                <a:moveTo>
                  <a:pt x="672718" y="391160"/>
                </a:moveTo>
                <a:lnTo>
                  <a:pt x="667638" y="406400"/>
                </a:lnTo>
                <a:lnTo>
                  <a:pt x="687641" y="406400"/>
                </a:lnTo>
                <a:lnTo>
                  <a:pt x="690752" y="397510"/>
                </a:lnTo>
                <a:lnTo>
                  <a:pt x="692369" y="392430"/>
                </a:lnTo>
                <a:lnTo>
                  <a:pt x="672591" y="392430"/>
                </a:lnTo>
                <a:lnTo>
                  <a:pt x="672718" y="391160"/>
                </a:lnTo>
                <a:close/>
              </a:path>
              <a:path w="704850" h="560070">
                <a:moveTo>
                  <a:pt x="701272" y="266700"/>
                </a:moveTo>
                <a:lnTo>
                  <a:pt x="682116" y="266700"/>
                </a:lnTo>
                <a:lnTo>
                  <a:pt x="684149" y="280670"/>
                </a:lnTo>
                <a:lnTo>
                  <a:pt x="685303" y="293370"/>
                </a:lnTo>
                <a:lnTo>
                  <a:pt x="685418" y="294640"/>
                </a:lnTo>
                <a:lnTo>
                  <a:pt x="685800" y="308610"/>
                </a:lnTo>
                <a:lnTo>
                  <a:pt x="685545" y="322580"/>
                </a:lnTo>
                <a:lnTo>
                  <a:pt x="679640" y="366818"/>
                </a:lnTo>
                <a:lnTo>
                  <a:pt x="672591" y="392430"/>
                </a:lnTo>
                <a:lnTo>
                  <a:pt x="692369" y="392430"/>
                </a:lnTo>
                <a:lnTo>
                  <a:pt x="701547" y="353060"/>
                </a:lnTo>
                <a:lnTo>
                  <a:pt x="704786" y="312420"/>
                </a:lnTo>
                <a:lnTo>
                  <a:pt x="704850" y="308610"/>
                </a:lnTo>
                <a:lnTo>
                  <a:pt x="704511" y="298450"/>
                </a:lnTo>
                <a:lnTo>
                  <a:pt x="704384" y="294640"/>
                </a:lnTo>
                <a:lnTo>
                  <a:pt x="704341" y="293370"/>
                </a:lnTo>
                <a:lnTo>
                  <a:pt x="703302" y="281940"/>
                </a:lnTo>
                <a:lnTo>
                  <a:pt x="703187" y="280670"/>
                </a:lnTo>
                <a:lnTo>
                  <a:pt x="703071" y="279400"/>
                </a:lnTo>
                <a:lnTo>
                  <a:pt x="701272" y="266700"/>
                </a:lnTo>
                <a:close/>
              </a:path>
              <a:path w="704850" h="560070">
                <a:moveTo>
                  <a:pt x="28955" y="381000"/>
                </a:moveTo>
                <a:lnTo>
                  <a:pt x="29082" y="382270"/>
                </a:lnTo>
                <a:lnTo>
                  <a:pt x="29360" y="382270"/>
                </a:lnTo>
                <a:lnTo>
                  <a:pt x="28955" y="381000"/>
                </a:lnTo>
                <a:close/>
              </a:path>
              <a:path w="704850" h="560070">
                <a:moveTo>
                  <a:pt x="25526" y="367030"/>
                </a:moveTo>
                <a:lnTo>
                  <a:pt x="25653" y="368300"/>
                </a:lnTo>
                <a:lnTo>
                  <a:pt x="25823" y="368300"/>
                </a:lnTo>
                <a:lnTo>
                  <a:pt x="25526" y="367030"/>
                </a:lnTo>
                <a:close/>
              </a:path>
              <a:path w="704850" h="560070">
                <a:moveTo>
                  <a:pt x="698722" y="252730"/>
                </a:moveTo>
                <a:lnTo>
                  <a:pt x="679322" y="252730"/>
                </a:lnTo>
                <a:lnTo>
                  <a:pt x="679445" y="253981"/>
                </a:lnTo>
                <a:lnTo>
                  <a:pt x="679828" y="255486"/>
                </a:lnTo>
                <a:lnTo>
                  <a:pt x="682116" y="267970"/>
                </a:lnTo>
                <a:lnTo>
                  <a:pt x="682116" y="266700"/>
                </a:lnTo>
                <a:lnTo>
                  <a:pt x="701272" y="266700"/>
                </a:lnTo>
                <a:lnTo>
                  <a:pt x="700913" y="264160"/>
                </a:lnTo>
                <a:lnTo>
                  <a:pt x="698962" y="253981"/>
                </a:lnTo>
                <a:lnTo>
                  <a:pt x="698838" y="253338"/>
                </a:lnTo>
                <a:lnTo>
                  <a:pt x="698722" y="252730"/>
                </a:lnTo>
                <a:close/>
              </a:path>
              <a:path w="704850" h="560070">
                <a:moveTo>
                  <a:pt x="681574" y="199390"/>
                </a:moveTo>
                <a:lnTo>
                  <a:pt x="660907" y="199390"/>
                </a:lnTo>
                <a:lnTo>
                  <a:pt x="666643" y="213105"/>
                </a:lnTo>
                <a:lnTo>
                  <a:pt x="666604" y="213314"/>
                </a:lnTo>
                <a:lnTo>
                  <a:pt x="671702" y="226060"/>
                </a:lnTo>
                <a:lnTo>
                  <a:pt x="675893" y="240030"/>
                </a:lnTo>
                <a:lnTo>
                  <a:pt x="679445" y="253981"/>
                </a:lnTo>
                <a:lnTo>
                  <a:pt x="679322" y="252730"/>
                </a:lnTo>
                <a:lnTo>
                  <a:pt x="698722" y="252730"/>
                </a:lnTo>
                <a:lnTo>
                  <a:pt x="697991" y="248920"/>
                </a:lnTo>
                <a:lnTo>
                  <a:pt x="694181" y="234950"/>
                </a:lnTo>
                <a:lnTo>
                  <a:pt x="689609" y="219710"/>
                </a:lnTo>
                <a:lnTo>
                  <a:pt x="684402" y="205740"/>
                </a:lnTo>
                <a:lnTo>
                  <a:pt x="681574" y="199390"/>
                </a:lnTo>
                <a:close/>
              </a:path>
              <a:path w="704850" h="560070">
                <a:moveTo>
                  <a:pt x="32619" y="228600"/>
                </a:moveTo>
                <a:lnTo>
                  <a:pt x="32384" y="228600"/>
                </a:lnTo>
                <a:lnTo>
                  <a:pt x="31480" y="231616"/>
                </a:lnTo>
                <a:lnTo>
                  <a:pt x="32619" y="228600"/>
                </a:lnTo>
                <a:close/>
              </a:path>
              <a:path w="704850" h="560070">
                <a:moveTo>
                  <a:pt x="675686" y="186690"/>
                </a:moveTo>
                <a:lnTo>
                  <a:pt x="654430" y="186690"/>
                </a:lnTo>
                <a:lnTo>
                  <a:pt x="661034" y="200660"/>
                </a:lnTo>
                <a:lnTo>
                  <a:pt x="660907" y="199390"/>
                </a:lnTo>
                <a:lnTo>
                  <a:pt x="681574" y="199390"/>
                </a:lnTo>
                <a:lnTo>
                  <a:pt x="678179" y="191770"/>
                </a:lnTo>
                <a:lnTo>
                  <a:pt x="675686" y="186690"/>
                </a:lnTo>
                <a:close/>
              </a:path>
              <a:path w="704850" h="560070">
                <a:moveTo>
                  <a:pt x="669035" y="173990"/>
                </a:moveTo>
                <a:lnTo>
                  <a:pt x="647191" y="173990"/>
                </a:lnTo>
                <a:lnTo>
                  <a:pt x="654684" y="187960"/>
                </a:lnTo>
                <a:lnTo>
                  <a:pt x="654430" y="186690"/>
                </a:lnTo>
                <a:lnTo>
                  <a:pt x="675686" y="186690"/>
                </a:lnTo>
                <a:lnTo>
                  <a:pt x="671321" y="177800"/>
                </a:lnTo>
                <a:lnTo>
                  <a:pt x="669035" y="173990"/>
                </a:lnTo>
                <a:close/>
              </a:path>
              <a:path w="704850" h="560070">
                <a:moveTo>
                  <a:pt x="57530" y="175260"/>
                </a:moveTo>
                <a:lnTo>
                  <a:pt x="56895" y="175260"/>
                </a:lnTo>
                <a:lnTo>
                  <a:pt x="56768" y="176530"/>
                </a:lnTo>
                <a:lnTo>
                  <a:pt x="57530" y="175260"/>
                </a:lnTo>
                <a:close/>
              </a:path>
              <a:path w="704850" h="560070">
                <a:moveTo>
                  <a:pt x="594656" y="85090"/>
                </a:moveTo>
                <a:lnTo>
                  <a:pt x="564006" y="85090"/>
                </a:lnTo>
                <a:lnTo>
                  <a:pt x="577341" y="95250"/>
                </a:lnTo>
                <a:lnTo>
                  <a:pt x="576960" y="95250"/>
                </a:lnTo>
                <a:lnTo>
                  <a:pt x="589533" y="105410"/>
                </a:lnTo>
                <a:lnTo>
                  <a:pt x="589152" y="105410"/>
                </a:lnTo>
                <a:lnTo>
                  <a:pt x="600963" y="115570"/>
                </a:lnTo>
                <a:lnTo>
                  <a:pt x="600582" y="115570"/>
                </a:lnTo>
                <a:lnTo>
                  <a:pt x="611631" y="127000"/>
                </a:lnTo>
                <a:lnTo>
                  <a:pt x="611251" y="127000"/>
                </a:lnTo>
                <a:lnTo>
                  <a:pt x="621664" y="138430"/>
                </a:lnTo>
                <a:lnTo>
                  <a:pt x="621410" y="138430"/>
                </a:lnTo>
                <a:lnTo>
                  <a:pt x="631063" y="149860"/>
                </a:lnTo>
                <a:lnTo>
                  <a:pt x="630681" y="149860"/>
                </a:lnTo>
                <a:lnTo>
                  <a:pt x="639571" y="162560"/>
                </a:lnTo>
                <a:lnTo>
                  <a:pt x="639317" y="162560"/>
                </a:lnTo>
                <a:lnTo>
                  <a:pt x="647445" y="175260"/>
                </a:lnTo>
                <a:lnTo>
                  <a:pt x="647191" y="173990"/>
                </a:lnTo>
                <a:lnTo>
                  <a:pt x="669035" y="173990"/>
                </a:lnTo>
                <a:lnTo>
                  <a:pt x="646049" y="138430"/>
                </a:lnTo>
                <a:lnTo>
                  <a:pt x="614044" y="102870"/>
                </a:lnTo>
                <a:lnTo>
                  <a:pt x="601852" y="91440"/>
                </a:lnTo>
                <a:lnTo>
                  <a:pt x="594656" y="85090"/>
                </a:lnTo>
                <a:close/>
              </a:path>
              <a:path w="704850" h="560070">
                <a:moveTo>
                  <a:pt x="74803" y="149860"/>
                </a:moveTo>
                <a:lnTo>
                  <a:pt x="74167" y="149860"/>
                </a:lnTo>
                <a:lnTo>
                  <a:pt x="73787" y="151130"/>
                </a:lnTo>
                <a:lnTo>
                  <a:pt x="74803" y="149860"/>
                </a:lnTo>
                <a:close/>
              </a:path>
              <a:path w="704850" h="560070">
                <a:moveTo>
                  <a:pt x="95249" y="125730"/>
                </a:moveTo>
                <a:lnTo>
                  <a:pt x="94487" y="125730"/>
                </a:lnTo>
                <a:lnTo>
                  <a:pt x="94106" y="127000"/>
                </a:lnTo>
                <a:lnTo>
                  <a:pt x="95249" y="125730"/>
                </a:lnTo>
                <a:close/>
              </a:path>
              <a:path w="704850" h="560070">
                <a:moveTo>
                  <a:pt x="106456" y="114300"/>
                </a:moveTo>
                <a:lnTo>
                  <a:pt x="105537" y="114300"/>
                </a:lnTo>
                <a:lnTo>
                  <a:pt x="105155" y="115570"/>
                </a:lnTo>
                <a:lnTo>
                  <a:pt x="106456" y="114300"/>
                </a:lnTo>
                <a:close/>
              </a:path>
              <a:path w="704850" h="560070">
                <a:moveTo>
                  <a:pt x="118420" y="102870"/>
                </a:moveTo>
                <a:lnTo>
                  <a:pt x="116711" y="104266"/>
                </a:lnTo>
                <a:lnTo>
                  <a:pt x="116961" y="104266"/>
                </a:lnTo>
                <a:lnTo>
                  <a:pt x="118420" y="102870"/>
                </a:lnTo>
                <a:close/>
              </a:path>
              <a:path w="704850" h="560070">
                <a:moveTo>
                  <a:pt x="490788" y="45120"/>
                </a:moveTo>
                <a:lnTo>
                  <a:pt x="507745" y="52070"/>
                </a:lnTo>
                <a:lnTo>
                  <a:pt x="507238" y="52070"/>
                </a:lnTo>
                <a:lnTo>
                  <a:pt x="522350" y="59690"/>
                </a:lnTo>
                <a:lnTo>
                  <a:pt x="521969" y="59690"/>
                </a:lnTo>
                <a:lnTo>
                  <a:pt x="536828" y="67310"/>
                </a:lnTo>
                <a:lnTo>
                  <a:pt x="536447" y="67310"/>
                </a:lnTo>
                <a:lnTo>
                  <a:pt x="550926" y="76200"/>
                </a:lnTo>
                <a:lnTo>
                  <a:pt x="550544" y="76200"/>
                </a:lnTo>
                <a:lnTo>
                  <a:pt x="564388" y="86360"/>
                </a:lnTo>
                <a:lnTo>
                  <a:pt x="564006" y="85090"/>
                </a:lnTo>
                <a:lnTo>
                  <a:pt x="594656" y="85090"/>
                </a:lnTo>
                <a:lnTo>
                  <a:pt x="588899" y="80010"/>
                </a:lnTo>
                <a:lnTo>
                  <a:pt x="575309" y="69850"/>
                </a:lnTo>
                <a:lnTo>
                  <a:pt x="561085" y="60960"/>
                </a:lnTo>
                <a:lnTo>
                  <a:pt x="546226" y="50800"/>
                </a:lnTo>
                <a:lnTo>
                  <a:pt x="536066" y="45720"/>
                </a:lnTo>
                <a:lnTo>
                  <a:pt x="492632" y="45720"/>
                </a:lnTo>
                <a:lnTo>
                  <a:pt x="490788" y="45120"/>
                </a:lnTo>
                <a:close/>
              </a:path>
              <a:path w="704850" h="560070">
                <a:moveTo>
                  <a:pt x="184022" y="59690"/>
                </a:moveTo>
                <a:lnTo>
                  <a:pt x="181990" y="59690"/>
                </a:lnTo>
                <a:lnTo>
                  <a:pt x="181609" y="60960"/>
                </a:lnTo>
                <a:lnTo>
                  <a:pt x="184022" y="59690"/>
                </a:lnTo>
                <a:close/>
              </a:path>
              <a:path w="704850" h="560070">
                <a:moveTo>
                  <a:pt x="219354" y="43180"/>
                </a:moveTo>
                <a:lnTo>
                  <a:pt x="209973" y="47081"/>
                </a:lnTo>
                <a:lnTo>
                  <a:pt x="210224" y="47081"/>
                </a:lnTo>
                <a:lnTo>
                  <a:pt x="219354" y="43180"/>
                </a:lnTo>
                <a:close/>
              </a:path>
              <a:path w="704850" h="560070">
                <a:moveTo>
                  <a:pt x="444590" y="30025"/>
                </a:moveTo>
                <a:lnTo>
                  <a:pt x="462025" y="35560"/>
                </a:lnTo>
                <a:lnTo>
                  <a:pt x="461644" y="35560"/>
                </a:lnTo>
                <a:lnTo>
                  <a:pt x="477392" y="40640"/>
                </a:lnTo>
                <a:lnTo>
                  <a:pt x="477012" y="40640"/>
                </a:lnTo>
                <a:lnTo>
                  <a:pt x="492632" y="45720"/>
                </a:lnTo>
                <a:lnTo>
                  <a:pt x="536066" y="45720"/>
                </a:lnTo>
                <a:lnTo>
                  <a:pt x="515492" y="35560"/>
                </a:lnTo>
                <a:lnTo>
                  <a:pt x="504909" y="30480"/>
                </a:lnTo>
                <a:lnTo>
                  <a:pt x="446531" y="30480"/>
                </a:lnTo>
                <a:lnTo>
                  <a:pt x="444590" y="30025"/>
                </a:lnTo>
                <a:close/>
              </a:path>
              <a:path w="704850" h="560070">
                <a:moveTo>
                  <a:pt x="228015" y="40640"/>
                </a:moveTo>
                <a:lnTo>
                  <a:pt x="225425" y="40640"/>
                </a:lnTo>
                <a:lnTo>
                  <a:pt x="224916" y="41910"/>
                </a:lnTo>
                <a:lnTo>
                  <a:pt x="228015" y="40640"/>
                </a:lnTo>
                <a:close/>
              </a:path>
              <a:path w="704850" h="560070">
                <a:moveTo>
                  <a:pt x="240971" y="35330"/>
                </a:moveTo>
                <a:lnTo>
                  <a:pt x="240029" y="35560"/>
                </a:lnTo>
                <a:lnTo>
                  <a:pt x="240410" y="35560"/>
                </a:lnTo>
                <a:lnTo>
                  <a:pt x="240971" y="35330"/>
                </a:lnTo>
                <a:close/>
              </a:path>
              <a:path w="704850" h="560070">
                <a:moveTo>
                  <a:pt x="406590" y="22860"/>
                </a:moveTo>
                <a:lnTo>
                  <a:pt x="430285" y="26611"/>
                </a:lnTo>
                <a:lnTo>
                  <a:pt x="430637" y="26754"/>
                </a:lnTo>
                <a:lnTo>
                  <a:pt x="446532" y="30480"/>
                </a:lnTo>
                <a:lnTo>
                  <a:pt x="504909" y="30480"/>
                </a:lnTo>
                <a:lnTo>
                  <a:pt x="499796" y="28025"/>
                </a:lnTo>
                <a:lnTo>
                  <a:pt x="487616" y="24130"/>
                </a:lnTo>
                <a:lnTo>
                  <a:pt x="414781" y="24130"/>
                </a:lnTo>
                <a:lnTo>
                  <a:pt x="406590" y="22860"/>
                </a:lnTo>
                <a:close/>
              </a:path>
              <a:path w="704850" h="560070">
                <a:moveTo>
                  <a:pt x="430285" y="26611"/>
                </a:moveTo>
                <a:lnTo>
                  <a:pt x="430028" y="26611"/>
                </a:lnTo>
                <a:lnTo>
                  <a:pt x="430637" y="26754"/>
                </a:lnTo>
                <a:lnTo>
                  <a:pt x="430285" y="26611"/>
                </a:lnTo>
                <a:close/>
              </a:path>
              <a:path w="704850" h="560070">
                <a:moveTo>
                  <a:pt x="473862" y="19050"/>
                </a:moveTo>
                <a:lnTo>
                  <a:pt x="366267" y="19050"/>
                </a:lnTo>
                <a:lnTo>
                  <a:pt x="383533" y="20378"/>
                </a:lnTo>
                <a:lnTo>
                  <a:pt x="383146" y="20378"/>
                </a:lnTo>
                <a:lnTo>
                  <a:pt x="399524" y="21647"/>
                </a:lnTo>
                <a:lnTo>
                  <a:pt x="398771" y="21647"/>
                </a:lnTo>
                <a:lnTo>
                  <a:pt x="414781" y="24130"/>
                </a:lnTo>
                <a:lnTo>
                  <a:pt x="487616" y="24130"/>
                </a:lnTo>
                <a:lnTo>
                  <a:pt x="483615" y="22860"/>
                </a:lnTo>
                <a:lnTo>
                  <a:pt x="473862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375784" y="3044393"/>
            <a:ext cx="7067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0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504438" y="3443732"/>
            <a:ext cx="5190490" cy="1677670"/>
            <a:chOff x="3504438" y="3443732"/>
            <a:chExt cx="5190490" cy="1677670"/>
          </a:xfrm>
        </p:grpSpPr>
        <p:sp>
          <p:nvSpPr>
            <p:cNvPr id="19" name="object 19" descr=""/>
            <p:cNvSpPr/>
            <p:nvPr/>
          </p:nvSpPr>
          <p:spPr>
            <a:xfrm>
              <a:off x="3504438" y="3443731"/>
              <a:ext cx="4965700" cy="1137285"/>
            </a:xfrm>
            <a:custGeom>
              <a:avLst/>
              <a:gdLst/>
              <a:ahLst/>
              <a:cxnLst/>
              <a:rect l="l" t="t" r="r" b="b"/>
              <a:pathLst>
                <a:path w="4965700" h="1137285">
                  <a:moveTo>
                    <a:pt x="617601" y="1093978"/>
                  </a:moveTo>
                  <a:lnTo>
                    <a:pt x="588937" y="1079627"/>
                  </a:lnTo>
                  <a:lnTo>
                    <a:pt x="531876" y="1051052"/>
                  </a:lnTo>
                  <a:lnTo>
                    <a:pt x="531876" y="1079627"/>
                  </a:lnTo>
                  <a:lnTo>
                    <a:pt x="0" y="1079627"/>
                  </a:lnTo>
                  <a:lnTo>
                    <a:pt x="0" y="1108202"/>
                  </a:lnTo>
                  <a:lnTo>
                    <a:pt x="531876" y="1108202"/>
                  </a:lnTo>
                  <a:lnTo>
                    <a:pt x="531876" y="1136777"/>
                  </a:lnTo>
                  <a:lnTo>
                    <a:pt x="589102" y="1108202"/>
                  </a:lnTo>
                  <a:lnTo>
                    <a:pt x="617601" y="1093978"/>
                  </a:lnTo>
                  <a:close/>
                </a:path>
                <a:path w="4965700" h="1137285">
                  <a:moveTo>
                    <a:pt x="4965573" y="308610"/>
                  </a:moveTo>
                  <a:lnTo>
                    <a:pt x="4965230" y="298450"/>
                  </a:lnTo>
                  <a:lnTo>
                    <a:pt x="4965103" y="294640"/>
                  </a:lnTo>
                  <a:lnTo>
                    <a:pt x="4965065" y="293370"/>
                  </a:lnTo>
                  <a:lnTo>
                    <a:pt x="4964023" y="281940"/>
                  </a:lnTo>
                  <a:lnTo>
                    <a:pt x="4963909" y="280670"/>
                  </a:lnTo>
                  <a:lnTo>
                    <a:pt x="4963795" y="279400"/>
                  </a:lnTo>
                  <a:lnTo>
                    <a:pt x="4961991" y="266700"/>
                  </a:lnTo>
                  <a:lnTo>
                    <a:pt x="4961636" y="264160"/>
                  </a:lnTo>
                  <a:lnTo>
                    <a:pt x="4959680" y="253987"/>
                  </a:lnTo>
                  <a:lnTo>
                    <a:pt x="4959553" y="253339"/>
                  </a:lnTo>
                  <a:lnTo>
                    <a:pt x="4959439" y="252730"/>
                  </a:lnTo>
                  <a:lnTo>
                    <a:pt x="4945126" y="205740"/>
                  </a:lnTo>
                  <a:lnTo>
                    <a:pt x="4942294" y="199390"/>
                  </a:lnTo>
                  <a:lnTo>
                    <a:pt x="4938903" y="191770"/>
                  </a:lnTo>
                  <a:lnTo>
                    <a:pt x="4936401" y="186690"/>
                  </a:lnTo>
                  <a:lnTo>
                    <a:pt x="4932045" y="177800"/>
                  </a:lnTo>
                  <a:lnTo>
                    <a:pt x="4929759" y="173990"/>
                  </a:lnTo>
                  <a:lnTo>
                    <a:pt x="4906772" y="138430"/>
                  </a:lnTo>
                  <a:lnTo>
                    <a:pt x="4874768" y="102870"/>
                  </a:lnTo>
                  <a:lnTo>
                    <a:pt x="4855375" y="85090"/>
                  </a:lnTo>
                  <a:lnTo>
                    <a:pt x="4849622" y="80010"/>
                  </a:lnTo>
                  <a:lnTo>
                    <a:pt x="4836033" y="69850"/>
                  </a:lnTo>
                  <a:lnTo>
                    <a:pt x="4821809" y="60960"/>
                  </a:lnTo>
                  <a:lnTo>
                    <a:pt x="4806950" y="50800"/>
                  </a:lnTo>
                  <a:lnTo>
                    <a:pt x="4796790" y="45720"/>
                  </a:lnTo>
                  <a:lnTo>
                    <a:pt x="4776216" y="35560"/>
                  </a:lnTo>
                  <a:lnTo>
                    <a:pt x="4765624" y="30480"/>
                  </a:lnTo>
                  <a:lnTo>
                    <a:pt x="4760519" y="28028"/>
                  </a:lnTo>
                  <a:lnTo>
                    <a:pt x="4748339" y="24130"/>
                  </a:lnTo>
                  <a:lnTo>
                    <a:pt x="4744339" y="22860"/>
                  </a:lnTo>
                  <a:lnTo>
                    <a:pt x="4734585" y="19050"/>
                  </a:lnTo>
                  <a:lnTo>
                    <a:pt x="4728083" y="16510"/>
                  </a:lnTo>
                  <a:lnTo>
                    <a:pt x="4678426" y="5080"/>
                  </a:lnTo>
                  <a:lnTo>
                    <a:pt x="4661662" y="2540"/>
                  </a:lnTo>
                  <a:lnTo>
                    <a:pt x="4627880" y="0"/>
                  </a:lnTo>
                  <a:lnTo>
                    <a:pt x="4594098" y="0"/>
                  </a:lnTo>
                  <a:lnTo>
                    <a:pt x="4527550" y="8890"/>
                  </a:lnTo>
                  <a:lnTo>
                    <a:pt x="4479417" y="22860"/>
                  </a:lnTo>
                  <a:lnTo>
                    <a:pt x="4419092" y="50800"/>
                  </a:lnTo>
                  <a:lnTo>
                    <a:pt x="4391152" y="69850"/>
                  </a:lnTo>
                  <a:lnTo>
                    <a:pt x="4377817" y="78740"/>
                  </a:lnTo>
                  <a:lnTo>
                    <a:pt x="4341114" y="113030"/>
                  </a:lnTo>
                  <a:lnTo>
                    <a:pt x="4309872" y="152400"/>
                  </a:lnTo>
                  <a:lnTo>
                    <a:pt x="4286377" y="194310"/>
                  </a:lnTo>
                  <a:lnTo>
                    <a:pt x="4270502" y="237490"/>
                  </a:lnTo>
                  <a:lnTo>
                    <a:pt x="4262247" y="281940"/>
                  </a:lnTo>
                  <a:lnTo>
                    <a:pt x="4260786" y="308610"/>
                  </a:lnTo>
                  <a:lnTo>
                    <a:pt x="4260723" y="312420"/>
                  </a:lnTo>
                  <a:lnTo>
                    <a:pt x="4261142" y="322580"/>
                  </a:lnTo>
                  <a:lnTo>
                    <a:pt x="4261193" y="323850"/>
                  </a:lnTo>
                  <a:lnTo>
                    <a:pt x="4261294" y="326390"/>
                  </a:lnTo>
                  <a:lnTo>
                    <a:pt x="4267708" y="372110"/>
                  </a:lnTo>
                  <a:lnTo>
                    <a:pt x="4281297" y="415290"/>
                  </a:lnTo>
                  <a:lnTo>
                    <a:pt x="4301998" y="455930"/>
                  </a:lnTo>
                  <a:lnTo>
                    <a:pt x="4329557" y="495300"/>
                  </a:lnTo>
                  <a:lnTo>
                    <a:pt x="4340225" y="506730"/>
                  </a:lnTo>
                  <a:lnTo>
                    <a:pt x="4351655" y="519430"/>
                  </a:lnTo>
                  <a:lnTo>
                    <a:pt x="4363847" y="529590"/>
                  </a:lnTo>
                  <a:lnTo>
                    <a:pt x="4376674" y="541020"/>
                  </a:lnTo>
                  <a:lnTo>
                    <a:pt x="4390263" y="551180"/>
                  </a:lnTo>
                  <a:lnTo>
                    <a:pt x="4404360" y="560070"/>
                  </a:lnTo>
                  <a:lnTo>
                    <a:pt x="4415155" y="544830"/>
                  </a:lnTo>
                  <a:lnTo>
                    <a:pt x="4401490" y="536067"/>
                  </a:lnTo>
                  <a:lnTo>
                    <a:pt x="4402848" y="536930"/>
                  </a:lnTo>
                  <a:lnTo>
                    <a:pt x="4401705" y="536067"/>
                  </a:lnTo>
                  <a:lnTo>
                    <a:pt x="4388358" y="525780"/>
                  </a:lnTo>
                  <a:lnTo>
                    <a:pt x="4388739" y="525780"/>
                  </a:lnTo>
                  <a:lnTo>
                    <a:pt x="4376166" y="515620"/>
                  </a:lnTo>
                  <a:lnTo>
                    <a:pt x="4376547" y="515620"/>
                  </a:lnTo>
                  <a:lnTo>
                    <a:pt x="4364736" y="505460"/>
                  </a:lnTo>
                  <a:lnTo>
                    <a:pt x="4365117" y="505460"/>
                  </a:lnTo>
                  <a:lnTo>
                    <a:pt x="4354068" y="494030"/>
                  </a:lnTo>
                  <a:lnTo>
                    <a:pt x="4354322" y="494030"/>
                  </a:lnTo>
                  <a:lnTo>
                    <a:pt x="4343908" y="482600"/>
                  </a:lnTo>
                  <a:lnTo>
                    <a:pt x="4344289" y="482600"/>
                  </a:lnTo>
                  <a:lnTo>
                    <a:pt x="4334637" y="471170"/>
                  </a:lnTo>
                  <a:lnTo>
                    <a:pt x="4335018" y="471170"/>
                  </a:lnTo>
                  <a:lnTo>
                    <a:pt x="4326128" y="458470"/>
                  </a:lnTo>
                  <a:lnTo>
                    <a:pt x="4326382" y="458470"/>
                  </a:lnTo>
                  <a:lnTo>
                    <a:pt x="4318952" y="447040"/>
                  </a:lnTo>
                  <a:lnTo>
                    <a:pt x="4318127" y="445770"/>
                  </a:lnTo>
                  <a:lnTo>
                    <a:pt x="4318381" y="447040"/>
                  </a:lnTo>
                  <a:lnTo>
                    <a:pt x="4311675" y="434340"/>
                  </a:lnTo>
                  <a:lnTo>
                    <a:pt x="4311015" y="433070"/>
                  </a:lnTo>
                  <a:lnTo>
                    <a:pt x="4311269" y="434340"/>
                  </a:lnTo>
                  <a:lnTo>
                    <a:pt x="4305147" y="421640"/>
                  </a:lnTo>
                  <a:lnTo>
                    <a:pt x="4304538" y="420370"/>
                  </a:lnTo>
                  <a:lnTo>
                    <a:pt x="4304792" y="421640"/>
                  </a:lnTo>
                  <a:lnTo>
                    <a:pt x="4298950" y="407670"/>
                  </a:lnTo>
                  <a:lnTo>
                    <a:pt x="4293870" y="394970"/>
                  </a:lnTo>
                  <a:lnTo>
                    <a:pt x="4294124" y="394970"/>
                  </a:lnTo>
                  <a:lnTo>
                    <a:pt x="4290072" y="382270"/>
                  </a:lnTo>
                  <a:lnTo>
                    <a:pt x="4289679" y="381000"/>
                  </a:lnTo>
                  <a:lnTo>
                    <a:pt x="4289806" y="382270"/>
                  </a:lnTo>
                  <a:lnTo>
                    <a:pt x="4286542" y="368300"/>
                  </a:lnTo>
                  <a:lnTo>
                    <a:pt x="4286250" y="367030"/>
                  </a:lnTo>
                  <a:lnTo>
                    <a:pt x="4286377" y="368300"/>
                  </a:lnTo>
                  <a:lnTo>
                    <a:pt x="4283456" y="354330"/>
                  </a:lnTo>
                  <a:lnTo>
                    <a:pt x="4281792" y="342900"/>
                  </a:lnTo>
                  <a:lnTo>
                    <a:pt x="4280395" y="327660"/>
                  </a:lnTo>
                  <a:lnTo>
                    <a:pt x="4280281" y="326390"/>
                  </a:lnTo>
                  <a:lnTo>
                    <a:pt x="4279773" y="312420"/>
                  </a:lnTo>
                  <a:lnTo>
                    <a:pt x="4280027" y="298450"/>
                  </a:lnTo>
                  <a:lnTo>
                    <a:pt x="4285488" y="256540"/>
                  </a:lnTo>
                  <a:lnTo>
                    <a:pt x="4292231" y="231521"/>
                  </a:lnTo>
                  <a:lnTo>
                    <a:pt x="4293324" y="228600"/>
                  </a:lnTo>
                  <a:lnTo>
                    <a:pt x="4298061" y="215900"/>
                  </a:lnTo>
                  <a:lnTo>
                    <a:pt x="4303776" y="201930"/>
                  </a:lnTo>
                  <a:lnTo>
                    <a:pt x="4303522" y="201930"/>
                  </a:lnTo>
                  <a:lnTo>
                    <a:pt x="4310380" y="189230"/>
                  </a:lnTo>
                  <a:lnTo>
                    <a:pt x="4309999" y="189230"/>
                  </a:lnTo>
                  <a:lnTo>
                    <a:pt x="4317619" y="175260"/>
                  </a:lnTo>
                  <a:lnTo>
                    <a:pt x="4317492" y="176530"/>
                  </a:lnTo>
                  <a:lnTo>
                    <a:pt x="4318254" y="175260"/>
                  </a:lnTo>
                  <a:lnTo>
                    <a:pt x="4325874" y="162560"/>
                  </a:lnTo>
                  <a:lnTo>
                    <a:pt x="4325493" y="162560"/>
                  </a:lnTo>
                  <a:lnTo>
                    <a:pt x="4334891" y="149860"/>
                  </a:lnTo>
                  <a:lnTo>
                    <a:pt x="4334510" y="151130"/>
                  </a:lnTo>
                  <a:lnTo>
                    <a:pt x="4335526" y="149860"/>
                  </a:lnTo>
                  <a:lnTo>
                    <a:pt x="4344670" y="138430"/>
                  </a:lnTo>
                  <a:lnTo>
                    <a:pt x="4344289" y="138430"/>
                  </a:lnTo>
                  <a:lnTo>
                    <a:pt x="4355211" y="125730"/>
                  </a:lnTo>
                  <a:lnTo>
                    <a:pt x="4354830" y="127000"/>
                  </a:lnTo>
                  <a:lnTo>
                    <a:pt x="4355973" y="125730"/>
                  </a:lnTo>
                  <a:lnTo>
                    <a:pt x="4366260" y="114300"/>
                  </a:lnTo>
                  <a:lnTo>
                    <a:pt x="4365879" y="115570"/>
                  </a:lnTo>
                  <a:lnTo>
                    <a:pt x="4367174" y="114300"/>
                  </a:lnTo>
                  <a:lnTo>
                    <a:pt x="4377448" y="104267"/>
                  </a:lnTo>
                  <a:lnTo>
                    <a:pt x="4377677" y="104267"/>
                  </a:lnTo>
                  <a:lnTo>
                    <a:pt x="4379138" y="102870"/>
                  </a:lnTo>
                  <a:lnTo>
                    <a:pt x="4378109" y="103708"/>
                  </a:lnTo>
                  <a:lnTo>
                    <a:pt x="4379099" y="102870"/>
                  </a:lnTo>
                  <a:lnTo>
                    <a:pt x="4389882" y="93980"/>
                  </a:lnTo>
                  <a:lnTo>
                    <a:pt x="4389501" y="93980"/>
                  </a:lnTo>
                  <a:lnTo>
                    <a:pt x="4402455" y="85090"/>
                  </a:lnTo>
                  <a:lnTo>
                    <a:pt x="4402074" y="85090"/>
                  </a:lnTo>
                  <a:lnTo>
                    <a:pt x="4415409" y="76200"/>
                  </a:lnTo>
                  <a:lnTo>
                    <a:pt x="4415028" y="76200"/>
                  </a:lnTo>
                  <a:lnTo>
                    <a:pt x="4428871" y="67310"/>
                  </a:lnTo>
                  <a:lnTo>
                    <a:pt x="4428490" y="67310"/>
                  </a:lnTo>
                  <a:lnTo>
                    <a:pt x="4442714" y="59690"/>
                  </a:lnTo>
                  <a:lnTo>
                    <a:pt x="4442333" y="60960"/>
                  </a:lnTo>
                  <a:lnTo>
                    <a:pt x="4444746" y="59690"/>
                  </a:lnTo>
                  <a:lnTo>
                    <a:pt x="4456811" y="53340"/>
                  </a:lnTo>
                  <a:lnTo>
                    <a:pt x="4456303" y="53340"/>
                  </a:lnTo>
                  <a:lnTo>
                    <a:pt x="4470705" y="47091"/>
                  </a:lnTo>
                  <a:lnTo>
                    <a:pt x="4470946" y="47091"/>
                  </a:lnTo>
                  <a:lnTo>
                    <a:pt x="4480077" y="43180"/>
                  </a:lnTo>
                  <a:lnTo>
                    <a:pt x="4486148" y="40640"/>
                  </a:lnTo>
                  <a:lnTo>
                    <a:pt x="4485640" y="41910"/>
                  </a:lnTo>
                  <a:lnTo>
                    <a:pt x="4488726" y="40640"/>
                  </a:lnTo>
                  <a:lnTo>
                    <a:pt x="4501134" y="35560"/>
                  </a:lnTo>
                  <a:lnTo>
                    <a:pt x="4501693" y="35331"/>
                  </a:lnTo>
                  <a:lnTo>
                    <a:pt x="4516374" y="31750"/>
                  </a:lnTo>
                  <a:lnTo>
                    <a:pt x="4515866" y="31750"/>
                  </a:lnTo>
                  <a:lnTo>
                    <a:pt x="4531499" y="28028"/>
                  </a:lnTo>
                  <a:lnTo>
                    <a:pt x="4530941" y="28028"/>
                  </a:lnTo>
                  <a:lnTo>
                    <a:pt x="4547489" y="25400"/>
                  </a:lnTo>
                  <a:lnTo>
                    <a:pt x="4547108" y="25400"/>
                  </a:lnTo>
                  <a:lnTo>
                    <a:pt x="4563364" y="22860"/>
                  </a:lnTo>
                  <a:lnTo>
                    <a:pt x="4562983" y="22860"/>
                  </a:lnTo>
                  <a:lnTo>
                    <a:pt x="4578858" y="20383"/>
                  </a:lnTo>
                  <a:lnTo>
                    <a:pt x="4578096" y="20383"/>
                  </a:lnTo>
                  <a:lnTo>
                    <a:pt x="4595241" y="19050"/>
                  </a:lnTo>
                  <a:lnTo>
                    <a:pt x="4626991" y="19050"/>
                  </a:lnTo>
                  <a:lnTo>
                    <a:pt x="4644250" y="20383"/>
                  </a:lnTo>
                  <a:lnTo>
                    <a:pt x="4643869" y="20383"/>
                  </a:lnTo>
                  <a:lnTo>
                    <a:pt x="4660239" y="21653"/>
                  </a:lnTo>
                  <a:lnTo>
                    <a:pt x="4659490" y="21653"/>
                  </a:lnTo>
                  <a:lnTo>
                    <a:pt x="4667618" y="22923"/>
                  </a:lnTo>
                  <a:lnTo>
                    <a:pt x="4690999" y="26619"/>
                  </a:lnTo>
                  <a:lnTo>
                    <a:pt x="4690745" y="26619"/>
                  </a:lnTo>
                  <a:lnTo>
                    <a:pt x="4691354" y="26758"/>
                  </a:lnTo>
                  <a:lnTo>
                    <a:pt x="4705312" y="30035"/>
                  </a:lnTo>
                  <a:lnTo>
                    <a:pt x="4722749" y="35560"/>
                  </a:lnTo>
                  <a:lnTo>
                    <a:pt x="4722368" y="35560"/>
                  </a:lnTo>
                  <a:lnTo>
                    <a:pt x="4738116" y="40640"/>
                  </a:lnTo>
                  <a:lnTo>
                    <a:pt x="4737735" y="40640"/>
                  </a:lnTo>
                  <a:lnTo>
                    <a:pt x="4751502" y="45123"/>
                  </a:lnTo>
                  <a:lnTo>
                    <a:pt x="4768469" y="52070"/>
                  </a:lnTo>
                  <a:lnTo>
                    <a:pt x="4767961" y="52070"/>
                  </a:lnTo>
                  <a:lnTo>
                    <a:pt x="4783074" y="59690"/>
                  </a:lnTo>
                  <a:lnTo>
                    <a:pt x="4782693" y="59690"/>
                  </a:lnTo>
                  <a:lnTo>
                    <a:pt x="4797552" y="67310"/>
                  </a:lnTo>
                  <a:lnTo>
                    <a:pt x="4797171" y="67310"/>
                  </a:lnTo>
                  <a:lnTo>
                    <a:pt x="4811649" y="76200"/>
                  </a:lnTo>
                  <a:lnTo>
                    <a:pt x="4811268" y="76200"/>
                  </a:lnTo>
                  <a:lnTo>
                    <a:pt x="4825111" y="86360"/>
                  </a:lnTo>
                  <a:lnTo>
                    <a:pt x="4824730" y="85090"/>
                  </a:lnTo>
                  <a:lnTo>
                    <a:pt x="4838065" y="95250"/>
                  </a:lnTo>
                  <a:lnTo>
                    <a:pt x="4837684" y="95250"/>
                  </a:lnTo>
                  <a:lnTo>
                    <a:pt x="4850257" y="105410"/>
                  </a:lnTo>
                  <a:lnTo>
                    <a:pt x="4849876" y="105410"/>
                  </a:lnTo>
                  <a:lnTo>
                    <a:pt x="4861687" y="115570"/>
                  </a:lnTo>
                  <a:lnTo>
                    <a:pt x="4861306" y="115570"/>
                  </a:lnTo>
                  <a:lnTo>
                    <a:pt x="4872355" y="127000"/>
                  </a:lnTo>
                  <a:lnTo>
                    <a:pt x="4871974" y="127000"/>
                  </a:lnTo>
                  <a:lnTo>
                    <a:pt x="4882388" y="138430"/>
                  </a:lnTo>
                  <a:lnTo>
                    <a:pt x="4882134" y="138430"/>
                  </a:lnTo>
                  <a:lnTo>
                    <a:pt x="4891786" y="149860"/>
                  </a:lnTo>
                  <a:lnTo>
                    <a:pt x="4891405" y="149860"/>
                  </a:lnTo>
                  <a:lnTo>
                    <a:pt x="4900295" y="162560"/>
                  </a:lnTo>
                  <a:lnTo>
                    <a:pt x="4900041" y="162560"/>
                  </a:lnTo>
                  <a:lnTo>
                    <a:pt x="4908169" y="175260"/>
                  </a:lnTo>
                  <a:lnTo>
                    <a:pt x="4907915" y="173990"/>
                  </a:lnTo>
                  <a:lnTo>
                    <a:pt x="4915408" y="187960"/>
                  </a:lnTo>
                  <a:lnTo>
                    <a:pt x="4915154" y="186690"/>
                  </a:lnTo>
                  <a:lnTo>
                    <a:pt x="4921758" y="200660"/>
                  </a:lnTo>
                  <a:lnTo>
                    <a:pt x="4921631" y="199390"/>
                  </a:lnTo>
                  <a:lnTo>
                    <a:pt x="4936617" y="240030"/>
                  </a:lnTo>
                  <a:lnTo>
                    <a:pt x="4942840" y="267970"/>
                  </a:lnTo>
                  <a:lnTo>
                    <a:pt x="4942840" y="266700"/>
                  </a:lnTo>
                  <a:lnTo>
                    <a:pt x="4944872" y="280670"/>
                  </a:lnTo>
                  <a:lnTo>
                    <a:pt x="4946015" y="293370"/>
                  </a:lnTo>
                  <a:lnTo>
                    <a:pt x="4946142" y="294640"/>
                  </a:lnTo>
                  <a:lnTo>
                    <a:pt x="4946523" y="308610"/>
                  </a:lnTo>
                  <a:lnTo>
                    <a:pt x="4946396" y="322580"/>
                  </a:lnTo>
                  <a:lnTo>
                    <a:pt x="4945253" y="336550"/>
                  </a:lnTo>
                  <a:lnTo>
                    <a:pt x="4943475" y="350520"/>
                  </a:lnTo>
                  <a:lnTo>
                    <a:pt x="4940808" y="364490"/>
                  </a:lnTo>
                  <a:lnTo>
                    <a:pt x="4937506" y="378460"/>
                  </a:lnTo>
                  <a:lnTo>
                    <a:pt x="4933315" y="392430"/>
                  </a:lnTo>
                  <a:lnTo>
                    <a:pt x="4933442" y="391160"/>
                  </a:lnTo>
                  <a:lnTo>
                    <a:pt x="4928362" y="406400"/>
                  </a:lnTo>
                  <a:lnTo>
                    <a:pt x="4928489" y="405130"/>
                  </a:lnTo>
                  <a:lnTo>
                    <a:pt x="4922647" y="419100"/>
                  </a:lnTo>
                  <a:lnTo>
                    <a:pt x="4922901" y="419100"/>
                  </a:lnTo>
                  <a:lnTo>
                    <a:pt x="4916043" y="431800"/>
                  </a:lnTo>
                  <a:lnTo>
                    <a:pt x="4908677" y="445770"/>
                  </a:lnTo>
                  <a:lnTo>
                    <a:pt x="4908931" y="444500"/>
                  </a:lnTo>
                  <a:lnTo>
                    <a:pt x="4900549" y="458470"/>
                  </a:lnTo>
                  <a:lnTo>
                    <a:pt x="4900803" y="458470"/>
                  </a:lnTo>
                  <a:lnTo>
                    <a:pt x="4891532" y="471170"/>
                  </a:lnTo>
                  <a:lnTo>
                    <a:pt x="4891786" y="471170"/>
                  </a:lnTo>
                  <a:lnTo>
                    <a:pt x="4881753" y="483870"/>
                  </a:lnTo>
                  <a:lnTo>
                    <a:pt x="4882134" y="482600"/>
                  </a:lnTo>
                  <a:lnTo>
                    <a:pt x="4864481" y="501650"/>
                  </a:lnTo>
                  <a:lnTo>
                    <a:pt x="4865497" y="501650"/>
                  </a:lnTo>
                  <a:lnTo>
                    <a:pt x="4862754" y="503796"/>
                  </a:lnTo>
                  <a:lnTo>
                    <a:pt x="4845177" y="481330"/>
                  </a:lnTo>
                  <a:lnTo>
                    <a:pt x="4808347" y="557530"/>
                  </a:lnTo>
                  <a:lnTo>
                    <a:pt x="4891913" y="541020"/>
                  </a:lnTo>
                  <a:lnTo>
                    <a:pt x="4880965" y="527050"/>
                  </a:lnTo>
                  <a:lnTo>
                    <a:pt x="4874438" y="518706"/>
                  </a:lnTo>
                  <a:lnTo>
                    <a:pt x="4878070" y="515620"/>
                  </a:lnTo>
                  <a:lnTo>
                    <a:pt x="4896485" y="495300"/>
                  </a:lnTo>
                  <a:lnTo>
                    <a:pt x="4905857" y="483870"/>
                  </a:lnTo>
                  <a:lnTo>
                    <a:pt x="4906899" y="482600"/>
                  </a:lnTo>
                  <a:lnTo>
                    <a:pt x="4916424" y="468630"/>
                  </a:lnTo>
                  <a:lnTo>
                    <a:pt x="4925187" y="454660"/>
                  </a:lnTo>
                  <a:lnTo>
                    <a:pt x="4930114" y="445770"/>
                  </a:lnTo>
                  <a:lnTo>
                    <a:pt x="4932934" y="440690"/>
                  </a:lnTo>
                  <a:lnTo>
                    <a:pt x="4940046" y="426720"/>
                  </a:lnTo>
                  <a:lnTo>
                    <a:pt x="4946142" y="412750"/>
                  </a:lnTo>
                  <a:lnTo>
                    <a:pt x="4948364" y="406400"/>
                  </a:lnTo>
                  <a:lnTo>
                    <a:pt x="4951476" y="397510"/>
                  </a:lnTo>
                  <a:lnTo>
                    <a:pt x="4953089" y="392430"/>
                  </a:lnTo>
                  <a:lnTo>
                    <a:pt x="4955921" y="383540"/>
                  </a:lnTo>
                  <a:lnTo>
                    <a:pt x="4959477" y="368300"/>
                  </a:lnTo>
                  <a:lnTo>
                    <a:pt x="4962271" y="353060"/>
                  </a:lnTo>
                  <a:lnTo>
                    <a:pt x="4964176" y="339090"/>
                  </a:lnTo>
                  <a:lnTo>
                    <a:pt x="4965319" y="323850"/>
                  </a:lnTo>
                  <a:lnTo>
                    <a:pt x="4965509" y="312420"/>
                  </a:lnTo>
                  <a:lnTo>
                    <a:pt x="4965573" y="3086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545323" y="3962400"/>
              <a:ext cx="1143000" cy="1152525"/>
            </a:xfrm>
            <a:custGeom>
              <a:avLst/>
              <a:gdLst/>
              <a:ahLst/>
              <a:cxnLst/>
              <a:rect l="l" t="t" r="r" b="b"/>
              <a:pathLst>
                <a:path w="1143000" h="1152525">
                  <a:moveTo>
                    <a:pt x="571500" y="0"/>
                  </a:moveTo>
                  <a:lnTo>
                    <a:pt x="524632" y="1909"/>
                  </a:lnTo>
                  <a:lnTo>
                    <a:pt x="478808" y="7540"/>
                  </a:lnTo>
                  <a:lnTo>
                    <a:pt x="434173" y="16743"/>
                  </a:lnTo>
                  <a:lnTo>
                    <a:pt x="390875" y="29370"/>
                  </a:lnTo>
                  <a:lnTo>
                    <a:pt x="349061" y="45273"/>
                  </a:lnTo>
                  <a:lnTo>
                    <a:pt x="308878" y="64304"/>
                  </a:lnTo>
                  <a:lnTo>
                    <a:pt x="270474" y="86313"/>
                  </a:lnTo>
                  <a:lnTo>
                    <a:pt x="233994" y="111154"/>
                  </a:lnTo>
                  <a:lnTo>
                    <a:pt x="199588" y="138677"/>
                  </a:lnTo>
                  <a:lnTo>
                    <a:pt x="167401" y="168735"/>
                  </a:lnTo>
                  <a:lnTo>
                    <a:pt x="137582" y="201179"/>
                  </a:lnTo>
                  <a:lnTo>
                    <a:pt x="110276" y="235860"/>
                  </a:lnTo>
                  <a:lnTo>
                    <a:pt x="85632" y="272631"/>
                  </a:lnTo>
                  <a:lnTo>
                    <a:pt x="63796" y="311342"/>
                  </a:lnTo>
                  <a:lnTo>
                    <a:pt x="44916" y="351847"/>
                  </a:lnTo>
                  <a:lnTo>
                    <a:pt x="29138" y="393996"/>
                  </a:lnTo>
                  <a:lnTo>
                    <a:pt x="16611" y="437641"/>
                  </a:lnTo>
                  <a:lnTo>
                    <a:pt x="7480" y="482635"/>
                  </a:lnTo>
                  <a:lnTo>
                    <a:pt x="1894" y="528827"/>
                  </a:lnTo>
                  <a:lnTo>
                    <a:pt x="0" y="576072"/>
                  </a:lnTo>
                  <a:lnTo>
                    <a:pt x="1894" y="623316"/>
                  </a:lnTo>
                  <a:lnTo>
                    <a:pt x="7480" y="669508"/>
                  </a:lnTo>
                  <a:lnTo>
                    <a:pt x="16611" y="714502"/>
                  </a:lnTo>
                  <a:lnTo>
                    <a:pt x="29138" y="758147"/>
                  </a:lnTo>
                  <a:lnTo>
                    <a:pt x="44916" y="800296"/>
                  </a:lnTo>
                  <a:lnTo>
                    <a:pt x="63796" y="840801"/>
                  </a:lnTo>
                  <a:lnTo>
                    <a:pt x="85632" y="879512"/>
                  </a:lnTo>
                  <a:lnTo>
                    <a:pt x="110276" y="916283"/>
                  </a:lnTo>
                  <a:lnTo>
                    <a:pt x="137582" y="950964"/>
                  </a:lnTo>
                  <a:lnTo>
                    <a:pt x="167401" y="983408"/>
                  </a:lnTo>
                  <a:lnTo>
                    <a:pt x="199588" y="1013466"/>
                  </a:lnTo>
                  <a:lnTo>
                    <a:pt x="233994" y="1040989"/>
                  </a:lnTo>
                  <a:lnTo>
                    <a:pt x="270474" y="1065830"/>
                  </a:lnTo>
                  <a:lnTo>
                    <a:pt x="308878" y="1087839"/>
                  </a:lnTo>
                  <a:lnTo>
                    <a:pt x="349061" y="1106870"/>
                  </a:lnTo>
                  <a:lnTo>
                    <a:pt x="390875" y="1122773"/>
                  </a:lnTo>
                  <a:lnTo>
                    <a:pt x="434173" y="1135400"/>
                  </a:lnTo>
                  <a:lnTo>
                    <a:pt x="478808" y="1144603"/>
                  </a:lnTo>
                  <a:lnTo>
                    <a:pt x="524632" y="1150234"/>
                  </a:lnTo>
                  <a:lnTo>
                    <a:pt x="571500" y="1152144"/>
                  </a:lnTo>
                  <a:lnTo>
                    <a:pt x="618367" y="1150234"/>
                  </a:lnTo>
                  <a:lnTo>
                    <a:pt x="664191" y="1144603"/>
                  </a:lnTo>
                  <a:lnTo>
                    <a:pt x="708826" y="1135400"/>
                  </a:lnTo>
                  <a:lnTo>
                    <a:pt x="752124" y="1122773"/>
                  </a:lnTo>
                  <a:lnTo>
                    <a:pt x="793938" y="1106870"/>
                  </a:lnTo>
                  <a:lnTo>
                    <a:pt x="834121" y="1087839"/>
                  </a:lnTo>
                  <a:lnTo>
                    <a:pt x="872525" y="1065830"/>
                  </a:lnTo>
                  <a:lnTo>
                    <a:pt x="909005" y="1040989"/>
                  </a:lnTo>
                  <a:lnTo>
                    <a:pt x="943411" y="1013466"/>
                  </a:lnTo>
                  <a:lnTo>
                    <a:pt x="975598" y="983408"/>
                  </a:lnTo>
                  <a:lnTo>
                    <a:pt x="1005417" y="950964"/>
                  </a:lnTo>
                  <a:lnTo>
                    <a:pt x="1032723" y="916283"/>
                  </a:lnTo>
                  <a:lnTo>
                    <a:pt x="1057367" y="879512"/>
                  </a:lnTo>
                  <a:lnTo>
                    <a:pt x="1079203" y="840801"/>
                  </a:lnTo>
                  <a:lnTo>
                    <a:pt x="1098083" y="800296"/>
                  </a:lnTo>
                  <a:lnTo>
                    <a:pt x="1113861" y="758147"/>
                  </a:lnTo>
                  <a:lnTo>
                    <a:pt x="1126388" y="714502"/>
                  </a:lnTo>
                  <a:lnTo>
                    <a:pt x="1135519" y="669508"/>
                  </a:lnTo>
                  <a:lnTo>
                    <a:pt x="1141105" y="623316"/>
                  </a:lnTo>
                  <a:lnTo>
                    <a:pt x="1143000" y="576072"/>
                  </a:lnTo>
                  <a:lnTo>
                    <a:pt x="1141105" y="528827"/>
                  </a:lnTo>
                  <a:lnTo>
                    <a:pt x="1135519" y="482635"/>
                  </a:lnTo>
                  <a:lnTo>
                    <a:pt x="1126388" y="437641"/>
                  </a:lnTo>
                  <a:lnTo>
                    <a:pt x="1113861" y="393996"/>
                  </a:lnTo>
                  <a:lnTo>
                    <a:pt x="1098083" y="351847"/>
                  </a:lnTo>
                  <a:lnTo>
                    <a:pt x="1079203" y="311342"/>
                  </a:lnTo>
                  <a:lnTo>
                    <a:pt x="1057367" y="272631"/>
                  </a:lnTo>
                  <a:lnTo>
                    <a:pt x="1032723" y="235860"/>
                  </a:lnTo>
                  <a:lnTo>
                    <a:pt x="1005417" y="201179"/>
                  </a:lnTo>
                  <a:lnTo>
                    <a:pt x="975598" y="168735"/>
                  </a:lnTo>
                  <a:lnTo>
                    <a:pt x="943411" y="138677"/>
                  </a:lnTo>
                  <a:lnTo>
                    <a:pt x="909005" y="111154"/>
                  </a:lnTo>
                  <a:lnTo>
                    <a:pt x="872525" y="86313"/>
                  </a:lnTo>
                  <a:lnTo>
                    <a:pt x="834121" y="64304"/>
                  </a:lnTo>
                  <a:lnTo>
                    <a:pt x="793938" y="45273"/>
                  </a:lnTo>
                  <a:lnTo>
                    <a:pt x="752124" y="29370"/>
                  </a:lnTo>
                  <a:lnTo>
                    <a:pt x="708826" y="16743"/>
                  </a:lnTo>
                  <a:lnTo>
                    <a:pt x="664191" y="7540"/>
                  </a:lnTo>
                  <a:lnTo>
                    <a:pt x="618367" y="1909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545323" y="3962400"/>
              <a:ext cx="1143000" cy="1152525"/>
            </a:xfrm>
            <a:custGeom>
              <a:avLst/>
              <a:gdLst/>
              <a:ahLst/>
              <a:cxnLst/>
              <a:rect l="l" t="t" r="r" b="b"/>
              <a:pathLst>
                <a:path w="1143000" h="1152525">
                  <a:moveTo>
                    <a:pt x="0" y="576072"/>
                  </a:moveTo>
                  <a:lnTo>
                    <a:pt x="1894" y="528827"/>
                  </a:lnTo>
                  <a:lnTo>
                    <a:pt x="7480" y="482635"/>
                  </a:lnTo>
                  <a:lnTo>
                    <a:pt x="16611" y="437641"/>
                  </a:lnTo>
                  <a:lnTo>
                    <a:pt x="29138" y="393996"/>
                  </a:lnTo>
                  <a:lnTo>
                    <a:pt x="44916" y="351847"/>
                  </a:lnTo>
                  <a:lnTo>
                    <a:pt x="63796" y="311342"/>
                  </a:lnTo>
                  <a:lnTo>
                    <a:pt x="85632" y="272631"/>
                  </a:lnTo>
                  <a:lnTo>
                    <a:pt x="110276" y="235860"/>
                  </a:lnTo>
                  <a:lnTo>
                    <a:pt x="137582" y="201179"/>
                  </a:lnTo>
                  <a:lnTo>
                    <a:pt x="167401" y="168735"/>
                  </a:lnTo>
                  <a:lnTo>
                    <a:pt x="199588" y="138677"/>
                  </a:lnTo>
                  <a:lnTo>
                    <a:pt x="233994" y="111154"/>
                  </a:lnTo>
                  <a:lnTo>
                    <a:pt x="270474" y="86313"/>
                  </a:lnTo>
                  <a:lnTo>
                    <a:pt x="308878" y="64304"/>
                  </a:lnTo>
                  <a:lnTo>
                    <a:pt x="349061" y="45273"/>
                  </a:lnTo>
                  <a:lnTo>
                    <a:pt x="390875" y="29370"/>
                  </a:lnTo>
                  <a:lnTo>
                    <a:pt x="434173" y="16743"/>
                  </a:lnTo>
                  <a:lnTo>
                    <a:pt x="478808" y="7540"/>
                  </a:lnTo>
                  <a:lnTo>
                    <a:pt x="524632" y="1909"/>
                  </a:lnTo>
                  <a:lnTo>
                    <a:pt x="571500" y="0"/>
                  </a:lnTo>
                  <a:lnTo>
                    <a:pt x="618367" y="1909"/>
                  </a:lnTo>
                  <a:lnTo>
                    <a:pt x="664191" y="7540"/>
                  </a:lnTo>
                  <a:lnTo>
                    <a:pt x="708826" y="16743"/>
                  </a:lnTo>
                  <a:lnTo>
                    <a:pt x="752124" y="29370"/>
                  </a:lnTo>
                  <a:lnTo>
                    <a:pt x="793938" y="45273"/>
                  </a:lnTo>
                  <a:lnTo>
                    <a:pt x="834121" y="64304"/>
                  </a:lnTo>
                  <a:lnTo>
                    <a:pt x="872525" y="86313"/>
                  </a:lnTo>
                  <a:lnTo>
                    <a:pt x="909005" y="111154"/>
                  </a:lnTo>
                  <a:lnTo>
                    <a:pt x="943411" y="138677"/>
                  </a:lnTo>
                  <a:lnTo>
                    <a:pt x="975598" y="168735"/>
                  </a:lnTo>
                  <a:lnTo>
                    <a:pt x="1005417" y="201179"/>
                  </a:lnTo>
                  <a:lnTo>
                    <a:pt x="1032723" y="235860"/>
                  </a:lnTo>
                  <a:lnTo>
                    <a:pt x="1057367" y="272631"/>
                  </a:lnTo>
                  <a:lnTo>
                    <a:pt x="1079203" y="311342"/>
                  </a:lnTo>
                  <a:lnTo>
                    <a:pt x="1098083" y="351847"/>
                  </a:lnTo>
                  <a:lnTo>
                    <a:pt x="1113861" y="393996"/>
                  </a:lnTo>
                  <a:lnTo>
                    <a:pt x="1126388" y="437641"/>
                  </a:lnTo>
                  <a:lnTo>
                    <a:pt x="1135519" y="482635"/>
                  </a:lnTo>
                  <a:lnTo>
                    <a:pt x="1141105" y="528827"/>
                  </a:lnTo>
                  <a:lnTo>
                    <a:pt x="1143000" y="576072"/>
                  </a:lnTo>
                  <a:lnTo>
                    <a:pt x="1141105" y="623316"/>
                  </a:lnTo>
                  <a:lnTo>
                    <a:pt x="1135519" y="669508"/>
                  </a:lnTo>
                  <a:lnTo>
                    <a:pt x="1126388" y="714502"/>
                  </a:lnTo>
                  <a:lnTo>
                    <a:pt x="1113861" y="758147"/>
                  </a:lnTo>
                  <a:lnTo>
                    <a:pt x="1098083" y="800296"/>
                  </a:lnTo>
                  <a:lnTo>
                    <a:pt x="1079203" y="840801"/>
                  </a:lnTo>
                  <a:lnTo>
                    <a:pt x="1057367" y="879512"/>
                  </a:lnTo>
                  <a:lnTo>
                    <a:pt x="1032723" y="916283"/>
                  </a:lnTo>
                  <a:lnTo>
                    <a:pt x="1005417" y="950964"/>
                  </a:lnTo>
                  <a:lnTo>
                    <a:pt x="975598" y="983408"/>
                  </a:lnTo>
                  <a:lnTo>
                    <a:pt x="943411" y="1013466"/>
                  </a:lnTo>
                  <a:lnTo>
                    <a:pt x="909005" y="1040989"/>
                  </a:lnTo>
                  <a:lnTo>
                    <a:pt x="872525" y="1065830"/>
                  </a:lnTo>
                  <a:lnTo>
                    <a:pt x="834121" y="1087839"/>
                  </a:lnTo>
                  <a:lnTo>
                    <a:pt x="793938" y="1106870"/>
                  </a:lnTo>
                  <a:lnTo>
                    <a:pt x="752124" y="1122773"/>
                  </a:lnTo>
                  <a:lnTo>
                    <a:pt x="708826" y="1135400"/>
                  </a:lnTo>
                  <a:lnTo>
                    <a:pt x="664191" y="1144603"/>
                  </a:lnTo>
                  <a:lnTo>
                    <a:pt x="618367" y="1150234"/>
                  </a:lnTo>
                  <a:lnTo>
                    <a:pt x="571500" y="1152144"/>
                  </a:lnTo>
                  <a:lnTo>
                    <a:pt x="524632" y="1150234"/>
                  </a:lnTo>
                  <a:lnTo>
                    <a:pt x="478808" y="1144603"/>
                  </a:lnTo>
                  <a:lnTo>
                    <a:pt x="434173" y="1135400"/>
                  </a:lnTo>
                  <a:lnTo>
                    <a:pt x="390875" y="1122773"/>
                  </a:lnTo>
                  <a:lnTo>
                    <a:pt x="349061" y="1106870"/>
                  </a:lnTo>
                  <a:lnTo>
                    <a:pt x="308878" y="1087839"/>
                  </a:lnTo>
                  <a:lnTo>
                    <a:pt x="270474" y="1065830"/>
                  </a:lnTo>
                  <a:lnTo>
                    <a:pt x="233994" y="1040989"/>
                  </a:lnTo>
                  <a:lnTo>
                    <a:pt x="199588" y="1013466"/>
                  </a:lnTo>
                  <a:lnTo>
                    <a:pt x="167401" y="983408"/>
                  </a:lnTo>
                  <a:lnTo>
                    <a:pt x="137582" y="950964"/>
                  </a:lnTo>
                  <a:lnTo>
                    <a:pt x="110276" y="916283"/>
                  </a:lnTo>
                  <a:lnTo>
                    <a:pt x="85632" y="879512"/>
                  </a:lnTo>
                  <a:lnTo>
                    <a:pt x="63796" y="840801"/>
                  </a:lnTo>
                  <a:lnTo>
                    <a:pt x="44916" y="800296"/>
                  </a:lnTo>
                  <a:lnTo>
                    <a:pt x="29138" y="758147"/>
                  </a:lnTo>
                  <a:lnTo>
                    <a:pt x="16611" y="714502"/>
                  </a:lnTo>
                  <a:lnTo>
                    <a:pt x="7480" y="669508"/>
                  </a:lnTo>
                  <a:lnTo>
                    <a:pt x="1894" y="623316"/>
                  </a:lnTo>
                  <a:lnTo>
                    <a:pt x="0" y="57607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7626095" y="4043171"/>
            <a:ext cx="981710" cy="989330"/>
          </a:xfrm>
          <a:custGeom>
            <a:avLst/>
            <a:gdLst/>
            <a:ahLst/>
            <a:cxnLst/>
            <a:rect l="l" t="t" r="r" b="b"/>
            <a:pathLst>
              <a:path w="981709" h="989329">
                <a:moveTo>
                  <a:pt x="0" y="494538"/>
                </a:moveTo>
                <a:lnTo>
                  <a:pt x="2246" y="446902"/>
                </a:lnTo>
                <a:lnTo>
                  <a:pt x="8848" y="400550"/>
                </a:lnTo>
                <a:lnTo>
                  <a:pt x="19601" y="355687"/>
                </a:lnTo>
                <a:lnTo>
                  <a:pt x="34297" y="312521"/>
                </a:lnTo>
                <a:lnTo>
                  <a:pt x="52733" y="271260"/>
                </a:lnTo>
                <a:lnTo>
                  <a:pt x="74702" y="232109"/>
                </a:lnTo>
                <a:lnTo>
                  <a:pt x="99998" y="195277"/>
                </a:lnTo>
                <a:lnTo>
                  <a:pt x="128416" y="160969"/>
                </a:lnTo>
                <a:lnTo>
                  <a:pt x="159751" y="129394"/>
                </a:lnTo>
                <a:lnTo>
                  <a:pt x="193795" y="100758"/>
                </a:lnTo>
                <a:lnTo>
                  <a:pt x="230345" y="75269"/>
                </a:lnTo>
                <a:lnTo>
                  <a:pt x="269194" y="53132"/>
                </a:lnTo>
                <a:lnTo>
                  <a:pt x="310136" y="34557"/>
                </a:lnTo>
                <a:lnTo>
                  <a:pt x="352966" y="19749"/>
                </a:lnTo>
                <a:lnTo>
                  <a:pt x="397479" y="8915"/>
                </a:lnTo>
                <a:lnTo>
                  <a:pt x="443468" y="2263"/>
                </a:lnTo>
                <a:lnTo>
                  <a:pt x="490727" y="0"/>
                </a:lnTo>
                <a:lnTo>
                  <a:pt x="537987" y="2263"/>
                </a:lnTo>
                <a:lnTo>
                  <a:pt x="583976" y="8915"/>
                </a:lnTo>
                <a:lnTo>
                  <a:pt x="628489" y="19749"/>
                </a:lnTo>
                <a:lnTo>
                  <a:pt x="671319" y="34557"/>
                </a:lnTo>
                <a:lnTo>
                  <a:pt x="712261" y="53132"/>
                </a:lnTo>
                <a:lnTo>
                  <a:pt x="751110" y="75269"/>
                </a:lnTo>
                <a:lnTo>
                  <a:pt x="787660" y="100758"/>
                </a:lnTo>
                <a:lnTo>
                  <a:pt x="821704" y="129394"/>
                </a:lnTo>
                <a:lnTo>
                  <a:pt x="853039" y="160969"/>
                </a:lnTo>
                <a:lnTo>
                  <a:pt x="881457" y="195277"/>
                </a:lnTo>
                <a:lnTo>
                  <a:pt x="906753" y="232109"/>
                </a:lnTo>
                <a:lnTo>
                  <a:pt x="928722" y="271260"/>
                </a:lnTo>
                <a:lnTo>
                  <a:pt x="947158" y="312521"/>
                </a:lnTo>
                <a:lnTo>
                  <a:pt x="961854" y="355687"/>
                </a:lnTo>
                <a:lnTo>
                  <a:pt x="972607" y="400550"/>
                </a:lnTo>
                <a:lnTo>
                  <a:pt x="979209" y="446902"/>
                </a:lnTo>
                <a:lnTo>
                  <a:pt x="981455" y="494538"/>
                </a:lnTo>
                <a:lnTo>
                  <a:pt x="979209" y="542173"/>
                </a:lnTo>
                <a:lnTo>
                  <a:pt x="972607" y="588525"/>
                </a:lnTo>
                <a:lnTo>
                  <a:pt x="961854" y="633388"/>
                </a:lnTo>
                <a:lnTo>
                  <a:pt x="947158" y="676554"/>
                </a:lnTo>
                <a:lnTo>
                  <a:pt x="928722" y="717815"/>
                </a:lnTo>
                <a:lnTo>
                  <a:pt x="906753" y="756966"/>
                </a:lnTo>
                <a:lnTo>
                  <a:pt x="881457" y="793798"/>
                </a:lnTo>
                <a:lnTo>
                  <a:pt x="853039" y="828106"/>
                </a:lnTo>
                <a:lnTo>
                  <a:pt x="821704" y="859681"/>
                </a:lnTo>
                <a:lnTo>
                  <a:pt x="787660" y="888317"/>
                </a:lnTo>
                <a:lnTo>
                  <a:pt x="751110" y="913806"/>
                </a:lnTo>
                <a:lnTo>
                  <a:pt x="712261" y="935943"/>
                </a:lnTo>
                <a:lnTo>
                  <a:pt x="671319" y="954518"/>
                </a:lnTo>
                <a:lnTo>
                  <a:pt x="628489" y="969326"/>
                </a:lnTo>
                <a:lnTo>
                  <a:pt x="583976" y="980160"/>
                </a:lnTo>
                <a:lnTo>
                  <a:pt x="537987" y="986812"/>
                </a:lnTo>
                <a:lnTo>
                  <a:pt x="490727" y="989076"/>
                </a:lnTo>
                <a:lnTo>
                  <a:pt x="443468" y="986812"/>
                </a:lnTo>
                <a:lnTo>
                  <a:pt x="397479" y="980160"/>
                </a:lnTo>
                <a:lnTo>
                  <a:pt x="352966" y="969326"/>
                </a:lnTo>
                <a:lnTo>
                  <a:pt x="310136" y="954518"/>
                </a:lnTo>
                <a:lnTo>
                  <a:pt x="269194" y="935943"/>
                </a:lnTo>
                <a:lnTo>
                  <a:pt x="230345" y="913806"/>
                </a:lnTo>
                <a:lnTo>
                  <a:pt x="193795" y="888317"/>
                </a:lnTo>
                <a:lnTo>
                  <a:pt x="159751" y="859681"/>
                </a:lnTo>
                <a:lnTo>
                  <a:pt x="128416" y="828106"/>
                </a:lnTo>
                <a:lnTo>
                  <a:pt x="99998" y="793798"/>
                </a:lnTo>
                <a:lnTo>
                  <a:pt x="74702" y="756966"/>
                </a:lnTo>
                <a:lnTo>
                  <a:pt x="52733" y="717815"/>
                </a:lnTo>
                <a:lnTo>
                  <a:pt x="34297" y="676554"/>
                </a:lnTo>
                <a:lnTo>
                  <a:pt x="19601" y="633388"/>
                </a:lnTo>
                <a:lnTo>
                  <a:pt x="8848" y="588525"/>
                </a:lnTo>
                <a:lnTo>
                  <a:pt x="2246" y="542173"/>
                </a:lnTo>
                <a:lnTo>
                  <a:pt x="0" y="49453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7780781" y="3044393"/>
            <a:ext cx="7067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0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1312" y="2162555"/>
            <a:ext cx="314261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1.</a:t>
            </a:r>
            <a:r>
              <a:rPr dirty="0" sz="2800">
                <a:latin typeface="Franklin Gothic Medium"/>
                <a:cs typeface="Franklin Gothic Medium"/>
              </a:rPr>
              <a:t>	Convert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GNFA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116070" y="3953002"/>
            <a:ext cx="1155700" cy="1168400"/>
            <a:chOff x="4116070" y="3953002"/>
            <a:chExt cx="1155700" cy="1168400"/>
          </a:xfrm>
        </p:grpSpPr>
        <p:sp>
          <p:nvSpPr>
            <p:cNvPr id="11" name="object 11" descr=""/>
            <p:cNvSpPr/>
            <p:nvPr/>
          </p:nvSpPr>
          <p:spPr>
            <a:xfrm>
              <a:off x="4122420" y="3959352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571500" y="0"/>
                  </a:moveTo>
                  <a:lnTo>
                    <a:pt x="524632" y="1914"/>
                  </a:lnTo>
                  <a:lnTo>
                    <a:pt x="478808" y="7559"/>
                  </a:lnTo>
                  <a:lnTo>
                    <a:pt x="434173" y="16784"/>
                  </a:lnTo>
                  <a:lnTo>
                    <a:pt x="390875" y="29443"/>
                  </a:lnTo>
                  <a:lnTo>
                    <a:pt x="349061" y="45386"/>
                  </a:lnTo>
                  <a:lnTo>
                    <a:pt x="308878" y="64465"/>
                  </a:lnTo>
                  <a:lnTo>
                    <a:pt x="270474" y="86530"/>
                  </a:lnTo>
                  <a:lnTo>
                    <a:pt x="233994" y="111434"/>
                  </a:lnTo>
                  <a:lnTo>
                    <a:pt x="199588" y="139028"/>
                  </a:lnTo>
                  <a:lnTo>
                    <a:pt x="167401" y="169163"/>
                  </a:lnTo>
                  <a:lnTo>
                    <a:pt x="137582" y="201691"/>
                  </a:lnTo>
                  <a:lnTo>
                    <a:pt x="110276" y="236463"/>
                  </a:lnTo>
                  <a:lnTo>
                    <a:pt x="85632" y="273331"/>
                  </a:lnTo>
                  <a:lnTo>
                    <a:pt x="63796" y="312145"/>
                  </a:lnTo>
                  <a:lnTo>
                    <a:pt x="44916" y="352758"/>
                  </a:lnTo>
                  <a:lnTo>
                    <a:pt x="29138" y="395020"/>
                  </a:lnTo>
                  <a:lnTo>
                    <a:pt x="16611" y="438784"/>
                  </a:lnTo>
                  <a:lnTo>
                    <a:pt x="7480" y="483900"/>
                  </a:lnTo>
                  <a:lnTo>
                    <a:pt x="1894" y="530220"/>
                  </a:lnTo>
                  <a:lnTo>
                    <a:pt x="0" y="577596"/>
                  </a:lnTo>
                  <a:lnTo>
                    <a:pt x="1894" y="624971"/>
                  </a:lnTo>
                  <a:lnTo>
                    <a:pt x="7480" y="671291"/>
                  </a:lnTo>
                  <a:lnTo>
                    <a:pt x="16611" y="716407"/>
                  </a:lnTo>
                  <a:lnTo>
                    <a:pt x="29138" y="760171"/>
                  </a:lnTo>
                  <a:lnTo>
                    <a:pt x="44916" y="802433"/>
                  </a:lnTo>
                  <a:lnTo>
                    <a:pt x="63796" y="843046"/>
                  </a:lnTo>
                  <a:lnTo>
                    <a:pt x="85632" y="881860"/>
                  </a:lnTo>
                  <a:lnTo>
                    <a:pt x="110276" y="918728"/>
                  </a:lnTo>
                  <a:lnTo>
                    <a:pt x="137582" y="953500"/>
                  </a:lnTo>
                  <a:lnTo>
                    <a:pt x="167401" y="986028"/>
                  </a:lnTo>
                  <a:lnTo>
                    <a:pt x="199588" y="1016163"/>
                  </a:lnTo>
                  <a:lnTo>
                    <a:pt x="233994" y="1043757"/>
                  </a:lnTo>
                  <a:lnTo>
                    <a:pt x="270474" y="1068661"/>
                  </a:lnTo>
                  <a:lnTo>
                    <a:pt x="308878" y="1090726"/>
                  </a:lnTo>
                  <a:lnTo>
                    <a:pt x="349061" y="1109805"/>
                  </a:lnTo>
                  <a:lnTo>
                    <a:pt x="390875" y="1125748"/>
                  </a:lnTo>
                  <a:lnTo>
                    <a:pt x="434173" y="1138407"/>
                  </a:lnTo>
                  <a:lnTo>
                    <a:pt x="478808" y="1147632"/>
                  </a:lnTo>
                  <a:lnTo>
                    <a:pt x="524632" y="1153277"/>
                  </a:lnTo>
                  <a:lnTo>
                    <a:pt x="571500" y="1155192"/>
                  </a:lnTo>
                  <a:lnTo>
                    <a:pt x="618367" y="1153277"/>
                  </a:lnTo>
                  <a:lnTo>
                    <a:pt x="664191" y="1147632"/>
                  </a:lnTo>
                  <a:lnTo>
                    <a:pt x="708826" y="1138407"/>
                  </a:lnTo>
                  <a:lnTo>
                    <a:pt x="752124" y="1125748"/>
                  </a:lnTo>
                  <a:lnTo>
                    <a:pt x="793938" y="1109805"/>
                  </a:lnTo>
                  <a:lnTo>
                    <a:pt x="834121" y="1090726"/>
                  </a:lnTo>
                  <a:lnTo>
                    <a:pt x="872525" y="1068661"/>
                  </a:lnTo>
                  <a:lnTo>
                    <a:pt x="909005" y="1043757"/>
                  </a:lnTo>
                  <a:lnTo>
                    <a:pt x="943411" y="1016163"/>
                  </a:lnTo>
                  <a:lnTo>
                    <a:pt x="975598" y="986028"/>
                  </a:lnTo>
                  <a:lnTo>
                    <a:pt x="1005417" y="953500"/>
                  </a:lnTo>
                  <a:lnTo>
                    <a:pt x="1032723" y="918728"/>
                  </a:lnTo>
                  <a:lnTo>
                    <a:pt x="1057367" y="881860"/>
                  </a:lnTo>
                  <a:lnTo>
                    <a:pt x="1079203" y="843046"/>
                  </a:lnTo>
                  <a:lnTo>
                    <a:pt x="1098083" y="802433"/>
                  </a:lnTo>
                  <a:lnTo>
                    <a:pt x="1113861" y="760171"/>
                  </a:lnTo>
                  <a:lnTo>
                    <a:pt x="1126388" y="716407"/>
                  </a:lnTo>
                  <a:lnTo>
                    <a:pt x="1135519" y="671291"/>
                  </a:lnTo>
                  <a:lnTo>
                    <a:pt x="1141105" y="624971"/>
                  </a:lnTo>
                  <a:lnTo>
                    <a:pt x="1143000" y="577596"/>
                  </a:lnTo>
                  <a:lnTo>
                    <a:pt x="1141105" y="530220"/>
                  </a:lnTo>
                  <a:lnTo>
                    <a:pt x="1135519" y="483900"/>
                  </a:lnTo>
                  <a:lnTo>
                    <a:pt x="1126388" y="438784"/>
                  </a:lnTo>
                  <a:lnTo>
                    <a:pt x="1113861" y="395020"/>
                  </a:lnTo>
                  <a:lnTo>
                    <a:pt x="1098083" y="352758"/>
                  </a:lnTo>
                  <a:lnTo>
                    <a:pt x="1079203" y="312145"/>
                  </a:lnTo>
                  <a:lnTo>
                    <a:pt x="1057367" y="273331"/>
                  </a:lnTo>
                  <a:lnTo>
                    <a:pt x="1032723" y="236463"/>
                  </a:lnTo>
                  <a:lnTo>
                    <a:pt x="1005417" y="201691"/>
                  </a:lnTo>
                  <a:lnTo>
                    <a:pt x="975598" y="169163"/>
                  </a:lnTo>
                  <a:lnTo>
                    <a:pt x="943411" y="139028"/>
                  </a:lnTo>
                  <a:lnTo>
                    <a:pt x="909005" y="111434"/>
                  </a:lnTo>
                  <a:lnTo>
                    <a:pt x="872525" y="86530"/>
                  </a:lnTo>
                  <a:lnTo>
                    <a:pt x="834121" y="64465"/>
                  </a:lnTo>
                  <a:lnTo>
                    <a:pt x="793938" y="45386"/>
                  </a:lnTo>
                  <a:lnTo>
                    <a:pt x="752124" y="29443"/>
                  </a:lnTo>
                  <a:lnTo>
                    <a:pt x="708826" y="16784"/>
                  </a:lnTo>
                  <a:lnTo>
                    <a:pt x="664191" y="7559"/>
                  </a:lnTo>
                  <a:lnTo>
                    <a:pt x="618367" y="191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122420" y="3959352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0" y="577596"/>
                  </a:moveTo>
                  <a:lnTo>
                    <a:pt x="1894" y="530220"/>
                  </a:lnTo>
                  <a:lnTo>
                    <a:pt x="7480" y="483900"/>
                  </a:lnTo>
                  <a:lnTo>
                    <a:pt x="16611" y="438784"/>
                  </a:lnTo>
                  <a:lnTo>
                    <a:pt x="29138" y="395020"/>
                  </a:lnTo>
                  <a:lnTo>
                    <a:pt x="44916" y="352758"/>
                  </a:lnTo>
                  <a:lnTo>
                    <a:pt x="63796" y="312145"/>
                  </a:lnTo>
                  <a:lnTo>
                    <a:pt x="85632" y="273331"/>
                  </a:lnTo>
                  <a:lnTo>
                    <a:pt x="110276" y="236463"/>
                  </a:lnTo>
                  <a:lnTo>
                    <a:pt x="137582" y="201691"/>
                  </a:lnTo>
                  <a:lnTo>
                    <a:pt x="167401" y="169163"/>
                  </a:lnTo>
                  <a:lnTo>
                    <a:pt x="199588" y="139028"/>
                  </a:lnTo>
                  <a:lnTo>
                    <a:pt x="233994" y="111434"/>
                  </a:lnTo>
                  <a:lnTo>
                    <a:pt x="270474" y="86530"/>
                  </a:lnTo>
                  <a:lnTo>
                    <a:pt x="308878" y="64465"/>
                  </a:lnTo>
                  <a:lnTo>
                    <a:pt x="349061" y="45386"/>
                  </a:lnTo>
                  <a:lnTo>
                    <a:pt x="390875" y="29443"/>
                  </a:lnTo>
                  <a:lnTo>
                    <a:pt x="434173" y="16784"/>
                  </a:lnTo>
                  <a:lnTo>
                    <a:pt x="478808" y="7559"/>
                  </a:lnTo>
                  <a:lnTo>
                    <a:pt x="524632" y="1914"/>
                  </a:lnTo>
                  <a:lnTo>
                    <a:pt x="571500" y="0"/>
                  </a:lnTo>
                  <a:lnTo>
                    <a:pt x="618367" y="1914"/>
                  </a:lnTo>
                  <a:lnTo>
                    <a:pt x="664191" y="7559"/>
                  </a:lnTo>
                  <a:lnTo>
                    <a:pt x="708826" y="16784"/>
                  </a:lnTo>
                  <a:lnTo>
                    <a:pt x="752124" y="29443"/>
                  </a:lnTo>
                  <a:lnTo>
                    <a:pt x="793938" y="45386"/>
                  </a:lnTo>
                  <a:lnTo>
                    <a:pt x="834121" y="64465"/>
                  </a:lnTo>
                  <a:lnTo>
                    <a:pt x="872525" y="86530"/>
                  </a:lnTo>
                  <a:lnTo>
                    <a:pt x="909005" y="111434"/>
                  </a:lnTo>
                  <a:lnTo>
                    <a:pt x="943411" y="139028"/>
                  </a:lnTo>
                  <a:lnTo>
                    <a:pt x="975598" y="169163"/>
                  </a:lnTo>
                  <a:lnTo>
                    <a:pt x="1005417" y="201691"/>
                  </a:lnTo>
                  <a:lnTo>
                    <a:pt x="1032723" y="236463"/>
                  </a:lnTo>
                  <a:lnTo>
                    <a:pt x="1057367" y="273331"/>
                  </a:lnTo>
                  <a:lnTo>
                    <a:pt x="1079203" y="312145"/>
                  </a:lnTo>
                  <a:lnTo>
                    <a:pt x="1098083" y="352758"/>
                  </a:lnTo>
                  <a:lnTo>
                    <a:pt x="1113861" y="395020"/>
                  </a:lnTo>
                  <a:lnTo>
                    <a:pt x="1126388" y="438784"/>
                  </a:lnTo>
                  <a:lnTo>
                    <a:pt x="1135519" y="483900"/>
                  </a:lnTo>
                  <a:lnTo>
                    <a:pt x="1141105" y="530220"/>
                  </a:lnTo>
                  <a:lnTo>
                    <a:pt x="1143000" y="577596"/>
                  </a:lnTo>
                  <a:lnTo>
                    <a:pt x="1141105" y="624971"/>
                  </a:lnTo>
                  <a:lnTo>
                    <a:pt x="1135519" y="671291"/>
                  </a:lnTo>
                  <a:lnTo>
                    <a:pt x="1126388" y="716407"/>
                  </a:lnTo>
                  <a:lnTo>
                    <a:pt x="1113861" y="760171"/>
                  </a:lnTo>
                  <a:lnTo>
                    <a:pt x="1098083" y="802433"/>
                  </a:lnTo>
                  <a:lnTo>
                    <a:pt x="1079203" y="843046"/>
                  </a:lnTo>
                  <a:lnTo>
                    <a:pt x="1057367" y="881860"/>
                  </a:lnTo>
                  <a:lnTo>
                    <a:pt x="1032723" y="918728"/>
                  </a:lnTo>
                  <a:lnTo>
                    <a:pt x="1005417" y="953500"/>
                  </a:lnTo>
                  <a:lnTo>
                    <a:pt x="975598" y="986028"/>
                  </a:lnTo>
                  <a:lnTo>
                    <a:pt x="943411" y="1016163"/>
                  </a:lnTo>
                  <a:lnTo>
                    <a:pt x="909005" y="1043757"/>
                  </a:lnTo>
                  <a:lnTo>
                    <a:pt x="872525" y="1068661"/>
                  </a:lnTo>
                  <a:lnTo>
                    <a:pt x="834121" y="1090726"/>
                  </a:lnTo>
                  <a:lnTo>
                    <a:pt x="793938" y="1109805"/>
                  </a:lnTo>
                  <a:lnTo>
                    <a:pt x="752124" y="1125748"/>
                  </a:lnTo>
                  <a:lnTo>
                    <a:pt x="708826" y="1138407"/>
                  </a:lnTo>
                  <a:lnTo>
                    <a:pt x="664191" y="1147632"/>
                  </a:lnTo>
                  <a:lnTo>
                    <a:pt x="618367" y="1153277"/>
                  </a:lnTo>
                  <a:lnTo>
                    <a:pt x="571500" y="1155192"/>
                  </a:lnTo>
                  <a:lnTo>
                    <a:pt x="524632" y="1153277"/>
                  </a:lnTo>
                  <a:lnTo>
                    <a:pt x="478808" y="1147632"/>
                  </a:lnTo>
                  <a:lnTo>
                    <a:pt x="434173" y="1138407"/>
                  </a:lnTo>
                  <a:lnTo>
                    <a:pt x="390875" y="1125748"/>
                  </a:lnTo>
                  <a:lnTo>
                    <a:pt x="349061" y="1109805"/>
                  </a:lnTo>
                  <a:lnTo>
                    <a:pt x="308878" y="1090726"/>
                  </a:lnTo>
                  <a:lnTo>
                    <a:pt x="270474" y="1068661"/>
                  </a:lnTo>
                  <a:lnTo>
                    <a:pt x="233994" y="1043757"/>
                  </a:lnTo>
                  <a:lnTo>
                    <a:pt x="199588" y="1016163"/>
                  </a:lnTo>
                  <a:lnTo>
                    <a:pt x="167401" y="986028"/>
                  </a:lnTo>
                  <a:lnTo>
                    <a:pt x="137582" y="953500"/>
                  </a:lnTo>
                  <a:lnTo>
                    <a:pt x="110276" y="918728"/>
                  </a:lnTo>
                  <a:lnTo>
                    <a:pt x="85632" y="881860"/>
                  </a:lnTo>
                  <a:lnTo>
                    <a:pt x="63796" y="843046"/>
                  </a:lnTo>
                  <a:lnTo>
                    <a:pt x="44916" y="802433"/>
                  </a:lnTo>
                  <a:lnTo>
                    <a:pt x="29138" y="760171"/>
                  </a:lnTo>
                  <a:lnTo>
                    <a:pt x="16611" y="716407"/>
                  </a:lnTo>
                  <a:lnTo>
                    <a:pt x="7480" y="671291"/>
                  </a:lnTo>
                  <a:lnTo>
                    <a:pt x="1894" y="624971"/>
                  </a:lnTo>
                  <a:lnTo>
                    <a:pt x="0" y="57759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476622" y="4334332"/>
            <a:ext cx="356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5266182" y="4496308"/>
            <a:ext cx="2280920" cy="85725"/>
          </a:xfrm>
          <a:custGeom>
            <a:avLst/>
            <a:gdLst/>
            <a:ahLst/>
            <a:cxnLst/>
            <a:rect l="l" t="t" r="r" b="b"/>
            <a:pathLst>
              <a:path w="2280920" h="85725">
                <a:moveTo>
                  <a:pt x="2195194" y="0"/>
                </a:moveTo>
                <a:lnTo>
                  <a:pt x="2195067" y="85725"/>
                </a:lnTo>
                <a:lnTo>
                  <a:pt x="2252302" y="57150"/>
                </a:lnTo>
                <a:lnTo>
                  <a:pt x="2209418" y="57150"/>
                </a:lnTo>
                <a:lnTo>
                  <a:pt x="2209418" y="28575"/>
                </a:lnTo>
                <a:lnTo>
                  <a:pt x="2252175" y="28575"/>
                </a:lnTo>
                <a:lnTo>
                  <a:pt x="2195194" y="0"/>
                </a:lnTo>
                <a:close/>
              </a:path>
              <a:path w="2280920" h="85725">
                <a:moveTo>
                  <a:pt x="0" y="27051"/>
                </a:moveTo>
                <a:lnTo>
                  <a:pt x="0" y="55626"/>
                </a:lnTo>
                <a:lnTo>
                  <a:pt x="2209418" y="57150"/>
                </a:lnTo>
                <a:lnTo>
                  <a:pt x="2195110" y="57150"/>
                </a:lnTo>
                <a:lnTo>
                  <a:pt x="2195152" y="28575"/>
                </a:lnTo>
                <a:lnTo>
                  <a:pt x="2209418" y="28575"/>
                </a:lnTo>
                <a:lnTo>
                  <a:pt x="0" y="27051"/>
                </a:lnTo>
                <a:close/>
              </a:path>
              <a:path w="2280920" h="85725">
                <a:moveTo>
                  <a:pt x="2252175" y="28575"/>
                </a:moveTo>
                <a:lnTo>
                  <a:pt x="2209418" y="28575"/>
                </a:lnTo>
                <a:lnTo>
                  <a:pt x="2209418" y="57150"/>
                </a:lnTo>
                <a:lnTo>
                  <a:pt x="2252302" y="57150"/>
                </a:lnTo>
                <a:lnTo>
                  <a:pt x="2280792" y="42926"/>
                </a:lnTo>
                <a:lnTo>
                  <a:pt x="2252175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6301866" y="4081017"/>
            <a:ext cx="19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360545" y="3443732"/>
            <a:ext cx="704850" cy="560070"/>
          </a:xfrm>
          <a:custGeom>
            <a:avLst/>
            <a:gdLst/>
            <a:ahLst/>
            <a:cxnLst/>
            <a:rect l="l" t="t" r="r" b="b"/>
            <a:pathLst>
              <a:path w="704850" h="560070">
                <a:moveTo>
                  <a:pt x="367156" y="0"/>
                </a:moveTo>
                <a:lnTo>
                  <a:pt x="333375" y="0"/>
                </a:lnTo>
                <a:lnTo>
                  <a:pt x="316610" y="1270"/>
                </a:lnTo>
                <a:lnTo>
                  <a:pt x="266826" y="8890"/>
                </a:lnTo>
                <a:lnTo>
                  <a:pt x="218693" y="22860"/>
                </a:lnTo>
                <a:lnTo>
                  <a:pt x="158368" y="50800"/>
                </a:lnTo>
                <a:lnTo>
                  <a:pt x="130428" y="69850"/>
                </a:lnTo>
                <a:lnTo>
                  <a:pt x="117093" y="78740"/>
                </a:lnTo>
                <a:lnTo>
                  <a:pt x="80390" y="113030"/>
                </a:lnTo>
                <a:lnTo>
                  <a:pt x="49149" y="152400"/>
                </a:lnTo>
                <a:lnTo>
                  <a:pt x="25653" y="194310"/>
                </a:lnTo>
                <a:lnTo>
                  <a:pt x="9778" y="237490"/>
                </a:lnTo>
                <a:lnTo>
                  <a:pt x="1524" y="281940"/>
                </a:lnTo>
                <a:lnTo>
                  <a:pt x="0" y="312420"/>
                </a:lnTo>
                <a:lnTo>
                  <a:pt x="423" y="322580"/>
                </a:lnTo>
                <a:lnTo>
                  <a:pt x="476" y="323850"/>
                </a:lnTo>
                <a:lnTo>
                  <a:pt x="582" y="326390"/>
                </a:lnTo>
                <a:lnTo>
                  <a:pt x="6984" y="372110"/>
                </a:lnTo>
                <a:lnTo>
                  <a:pt x="20574" y="415290"/>
                </a:lnTo>
                <a:lnTo>
                  <a:pt x="41275" y="455930"/>
                </a:lnTo>
                <a:lnTo>
                  <a:pt x="68833" y="495300"/>
                </a:lnTo>
                <a:lnTo>
                  <a:pt x="79501" y="506730"/>
                </a:lnTo>
                <a:lnTo>
                  <a:pt x="90931" y="519430"/>
                </a:lnTo>
                <a:lnTo>
                  <a:pt x="103124" y="529590"/>
                </a:lnTo>
                <a:lnTo>
                  <a:pt x="115950" y="541020"/>
                </a:lnTo>
                <a:lnTo>
                  <a:pt x="129539" y="551180"/>
                </a:lnTo>
                <a:lnTo>
                  <a:pt x="143637" y="560070"/>
                </a:lnTo>
                <a:lnTo>
                  <a:pt x="154431" y="544830"/>
                </a:lnTo>
                <a:lnTo>
                  <a:pt x="140768" y="536055"/>
                </a:lnTo>
                <a:lnTo>
                  <a:pt x="140993" y="536055"/>
                </a:lnTo>
                <a:lnTo>
                  <a:pt x="127634" y="525780"/>
                </a:lnTo>
                <a:lnTo>
                  <a:pt x="128015" y="525780"/>
                </a:lnTo>
                <a:lnTo>
                  <a:pt x="115442" y="515620"/>
                </a:lnTo>
                <a:lnTo>
                  <a:pt x="115824" y="515620"/>
                </a:lnTo>
                <a:lnTo>
                  <a:pt x="104012" y="505460"/>
                </a:lnTo>
                <a:lnTo>
                  <a:pt x="104393" y="505460"/>
                </a:lnTo>
                <a:lnTo>
                  <a:pt x="93344" y="494030"/>
                </a:lnTo>
                <a:lnTo>
                  <a:pt x="93599" y="494030"/>
                </a:lnTo>
                <a:lnTo>
                  <a:pt x="83184" y="482600"/>
                </a:lnTo>
                <a:lnTo>
                  <a:pt x="83565" y="482600"/>
                </a:lnTo>
                <a:lnTo>
                  <a:pt x="73913" y="471170"/>
                </a:lnTo>
                <a:lnTo>
                  <a:pt x="74294" y="471170"/>
                </a:lnTo>
                <a:lnTo>
                  <a:pt x="65404" y="458470"/>
                </a:lnTo>
                <a:lnTo>
                  <a:pt x="65658" y="458470"/>
                </a:lnTo>
                <a:lnTo>
                  <a:pt x="58229" y="447040"/>
                </a:lnTo>
                <a:lnTo>
                  <a:pt x="57657" y="447040"/>
                </a:lnTo>
                <a:lnTo>
                  <a:pt x="50961" y="434340"/>
                </a:lnTo>
                <a:lnTo>
                  <a:pt x="50545" y="434340"/>
                </a:lnTo>
                <a:lnTo>
                  <a:pt x="44426" y="421640"/>
                </a:lnTo>
                <a:lnTo>
                  <a:pt x="44068" y="421640"/>
                </a:lnTo>
                <a:lnTo>
                  <a:pt x="38226" y="407670"/>
                </a:lnTo>
                <a:lnTo>
                  <a:pt x="33146" y="394970"/>
                </a:lnTo>
                <a:lnTo>
                  <a:pt x="33400" y="394970"/>
                </a:lnTo>
                <a:lnTo>
                  <a:pt x="29360" y="382270"/>
                </a:lnTo>
                <a:lnTo>
                  <a:pt x="29082" y="382270"/>
                </a:lnTo>
                <a:lnTo>
                  <a:pt x="25823" y="368300"/>
                </a:lnTo>
                <a:lnTo>
                  <a:pt x="25653" y="368300"/>
                </a:lnTo>
                <a:lnTo>
                  <a:pt x="19661" y="327660"/>
                </a:lnTo>
                <a:lnTo>
                  <a:pt x="19050" y="312420"/>
                </a:lnTo>
                <a:lnTo>
                  <a:pt x="19303" y="298450"/>
                </a:lnTo>
                <a:lnTo>
                  <a:pt x="24764" y="256540"/>
                </a:lnTo>
                <a:lnTo>
                  <a:pt x="31497" y="231616"/>
                </a:lnTo>
                <a:lnTo>
                  <a:pt x="32384" y="228600"/>
                </a:lnTo>
                <a:lnTo>
                  <a:pt x="32619" y="228600"/>
                </a:lnTo>
                <a:lnTo>
                  <a:pt x="38301" y="213314"/>
                </a:lnTo>
                <a:lnTo>
                  <a:pt x="43052" y="201930"/>
                </a:lnTo>
                <a:lnTo>
                  <a:pt x="42799" y="201930"/>
                </a:lnTo>
                <a:lnTo>
                  <a:pt x="49656" y="189230"/>
                </a:lnTo>
                <a:lnTo>
                  <a:pt x="49275" y="189230"/>
                </a:lnTo>
                <a:lnTo>
                  <a:pt x="56895" y="175260"/>
                </a:lnTo>
                <a:lnTo>
                  <a:pt x="57530" y="175260"/>
                </a:lnTo>
                <a:lnTo>
                  <a:pt x="65150" y="162560"/>
                </a:lnTo>
                <a:lnTo>
                  <a:pt x="64769" y="162560"/>
                </a:lnTo>
                <a:lnTo>
                  <a:pt x="74167" y="149860"/>
                </a:lnTo>
                <a:lnTo>
                  <a:pt x="74803" y="149860"/>
                </a:lnTo>
                <a:lnTo>
                  <a:pt x="83946" y="138430"/>
                </a:lnTo>
                <a:lnTo>
                  <a:pt x="83565" y="138430"/>
                </a:lnTo>
                <a:lnTo>
                  <a:pt x="94487" y="125730"/>
                </a:lnTo>
                <a:lnTo>
                  <a:pt x="95249" y="125730"/>
                </a:lnTo>
                <a:lnTo>
                  <a:pt x="105537" y="114300"/>
                </a:lnTo>
                <a:lnTo>
                  <a:pt x="106456" y="114300"/>
                </a:lnTo>
                <a:lnTo>
                  <a:pt x="116733" y="104266"/>
                </a:lnTo>
                <a:lnTo>
                  <a:pt x="118379" y="102870"/>
                </a:lnTo>
                <a:lnTo>
                  <a:pt x="129158" y="93980"/>
                </a:lnTo>
                <a:lnTo>
                  <a:pt x="128777" y="93980"/>
                </a:lnTo>
                <a:lnTo>
                  <a:pt x="141731" y="85090"/>
                </a:lnTo>
                <a:lnTo>
                  <a:pt x="141350" y="85090"/>
                </a:lnTo>
                <a:lnTo>
                  <a:pt x="154685" y="76200"/>
                </a:lnTo>
                <a:lnTo>
                  <a:pt x="154304" y="76200"/>
                </a:lnTo>
                <a:lnTo>
                  <a:pt x="168147" y="67310"/>
                </a:lnTo>
                <a:lnTo>
                  <a:pt x="167766" y="67310"/>
                </a:lnTo>
                <a:lnTo>
                  <a:pt x="181990" y="59690"/>
                </a:lnTo>
                <a:lnTo>
                  <a:pt x="184022" y="59690"/>
                </a:lnTo>
                <a:lnTo>
                  <a:pt x="196087" y="53340"/>
                </a:lnTo>
                <a:lnTo>
                  <a:pt x="195579" y="53340"/>
                </a:lnTo>
                <a:lnTo>
                  <a:pt x="209982" y="47081"/>
                </a:lnTo>
                <a:lnTo>
                  <a:pt x="225425" y="40640"/>
                </a:lnTo>
                <a:lnTo>
                  <a:pt x="228015" y="40640"/>
                </a:lnTo>
                <a:lnTo>
                  <a:pt x="240410" y="35560"/>
                </a:lnTo>
                <a:lnTo>
                  <a:pt x="240029" y="35560"/>
                </a:lnTo>
                <a:lnTo>
                  <a:pt x="255650" y="31750"/>
                </a:lnTo>
                <a:lnTo>
                  <a:pt x="255142" y="31750"/>
                </a:lnTo>
                <a:lnTo>
                  <a:pt x="270784" y="28025"/>
                </a:lnTo>
                <a:lnTo>
                  <a:pt x="270223" y="28025"/>
                </a:lnTo>
                <a:lnTo>
                  <a:pt x="286765" y="25400"/>
                </a:lnTo>
                <a:lnTo>
                  <a:pt x="286384" y="25400"/>
                </a:lnTo>
                <a:lnTo>
                  <a:pt x="302640" y="22860"/>
                </a:lnTo>
                <a:lnTo>
                  <a:pt x="302259" y="22860"/>
                </a:lnTo>
                <a:lnTo>
                  <a:pt x="318144" y="20378"/>
                </a:lnTo>
                <a:lnTo>
                  <a:pt x="317385" y="20378"/>
                </a:lnTo>
                <a:lnTo>
                  <a:pt x="334517" y="19050"/>
                </a:lnTo>
                <a:lnTo>
                  <a:pt x="473862" y="19050"/>
                </a:lnTo>
                <a:lnTo>
                  <a:pt x="467359" y="16510"/>
                </a:lnTo>
                <a:lnTo>
                  <a:pt x="417702" y="5080"/>
                </a:lnTo>
                <a:lnTo>
                  <a:pt x="400938" y="2540"/>
                </a:lnTo>
                <a:lnTo>
                  <a:pt x="367156" y="0"/>
                </a:lnTo>
                <a:close/>
              </a:path>
              <a:path w="704850" h="560070">
                <a:moveTo>
                  <a:pt x="584453" y="481330"/>
                </a:moveTo>
                <a:lnTo>
                  <a:pt x="547624" y="557530"/>
                </a:lnTo>
                <a:lnTo>
                  <a:pt x="631189" y="541020"/>
                </a:lnTo>
                <a:lnTo>
                  <a:pt x="620251" y="527050"/>
                </a:lnTo>
                <a:lnTo>
                  <a:pt x="603884" y="527050"/>
                </a:lnTo>
                <a:lnTo>
                  <a:pt x="591819" y="511810"/>
                </a:lnTo>
                <a:lnTo>
                  <a:pt x="602041" y="503792"/>
                </a:lnTo>
                <a:lnTo>
                  <a:pt x="584453" y="481330"/>
                </a:lnTo>
                <a:close/>
              </a:path>
              <a:path w="704850" h="560070">
                <a:moveTo>
                  <a:pt x="140993" y="536055"/>
                </a:moveTo>
                <a:lnTo>
                  <a:pt x="140768" y="536055"/>
                </a:lnTo>
                <a:lnTo>
                  <a:pt x="142127" y="536927"/>
                </a:lnTo>
                <a:lnTo>
                  <a:pt x="140993" y="536055"/>
                </a:lnTo>
                <a:close/>
              </a:path>
              <a:path w="704850" h="560070">
                <a:moveTo>
                  <a:pt x="602041" y="503792"/>
                </a:moveTo>
                <a:lnTo>
                  <a:pt x="591819" y="511810"/>
                </a:lnTo>
                <a:lnTo>
                  <a:pt x="603884" y="527050"/>
                </a:lnTo>
                <a:lnTo>
                  <a:pt x="613716" y="518702"/>
                </a:lnTo>
                <a:lnTo>
                  <a:pt x="602041" y="503792"/>
                </a:lnTo>
                <a:close/>
              </a:path>
              <a:path w="704850" h="560070">
                <a:moveTo>
                  <a:pt x="613716" y="518702"/>
                </a:moveTo>
                <a:lnTo>
                  <a:pt x="603884" y="527050"/>
                </a:lnTo>
                <a:lnTo>
                  <a:pt x="620251" y="527050"/>
                </a:lnTo>
                <a:lnTo>
                  <a:pt x="613716" y="518702"/>
                </a:lnTo>
                <a:close/>
              </a:path>
              <a:path w="704850" h="560070">
                <a:moveTo>
                  <a:pt x="648207" y="444500"/>
                </a:moveTo>
                <a:lnTo>
                  <a:pt x="639826" y="458470"/>
                </a:lnTo>
                <a:lnTo>
                  <a:pt x="640079" y="458470"/>
                </a:lnTo>
                <a:lnTo>
                  <a:pt x="630808" y="471170"/>
                </a:lnTo>
                <a:lnTo>
                  <a:pt x="631063" y="471170"/>
                </a:lnTo>
                <a:lnTo>
                  <a:pt x="621029" y="482600"/>
                </a:lnTo>
                <a:lnTo>
                  <a:pt x="621410" y="482600"/>
                </a:lnTo>
                <a:lnTo>
                  <a:pt x="603757" y="501650"/>
                </a:lnTo>
                <a:lnTo>
                  <a:pt x="604774" y="501650"/>
                </a:lnTo>
                <a:lnTo>
                  <a:pt x="602041" y="503792"/>
                </a:lnTo>
                <a:lnTo>
                  <a:pt x="613716" y="518702"/>
                </a:lnTo>
                <a:lnTo>
                  <a:pt x="617346" y="515620"/>
                </a:lnTo>
                <a:lnTo>
                  <a:pt x="635762" y="495300"/>
                </a:lnTo>
                <a:lnTo>
                  <a:pt x="646176" y="482600"/>
                </a:lnTo>
                <a:lnTo>
                  <a:pt x="655701" y="468630"/>
                </a:lnTo>
                <a:lnTo>
                  <a:pt x="664463" y="454660"/>
                </a:lnTo>
                <a:lnTo>
                  <a:pt x="669393" y="445770"/>
                </a:lnTo>
                <a:lnTo>
                  <a:pt x="647953" y="445770"/>
                </a:lnTo>
                <a:lnTo>
                  <a:pt x="648207" y="444500"/>
                </a:lnTo>
                <a:close/>
              </a:path>
              <a:path w="704850" h="560070">
                <a:moveTo>
                  <a:pt x="57403" y="445770"/>
                </a:moveTo>
                <a:lnTo>
                  <a:pt x="57657" y="447040"/>
                </a:lnTo>
                <a:lnTo>
                  <a:pt x="58229" y="447040"/>
                </a:lnTo>
                <a:lnTo>
                  <a:pt x="57403" y="445770"/>
                </a:lnTo>
                <a:close/>
              </a:path>
              <a:path w="704850" h="560070">
                <a:moveTo>
                  <a:pt x="667765" y="405130"/>
                </a:moveTo>
                <a:lnTo>
                  <a:pt x="661924" y="419100"/>
                </a:lnTo>
                <a:lnTo>
                  <a:pt x="662177" y="419100"/>
                </a:lnTo>
                <a:lnTo>
                  <a:pt x="655319" y="431800"/>
                </a:lnTo>
                <a:lnTo>
                  <a:pt x="647953" y="445770"/>
                </a:lnTo>
                <a:lnTo>
                  <a:pt x="669393" y="445770"/>
                </a:lnTo>
                <a:lnTo>
                  <a:pt x="672210" y="440690"/>
                </a:lnTo>
                <a:lnTo>
                  <a:pt x="679322" y="426720"/>
                </a:lnTo>
                <a:lnTo>
                  <a:pt x="685418" y="412750"/>
                </a:lnTo>
                <a:lnTo>
                  <a:pt x="687641" y="406400"/>
                </a:lnTo>
                <a:lnTo>
                  <a:pt x="667638" y="406400"/>
                </a:lnTo>
                <a:lnTo>
                  <a:pt x="667765" y="405130"/>
                </a:lnTo>
                <a:close/>
              </a:path>
              <a:path w="704850" h="560070">
                <a:moveTo>
                  <a:pt x="50291" y="433070"/>
                </a:moveTo>
                <a:lnTo>
                  <a:pt x="50545" y="434340"/>
                </a:lnTo>
                <a:lnTo>
                  <a:pt x="50961" y="434340"/>
                </a:lnTo>
                <a:lnTo>
                  <a:pt x="50291" y="433070"/>
                </a:lnTo>
                <a:close/>
              </a:path>
              <a:path w="704850" h="560070">
                <a:moveTo>
                  <a:pt x="43814" y="420370"/>
                </a:moveTo>
                <a:lnTo>
                  <a:pt x="44068" y="421640"/>
                </a:lnTo>
                <a:lnTo>
                  <a:pt x="44426" y="421640"/>
                </a:lnTo>
                <a:lnTo>
                  <a:pt x="43814" y="420370"/>
                </a:lnTo>
                <a:close/>
              </a:path>
              <a:path w="704850" h="560070">
                <a:moveTo>
                  <a:pt x="672718" y="391160"/>
                </a:moveTo>
                <a:lnTo>
                  <a:pt x="667638" y="406400"/>
                </a:lnTo>
                <a:lnTo>
                  <a:pt x="687641" y="406400"/>
                </a:lnTo>
                <a:lnTo>
                  <a:pt x="690752" y="397510"/>
                </a:lnTo>
                <a:lnTo>
                  <a:pt x="692369" y="392430"/>
                </a:lnTo>
                <a:lnTo>
                  <a:pt x="672591" y="392430"/>
                </a:lnTo>
                <a:lnTo>
                  <a:pt x="672718" y="391160"/>
                </a:lnTo>
                <a:close/>
              </a:path>
              <a:path w="704850" h="560070">
                <a:moveTo>
                  <a:pt x="701272" y="266700"/>
                </a:moveTo>
                <a:lnTo>
                  <a:pt x="682116" y="266700"/>
                </a:lnTo>
                <a:lnTo>
                  <a:pt x="684149" y="280670"/>
                </a:lnTo>
                <a:lnTo>
                  <a:pt x="685303" y="293370"/>
                </a:lnTo>
                <a:lnTo>
                  <a:pt x="685418" y="294640"/>
                </a:lnTo>
                <a:lnTo>
                  <a:pt x="685800" y="308610"/>
                </a:lnTo>
                <a:lnTo>
                  <a:pt x="685545" y="322580"/>
                </a:lnTo>
                <a:lnTo>
                  <a:pt x="679640" y="366818"/>
                </a:lnTo>
                <a:lnTo>
                  <a:pt x="672591" y="392430"/>
                </a:lnTo>
                <a:lnTo>
                  <a:pt x="692369" y="392430"/>
                </a:lnTo>
                <a:lnTo>
                  <a:pt x="701547" y="353060"/>
                </a:lnTo>
                <a:lnTo>
                  <a:pt x="704786" y="312420"/>
                </a:lnTo>
                <a:lnTo>
                  <a:pt x="704850" y="308610"/>
                </a:lnTo>
                <a:lnTo>
                  <a:pt x="704511" y="298450"/>
                </a:lnTo>
                <a:lnTo>
                  <a:pt x="704384" y="294640"/>
                </a:lnTo>
                <a:lnTo>
                  <a:pt x="704341" y="293370"/>
                </a:lnTo>
                <a:lnTo>
                  <a:pt x="703302" y="281940"/>
                </a:lnTo>
                <a:lnTo>
                  <a:pt x="703187" y="280670"/>
                </a:lnTo>
                <a:lnTo>
                  <a:pt x="703071" y="279400"/>
                </a:lnTo>
                <a:lnTo>
                  <a:pt x="701272" y="266700"/>
                </a:lnTo>
                <a:close/>
              </a:path>
              <a:path w="704850" h="560070">
                <a:moveTo>
                  <a:pt x="28955" y="381000"/>
                </a:moveTo>
                <a:lnTo>
                  <a:pt x="29082" y="382270"/>
                </a:lnTo>
                <a:lnTo>
                  <a:pt x="29360" y="382270"/>
                </a:lnTo>
                <a:lnTo>
                  <a:pt x="28955" y="381000"/>
                </a:lnTo>
                <a:close/>
              </a:path>
              <a:path w="704850" h="560070">
                <a:moveTo>
                  <a:pt x="25526" y="367030"/>
                </a:moveTo>
                <a:lnTo>
                  <a:pt x="25653" y="368300"/>
                </a:lnTo>
                <a:lnTo>
                  <a:pt x="25823" y="368300"/>
                </a:lnTo>
                <a:lnTo>
                  <a:pt x="25526" y="367030"/>
                </a:lnTo>
                <a:close/>
              </a:path>
              <a:path w="704850" h="560070">
                <a:moveTo>
                  <a:pt x="698722" y="252730"/>
                </a:moveTo>
                <a:lnTo>
                  <a:pt x="679322" y="252730"/>
                </a:lnTo>
                <a:lnTo>
                  <a:pt x="679445" y="253981"/>
                </a:lnTo>
                <a:lnTo>
                  <a:pt x="679828" y="255486"/>
                </a:lnTo>
                <a:lnTo>
                  <a:pt x="682116" y="267970"/>
                </a:lnTo>
                <a:lnTo>
                  <a:pt x="682116" y="266700"/>
                </a:lnTo>
                <a:lnTo>
                  <a:pt x="701272" y="266700"/>
                </a:lnTo>
                <a:lnTo>
                  <a:pt x="700913" y="264160"/>
                </a:lnTo>
                <a:lnTo>
                  <a:pt x="698962" y="253981"/>
                </a:lnTo>
                <a:lnTo>
                  <a:pt x="698838" y="253338"/>
                </a:lnTo>
                <a:lnTo>
                  <a:pt x="698722" y="252730"/>
                </a:lnTo>
                <a:close/>
              </a:path>
              <a:path w="704850" h="560070">
                <a:moveTo>
                  <a:pt x="681574" y="199390"/>
                </a:moveTo>
                <a:lnTo>
                  <a:pt x="660907" y="199390"/>
                </a:lnTo>
                <a:lnTo>
                  <a:pt x="666643" y="213105"/>
                </a:lnTo>
                <a:lnTo>
                  <a:pt x="666604" y="213314"/>
                </a:lnTo>
                <a:lnTo>
                  <a:pt x="671702" y="226060"/>
                </a:lnTo>
                <a:lnTo>
                  <a:pt x="675893" y="240030"/>
                </a:lnTo>
                <a:lnTo>
                  <a:pt x="679445" y="253981"/>
                </a:lnTo>
                <a:lnTo>
                  <a:pt x="679322" y="252730"/>
                </a:lnTo>
                <a:lnTo>
                  <a:pt x="698722" y="252730"/>
                </a:lnTo>
                <a:lnTo>
                  <a:pt x="697991" y="248920"/>
                </a:lnTo>
                <a:lnTo>
                  <a:pt x="694181" y="234950"/>
                </a:lnTo>
                <a:lnTo>
                  <a:pt x="689609" y="219710"/>
                </a:lnTo>
                <a:lnTo>
                  <a:pt x="684402" y="205740"/>
                </a:lnTo>
                <a:lnTo>
                  <a:pt x="681574" y="199390"/>
                </a:lnTo>
                <a:close/>
              </a:path>
              <a:path w="704850" h="560070">
                <a:moveTo>
                  <a:pt x="32619" y="228600"/>
                </a:moveTo>
                <a:lnTo>
                  <a:pt x="32384" y="228600"/>
                </a:lnTo>
                <a:lnTo>
                  <a:pt x="31480" y="231616"/>
                </a:lnTo>
                <a:lnTo>
                  <a:pt x="32619" y="228600"/>
                </a:lnTo>
                <a:close/>
              </a:path>
              <a:path w="704850" h="560070">
                <a:moveTo>
                  <a:pt x="675686" y="186690"/>
                </a:moveTo>
                <a:lnTo>
                  <a:pt x="654430" y="186690"/>
                </a:lnTo>
                <a:lnTo>
                  <a:pt x="661034" y="200660"/>
                </a:lnTo>
                <a:lnTo>
                  <a:pt x="660907" y="199390"/>
                </a:lnTo>
                <a:lnTo>
                  <a:pt x="681574" y="199390"/>
                </a:lnTo>
                <a:lnTo>
                  <a:pt x="678179" y="191770"/>
                </a:lnTo>
                <a:lnTo>
                  <a:pt x="675686" y="186690"/>
                </a:lnTo>
                <a:close/>
              </a:path>
              <a:path w="704850" h="560070">
                <a:moveTo>
                  <a:pt x="669035" y="173990"/>
                </a:moveTo>
                <a:lnTo>
                  <a:pt x="647191" y="173990"/>
                </a:lnTo>
                <a:lnTo>
                  <a:pt x="654684" y="187960"/>
                </a:lnTo>
                <a:lnTo>
                  <a:pt x="654430" y="186690"/>
                </a:lnTo>
                <a:lnTo>
                  <a:pt x="675686" y="186690"/>
                </a:lnTo>
                <a:lnTo>
                  <a:pt x="671321" y="177800"/>
                </a:lnTo>
                <a:lnTo>
                  <a:pt x="669035" y="173990"/>
                </a:lnTo>
                <a:close/>
              </a:path>
              <a:path w="704850" h="560070">
                <a:moveTo>
                  <a:pt x="57530" y="175260"/>
                </a:moveTo>
                <a:lnTo>
                  <a:pt x="56895" y="175260"/>
                </a:lnTo>
                <a:lnTo>
                  <a:pt x="56768" y="176530"/>
                </a:lnTo>
                <a:lnTo>
                  <a:pt x="57530" y="175260"/>
                </a:lnTo>
                <a:close/>
              </a:path>
              <a:path w="704850" h="560070">
                <a:moveTo>
                  <a:pt x="594656" y="85090"/>
                </a:moveTo>
                <a:lnTo>
                  <a:pt x="564006" y="85090"/>
                </a:lnTo>
                <a:lnTo>
                  <a:pt x="577341" y="95250"/>
                </a:lnTo>
                <a:lnTo>
                  <a:pt x="576960" y="95250"/>
                </a:lnTo>
                <a:lnTo>
                  <a:pt x="589533" y="105410"/>
                </a:lnTo>
                <a:lnTo>
                  <a:pt x="589152" y="105410"/>
                </a:lnTo>
                <a:lnTo>
                  <a:pt x="600963" y="115570"/>
                </a:lnTo>
                <a:lnTo>
                  <a:pt x="600582" y="115570"/>
                </a:lnTo>
                <a:lnTo>
                  <a:pt x="611631" y="127000"/>
                </a:lnTo>
                <a:lnTo>
                  <a:pt x="611251" y="127000"/>
                </a:lnTo>
                <a:lnTo>
                  <a:pt x="621664" y="138430"/>
                </a:lnTo>
                <a:lnTo>
                  <a:pt x="621410" y="138430"/>
                </a:lnTo>
                <a:lnTo>
                  <a:pt x="631063" y="149860"/>
                </a:lnTo>
                <a:lnTo>
                  <a:pt x="630681" y="149860"/>
                </a:lnTo>
                <a:lnTo>
                  <a:pt x="639571" y="162560"/>
                </a:lnTo>
                <a:lnTo>
                  <a:pt x="639317" y="162560"/>
                </a:lnTo>
                <a:lnTo>
                  <a:pt x="647445" y="175260"/>
                </a:lnTo>
                <a:lnTo>
                  <a:pt x="647191" y="173990"/>
                </a:lnTo>
                <a:lnTo>
                  <a:pt x="669035" y="173990"/>
                </a:lnTo>
                <a:lnTo>
                  <a:pt x="646049" y="138430"/>
                </a:lnTo>
                <a:lnTo>
                  <a:pt x="614044" y="102870"/>
                </a:lnTo>
                <a:lnTo>
                  <a:pt x="601852" y="91440"/>
                </a:lnTo>
                <a:lnTo>
                  <a:pt x="594656" y="85090"/>
                </a:lnTo>
                <a:close/>
              </a:path>
              <a:path w="704850" h="560070">
                <a:moveTo>
                  <a:pt x="74803" y="149860"/>
                </a:moveTo>
                <a:lnTo>
                  <a:pt x="74167" y="149860"/>
                </a:lnTo>
                <a:lnTo>
                  <a:pt x="73787" y="151130"/>
                </a:lnTo>
                <a:lnTo>
                  <a:pt x="74803" y="149860"/>
                </a:lnTo>
                <a:close/>
              </a:path>
              <a:path w="704850" h="560070">
                <a:moveTo>
                  <a:pt x="95249" y="125730"/>
                </a:moveTo>
                <a:lnTo>
                  <a:pt x="94487" y="125730"/>
                </a:lnTo>
                <a:lnTo>
                  <a:pt x="94106" y="127000"/>
                </a:lnTo>
                <a:lnTo>
                  <a:pt x="95249" y="125730"/>
                </a:lnTo>
                <a:close/>
              </a:path>
              <a:path w="704850" h="560070">
                <a:moveTo>
                  <a:pt x="106456" y="114300"/>
                </a:moveTo>
                <a:lnTo>
                  <a:pt x="105537" y="114300"/>
                </a:lnTo>
                <a:lnTo>
                  <a:pt x="105155" y="115570"/>
                </a:lnTo>
                <a:lnTo>
                  <a:pt x="106456" y="114300"/>
                </a:lnTo>
                <a:close/>
              </a:path>
              <a:path w="704850" h="560070">
                <a:moveTo>
                  <a:pt x="118420" y="102870"/>
                </a:moveTo>
                <a:lnTo>
                  <a:pt x="116711" y="104266"/>
                </a:lnTo>
                <a:lnTo>
                  <a:pt x="116961" y="104266"/>
                </a:lnTo>
                <a:lnTo>
                  <a:pt x="118420" y="102870"/>
                </a:lnTo>
                <a:close/>
              </a:path>
              <a:path w="704850" h="560070">
                <a:moveTo>
                  <a:pt x="490788" y="45120"/>
                </a:moveTo>
                <a:lnTo>
                  <a:pt x="507745" y="52070"/>
                </a:lnTo>
                <a:lnTo>
                  <a:pt x="507238" y="52070"/>
                </a:lnTo>
                <a:lnTo>
                  <a:pt x="522350" y="59690"/>
                </a:lnTo>
                <a:lnTo>
                  <a:pt x="521969" y="59690"/>
                </a:lnTo>
                <a:lnTo>
                  <a:pt x="536828" y="67310"/>
                </a:lnTo>
                <a:lnTo>
                  <a:pt x="536447" y="67310"/>
                </a:lnTo>
                <a:lnTo>
                  <a:pt x="550926" y="76200"/>
                </a:lnTo>
                <a:lnTo>
                  <a:pt x="550544" y="76200"/>
                </a:lnTo>
                <a:lnTo>
                  <a:pt x="564388" y="86360"/>
                </a:lnTo>
                <a:lnTo>
                  <a:pt x="564006" y="85090"/>
                </a:lnTo>
                <a:lnTo>
                  <a:pt x="594656" y="85090"/>
                </a:lnTo>
                <a:lnTo>
                  <a:pt x="588899" y="80010"/>
                </a:lnTo>
                <a:lnTo>
                  <a:pt x="575309" y="69850"/>
                </a:lnTo>
                <a:lnTo>
                  <a:pt x="561085" y="60960"/>
                </a:lnTo>
                <a:lnTo>
                  <a:pt x="546226" y="50800"/>
                </a:lnTo>
                <a:lnTo>
                  <a:pt x="536066" y="45720"/>
                </a:lnTo>
                <a:lnTo>
                  <a:pt x="492632" y="45720"/>
                </a:lnTo>
                <a:lnTo>
                  <a:pt x="490788" y="45120"/>
                </a:lnTo>
                <a:close/>
              </a:path>
              <a:path w="704850" h="560070">
                <a:moveTo>
                  <a:pt x="184022" y="59690"/>
                </a:moveTo>
                <a:lnTo>
                  <a:pt x="181990" y="59690"/>
                </a:lnTo>
                <a:lnTo>
                  <a:pt x="181609" y="60960"/>
                </a:lnTo>
                <a:lnTo>
                  <a:pt x="184022" y="59690"/>
                </a:lnTo>
                <a:close/>
              </a:path>
              <a:path w="704850" h="560070">
                <a:moveTo>
                  <a:pt x="219354" y="43180"/>
                </a:moveTo>
                <a:lnTo>
                  <a:pt x="209973" y="47081"/>
                </a:lnTo>
                <a:lnTo>
                  <a:pt x="210224" y="47081"/>
                </a:lnTo>
                <a:lnTo>
                  <a:pt x="219354" y="43180"/>
                </a:lnTo>
                <a:close/>
              </a:path>
              <a:path w="704850" h="560070">
                <a:moveTo>
                  <a:pt x="444590" y="30025"/>
                </a:moveTo>
                <a:lnTo>
                  <a:pt x="462025" y="35560"/>
                </a:lnTo>
                <a:lnTo>
                  <a:pt x="461644" y="35560"/>
                </a:lnTo>
                <a:lnTo>
                  <a:pt x="477392" y="40640"/>
                </a:lnTo>
                <a:lnTo>
                  <a:pt x="477012" y="40640"/>
                </a:lnTo>
                <a:lnTo>
                  <a:pt x="492632" y="45720"/>
                </a:lnTo>
                <a:lnTo>
                  <a:pt x="536066" y="45720"/>
                </a:lnTo>
                <a:lnTo>
                  <a:pt x="515492" y="35560"/>
                </a:lnTo>
                <a:lnTo>
                  <a:pt x="504909" y="30480"/>
                </a:lnTo>
                <a:lnTo>
                  <a:pt x="446531" y="30480"/>
                </a:lnTo>
                <a:lnTo>
                  <a:pt x="444590" y="30025"/>
                </a:lnTo>
                <a:close/>
              </a:path>
              <a:path w="704850" h="560070">
                <a:moveTo>
                  <a:pt x="228015" y="40640"/>
                </a:moveTo>
                <a:lnTo>
                  <a:pt x="225425" y="40640"/>
                </a:lnTo>
                <a:lnTo>
                  <a:pt x="224916" y="41910"/>
                </a:lnTo>
                <a:lnTo>
                  <a:pt x="228015" y="40640"/>
                </a:lnTo>
                <a:close/>
              </a:path>
              <a:path w="704850" h="560070">
                <a:moveTo>
                  <a:pt x="240971" y="35330"/>
                </a:moveTo>
                <a:lnTo>
                  <a:pt x="240029" y="35560"/>
                </a:lnTo>
                <a:lnTo>
                  <a:pt x="240410" y="35560"/>
                </a:lnTo>
                <a:lnTo>
                  <a:pt x="240971" y="35330"/>
                </a:lnTo>
                <a:close/>
              </a:path>
              <a:path w="704850" h="560070">
                <a:moveTo>
                  <a:pt x="406590" y="22860"/>
                </a:moveTo>
                <a:lnTo>
                  <a:pt x="430285" y="26611"/>
                </a:lnTo>
                <a:lnTo>
                  <a:pt x="430637" y="26754"/>
                </a:lnTo>
                <a:lnTo>
                  <a:pt x="446532" y="30480"/>
                </a:lnTo>
                <a:lnTo>
                  <a:pt x="504909" y="30480"/>
                </a:lnTo>
                <a:lnTo>
                  <a:pt x="499796" y="28025"/>
                </a:lnTo>
                <a:lnTo>
                  <a:pt x="487616" y="24130"/>
                </a:lnTo>
                <a:lnTo>
                  <a:pt x="414781" y="24130"/>
                </a:lnTo>
                <a:lnTo>
                  <a:pt x="406590" y="22860"/>
                </a:lnTo>
                <a:close/>
              </a:path>
              <a:path w="704850" h="560070">
                <a:moveTo>
                  <a:pt x="430285" y="26611"/>
                </a:moveTo>
                <a:lnTo>
                  <a:pt x="430028" y="26611"/>
                </a:lnTo>
                <a:lnTo>
                  <a:pt x="430637" y="26754"/>
                </a:lnTo>
                <a:lnTo>
                  <a:pt x="430285" y="26611"/>
                </a:lnTo>
                <a:close/>
              </a:path>
              <a:path w="704850" h="560070">
                <a:moveTo>
                  <a:pt x="473862" y="19050"/>
                </a:moveTo>
                <a:lnTo>
                  <a:pt x="366267" y="19050"/>
                </a:lnTo>
                <a:lnTo>
                  <a:pt x="383533" y="20378"/>
                </a:lnTo>
                <a:lnTo>
                  <a:pt x="383146" y="20378"/>
                </a:lnTo>
                <a:lnTo>
                  <a:pt x="399524" y="21647"/>
                </a:lnTo>
                <a:lnTo>
                  <a:pt x="398771" y="21647"/>
                </a:lnTo>
                <a:lnTo>
                  <a:pt x="414781" y="24130"/>
                </a:lnTo>
                <a:lnTo>
                  <a:pt x="487616" y="24130"/>
                </a:lnTo>
                <a:lnTo>
                  <a:pt x="483615" y="22860"/>
                </a:lnTo>
                <a:lnTo>
                  <a:pt x="473862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375784" y="3044393"/>
            <a:ext cx="7067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0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716276" y="3443732"/>
            <a:ext cx="8616950" cy="1677670"/>
            <a:chOff x="2716276" y="3443732"/>
            <a:chExt cx="8616950" cy="1677670"/>
          </a:xfrm>
        </p:grpSpPr>
        <p:sp>
          <p:nvSpPr>
            <p:cNvPr id="19" name="object 19" descr=""/>
            <p:cNvSpPr/>
            <p:nvPr/>
          </p:nvSpPr>
          <p:spPr>
            <a:xfrm>
              <a:off x="2716276" y="4493006"/>
              <a:ext cx="1406525" cy="85725"/>
            </a:xfrm>
            <a:custGeom>
              <a:avLst/>
              <a:gdLst/>
              <a:ahLst/>
              <a:cxnLst/>
              <a:rect l="l" t="t" r="r" b="b"/>
              <a:pathLst>
                <a:path w="1406525" h="85725">
                  <a:moveTo>
                    <a:pt x="1320927" y="0"/>
                  </a:moveTo>
                  <a:lnTo>
                    <a:pt x="1320545" y="28634"/>
                  </a:lnTo>
                  <a:lnTo>
                    <a:pt x="1334770" y="28829"/>
                  </a:lnTo>
                  <a:lnTo>
                    <a:pt x="1334391" y="57209"/>
                  </a:lnTo>
                  <a:lnTo>
                    <a:pt x="1334389" y="57404"/>
                  </a:lnTo>
                  <a:lnTo>
                    <a:pt x="1320161" y="57404"/>
                  </a:lnTo>
                  <a:lnTo>
                    <a:pt x="1319784" y="85725"/>
                  </a:lnTo>
                  <a:lnTo>
                    <a:pt x="1378411" y="57404"/>
                  </a:lnTo>
                  <a:lnTo>
                    <a:pt x="1334389" y="57404"/>
                  </a:lnTo>
                  <a:lnTo>
                    <a:pt x="1320164" y="57209"/>
                  </a:lnTo>
                  <a:lnTo>
                    <a:pt x="1378815" y="57209"/>
                  </a:lnTo>
                  <a:lnTo>
                    <a:pt x="1406016" y="44069"/>
                  </a:lnTo>
                  <a:lnTo>
                    <a:pt x="1320927" y="0"/>
                  </a:lnTo>
                  <a:close/>
                </a:path>
                <a:path w="1406525" h="85725">
                  <a:moveTo>
                    <a:pt x="1320545" y="28634"/>
                  </a:moveTo>
                  <a:lnTo>
                    <a:pt x="1320164" y="57209"/>
                  </a:lnTo>
                  <a:lnTo>
                    <a:pt x="1334389" y="57404"/>
                  </a:lnTo>
                  <a:lnTo>
                    <a:pt x="1334770" y="28829"/>
                  </a:lnTo>
                  <a:lnTo>
                    <a:pt x="1320545" y="28634"/>
                  </a:lnTo>
                  <a:close/>
                </a:path>
                <a:path w="1406525" h="85725">
                  <a:moveTo>
                    <a:pt x="507" y="10541"/>
                  </a:moveTo>
                  <a:lnTo>
                    <a:pt x="0" y="39116"/>
                  </a:lnTo>
                  <a:lnTo>
                    <a:pt x="1320164" y="57209"/>
                  </a:lnTo>
                  <a:lnTo>
                    <a:pt x="1320542" y="28829"/>
                  </a:lnTo>
                  <a:lnTo>
                    <a:pt x="1320545" y="28634"/>
                  </a:lnTo>
                  <a:lnTo>
                    <a:pt x="507" y="1054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38973" y="3443732"/>
              <a:ext cx="3793744" cy="1677162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780781" y="3044393"/>
            <a:ext cx="7067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0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1566417" y="3933190"/>
            <a:ext cx="1155700" cy="1168400"/>
            <a:chOff x="1566417" y="3933190"/>
            <a:chExt cx="1155700" cy="1168400"/>
          </a:xfrm>
        </p:grpSpPr>
        <p:sp>
          <p:nvSpPr>
            <p:cNvPr id="24" name="object 24" descr=""/>
            <p:cNvSpPr/>
            <p:nvPr/>
          </p:nvSpPr>
          <p:spPr>
            <a:xfrm>
              <a:off x="1572767" y="3939540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571500" y="0"/>
                  </a:moveTo>
                  <a:lnTo>
                    <a:pt x="524632" y="1914"/>
                  </a:lnTo>
                  <a:lnTo>
                    <a:pt x="478808" y="7559"/>
                  </a:lnTo>
                  <a:lnTo>
                    <a:pt x="434173" y="16784"/>
                  </a:lnTo>
                  <a:lnTo>
                    <a:pt x="390875" y="29443"/>
                  </a:lnTo>
                  <a:lnTo>
                    <a:pt x="349061" y="45386"/>
                  </a:lnTo>
                  <a:lnTo>
                    <a:pt x="308878" y="64465"/>
                  </a:lnTo>
                  <a:lnTo>
                    <a:pt x="270474" y="86530"/>
                  </a:lnTo>
                  <a:lnTo>
                    <a:pt x="233994" y="111434"/>
                  </a:lnTo>
                  <a:lnTo>
                    <a:pt x="199588" y="139028"/>
                  </a:lnTo>
                  <a:lnTo>
                    <a:pt x="167401" y="169163"/>
                  </a:lnTo>
                  <a:lnTo>
                    <a:pt x="137582" y="201691"/>
                  </a:lnTo>
                  <a:lnTo>
                    <a:pt x="110276" y="236463"/>
                  </a:lnTo>
                  <a:lnTo>
                    <a:pt x="85632" y="273331"/>
                  </a:lnTo>
                  <a:lnTo>
                    <a:pt x="63796" y="312145"/>
                  </a:lnTo>
                  <a:lnTo>
                    <a:pt x="44916" y="352758"/>
                  </a:lnTo>
                  <a:lnTo>
                    <a:pt x="29138" y="395020"/>
                  </a:lnTo>
                  <a:lnTo>
                    <a:pt x="16611" y="438784"/>
                  </a:lnTo>
                  <a:lnTo>
                    <a:pt x="7480" y="483900"/>
                  </a:lnTo>
                  <a:lnTo>
                    <a:pt x="1894" y="530220"/>
                  </a:lnTo>
                  <a:lnTo>
                    <a:pt x="0" y="577596"/>
                  </a:lnTo>
                  <a:lnTo>
                    <a:pt x="1894" y="624971"/>
                  </a:lnTo>
                  <a:lnTo>
                    <a:pt x="7480" y="671291"/>
                  </a:lnTo>
                  <a:lnTo>
                    <a:pt x="16611" y="716407"/>
                  </a:lnTo>
                  <a:lnTo>
                    <a:pt x="29138" y="760171"/>
                  </a:lnTo>
                  <a:lnTo>
                    <a:pt x="44916" y="802433"/>
                  </a:lnTo>
                  <a:lnTo>
                    <a:pt x="63796" y="843046"/>
                  </a:lnTo>
                  <a:lnTo>
                    <a:pt x="85632" y="881860"/>
                  </a:lnTo>
                  <a:lnTo>
                    <a:pt x="110276" y="918728"/>
                  </a:lnTo>
                  <a:lnTo>
                    <a:pt x="137582" y="953500"/>
                  </a:lnTo>
                  <a:lnTo>
                    <a:pt x="167401" y="986028"/>
                  </a:lnTo>
                  <a:lnTo>
                    <a:pt x="199588" y="1016163"/>
                  </a:lnTo>
                  <a:lnTo>
                    <a:pt x="233994" y="1043757"/>
                  </a:lnTo>
                  <a:lnTo>
                    <a:pt x="270474" y="1068661"/>
                  </a:lnTo>
                  <a:lnTo>
                    <a:pt x="308878" y="1090726"/>
                  </a:lnTo>
                  <a:lnTo>
                    <a:pt x="349061" y="1109805"/>
                  </a:lnTo>
                  <a:lnTo>
                    <a:pt x="390875" y="1125748"/>
                  </a:lnTo>
                  <a:lnTo>
                    <a:pt x="434173" y="1138407"/>
                  </a:lnTo>
                  <a:lnTo>
                    <a:pt x="478808" y="1147632"/>
                  </a:lnTo>
                  <a:lnTo>
                    <a:pt x="524632" y="1153277"/>
                  </a:lnTo>
                  <a:lnTo>
                    <a:pt x="571500" y="1155192"/>
                  </a:lnTo>
                  <a:lnTo>
                    <a:pt x="618367" y="1153277"/>
                  </a:lnTo>
                  <a:lnTo>
                    <a:pt x="664191" y="1147632"/>
                  </a:lnTo>
                  <a:lnTo>
                    <a:pt x="708826" y="1138407"/>
                  </a:lnTo>
                  <a:lnTo>
                    <a:pt x="752124" y="1125748"/>
                  </a:lnTo>
                  <a:lnTo>
                    <a:pt x="793938" y="1109805"/>
                  </a:lnTo>
                  <a:lnTo>
                    <a:pt x="834121" y="1090726"/>
                  </a:lnTo>
                  <a:lnTo>
                    <a:pt x="872525" y="1068661"/>
                  </a:lnTo>
                  <a:lnTo>
                    <a:pt x="909005" y="1043757"/>
                  </a:lnTo>
                  <a:lnTo>
                    <a:pt x="943411" y="1016163"/>
                  </a:lnTo>
                  <a:lnTo>
                    <a:pt x="975598" y="986028"/>
                  </a:lnTo>
                  <a:lnTo>
                    <a:pt x="1005417" y="953500"/>
                  </a:lnTo>
                  <a:lnTo>
                    <a:pt x="1032723" y="918728"/>
                  </a:lnTo>
                  <a:lnTo>
                    <a:pt x="1057367" y="881860"/>
                  </a:lnTo>
                  <a:lnTo>
                    <a:pt x="1079203" y="843046"/>
                  </a:lnTo>
                  <a:lnTo>
                    <a:pt x="1098083" y="802433"/>
                  </a:lnTo>
                  <a:lnTo>
                    <a:pt x="1113861" y="760171"/>
                  </a:lnTo>
                  <a:lnTo>
                    <a:pt x="1126388" y="716407"/>
                  </a:lnTo>
                  <a:lnTo>
                    <a:pt x="1135519" y="671291"/>
                  </a:lnTo>
                  <a:lnTo>
                    <a:pt x="1141105" y="624971"/>
                  </a:lnTo>
                  <a:lnTo>
                    <a:pt x="1143000" y="577596"/>
                  </a:lnTo>
                  <a:lnTo>
                    <a:pt x="1141105" y="530220"/>
                  </a:lnTo>
                  <a:lnTo>
                    <a:pt x="1135519" y="483900"/>
                  </a:lnTo>
                  <a:lnTo>
                    <a:pt x="1126388" y="438784"/>
                  </a:lnTo>
                  <a:lnTo>
                    <a:pt x="1113861" y="395020"/>
                  </a:lnTo>
                  <a:lnTo>
                    <a:pt x="1098083" y="352758"/>
                  </a:lnTo>
                  <a:lnTo>
                    <a:pt x="1079203" y="312145"/>
                  </a:lnTo>
                  <a:lnTo>
                    <a:pt x="1057367" y="273331"/>
                  </a:lnTo>
                  <a:lnTo>
                    <a:pt x="1032723" y="236463"/>
                  </a:lnTo>
                  <a:lnTo>
                    <a:pt x="1005417" y="201691"/>
                  </a:lnTo>
                  <a:lnTo>
                    <a:pt x="975598" y="169163"/>
                  </a:lnTo>
                  <a:lnTo>
                    <a:pt x="943411" y="139028"/>
                  </a:lnTo>
                  <a:lnTo>
                    <a:pt x="909005" y="111434"/>
                  </a:lnTo>
                  <a:lnTo>
                    <a:pt x="872525" y="86530"/>
                  </a:lnTo>
                  <a:lnTo>
                    <a:pt x="834121" y="64465"/>
                  </a:lnTo>
                  <a:lnTo>
                    <a:pt x="793938" y="45386"/>
                  </a:lnTo>
                  <a:lnTo>
                    <a:pt x="752124" y="29443"/>
                  </a:lnTo>
                  <a:lnTo>
                    <a:pt x="708826" y="16784"/>
                  </a:lnTo>
                  <a:lnTo>
                    <a:pt x="664191" y="7559"/>
                  </a:lnTo>
                  <a:lnTo>
                    <a:pt x="618367" y="191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572767" y="3939540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0" y="577596"/>
                  </a:moveTo>
                  <a:lnTo>
                    <a:pt x="1894" y="530220"/>
                  </a:lnTo>
                  <a:lnTo>
                    <a:pt x="7480" y="483900"/>
                  </a:lnTo>
                  <a:lnTo>
                    <a:pt x="16611" y="438784"/>
                  </a:lnTo>
                  <a:lnTo>
                    <a:pt x="29138" y="395020"/>
                  </a:lnTo>
                  <a:lnTo>
                    <a:pt x="44916" y="352758"/>
                  </a:lnTo>
                  <a:lnTo>
                    <a:pt x="63796" y="312145"/>
                  </a:lnTo>
                  <a:lnTo>
                    <a:pt x="85632" y="273331"/>
                  </a:lnTo>
                  <a:lnTo>
                    <a:pt x="110276" y="236463"/>
                  </a:lnTo>
                  <a:lnTo>
                    <a:pt x="137582" y="201691"/>
                  </a:lnTo>
                  <a:lnTo>
                    <a:pt x="167401" y="169163"/>
                  </a:lnTo>
                  <a:lnTo>
                    <a:pt x="199588" y="139028"/>
                  </a:lnTo>
                  <a:lnTo>
                    <a:pt x="233994" y="111434"/>
                  </a:lnTo>
                  <a:lnTo>
                    <a:pt x="270474" y="86530"/>
                  </a:lnTo>
                  <a:lnTo>
                    <a:pt x="308878" y="64465"/>
                  </a:lnTo>
                  <a:lnTo>
                    <a:pt x="349061" y="45386"/>
                  </a:lnTo>
                  <a:lnTo>
                    <a:pt x="390875" y="29443"/>
                  </a:lnTo>
                  <a:lnTo>
                    <a:pt x="434173" y="16784"/>
                  </a:lnTo>
                  <a:lnTo>
                    <a:pt x="478808" y="7559"/>
                  </a:lnTo>
                  <a:lnTo>
                    <a:pt x="524632" y="1914"/>
                  </a:lnTo>
                  <a:lnTo>
                    <a:pt x="571500" y="0"/>
                  </a:lnTo>
                  <a:lnTo>
                    <a:pt x="618367" y="1914"/>
                  </a:lnTo>
                  <a:lnTo>
                    <a:pt x="664191" y="7559"/>
                  </a:lnTo>
                  <a:lnTo>
                    <a:pt x="708826" y="16784"/>
                  </a:lnTo>
                  <a:lnTo>
                    <a:pt x="752124" y="29443"/>
                  </a:lnTo>
                  <a:lnTo>
                    <a:pt x="793938" y="45386"/>
                  </a:lnTo>
                  <a:lnTo>
                    <a:pt x="834121" y="64465"/>
                  </a:lnTo>
                  <a:lnTo>
                    <a:pt x="872525" y="86530"/>
                  </a:lnTo>
                  <a:lnTo>
                    <a:pt x="909005" y="111434"/>
                  </a:lnTo>
                  <a:lnTo>
                    <a:pt x="943411" y="139028"/>
                  </a:lnTo>
                  <a:lnTo>
                    <a:pt x="975598" y="169163"/>
                  </a:lnTo>
                  <a:lnTo>
                    <a:pt x="1005417" y="201691"/>
                  </a:lnTo>
                  <a:lnTo>
                    <a:pt x="1032723" y="236463"/>
                  </a:lnTo>
                  <a:lnTo>
                    <a:pt x="1057367" y="273331"/>
                  </a:lnTo>
                  <a:lnTo>
                    <a:pt x="1079203" y="312145"/>
                  </a:lnTo>
                  <a:lnTo>
                    <a:pt x="1098083" y="352758"/>
                  </a:lnTo>
                  <a:lnTo>
                    <a:pt x="1113861" y="395020"/>
                  </a:lnTo>
                  <a:lnTo>
                    <a:pt x="1126388" y="438784"/>
                  </a:lnTo>
                  <a:lnTo>
                    <a:pt x="1135519" y="483900"/>
                  </a:lnTo>
                  <a:lnTo>
                    <a:pt x="1141105" y="530220"/>
                  </a:lnTo>
                  <a:lnTo>
                    <a:pt x="1143000" y="577596"/>
                  </a:lnTo>
                  <a:lnTo>
                    <a:pt x="1141105" y="624971"/>
                  </a:lnTo>
                  <a:lnTo>
                    <a:pt x="1135519" y="671291"/>
                  </a:lnTo>
                  <a:lnTo>
                    <a:pt x="1126388" y="716407"/>
                  </a:lnTo>
                  <a:lnTo>
                    <a:pt x="1113861" y="760171"/>
                  </a:lnTo>
                  <a:lnTo>
                    <a:pt x="1098083" y="802433"/>
                  </a:lnTo>
                  <a:lnTo>
                    <a:pt x="1079203" y="843046"/>
                  </a:lnTo>
                  <a:lnTo>
                    <a:pt x="1057367" y="881860"/>
                  </a:lnTo>
                  <a:lnTo>
                    <a:pt x="1032723" y="918728"/>
                  </a:lnTo>
                  <a:lnTo>
                    <a:pt x="1005417" y="953500"/>
                  </a:lnTo>
                  <a:lnTo>
                    <a:pt x="975598" y="986028"/>
                  </a:lnTo>
                  <a:lnTo>
                    <a:pt x="943411" y="1016163"/>
                  </a:lnTo>
                  <a:lnTo>
                    <a:pt x="909005" y="1043757"/>
                  </a:lnTo>
                  <a:lnTo>
                    <a:pt x="872525" y="1068661"/>
                  </a:lnTo>
                  <a:lnTo>
                    <a:pt x="834121" y="1090726"/>
                  </a:lnTo>
                  <a:lnTo>
                    <a:pt x="793938" y="1109805"/>
                  </a:lnTo>
                  <a:lnTo>
                    <a:pt x="752124" y="1125748"/>
                  </a:lnTo>
                  <a:lnTo>
                    <a:pt x="708826" y="1138407"/>
                  </a:lnTo>
                  <a:lnTo>
                    <a:pt x="664191" y="1147632"/>
                  </a:lnTo>
                  <a:lnTo>
                    <a:pt x="618367" y="1153277"/>
                  </a:lnTo>
                  <a:lnTo>
                    <a:pt x="571500" y="1155192"/>
                  </a:lnTo>
                  <a:lnTo>
                    <a:pt x="524632" y="1153277"/>
                  </a:lnTo>
                  <a:lnTo>
                    <a:pt x="478808" y="1147632"/>
                  </a:lnTo>
                  <a:lnTo>
                    <a:pt x="434173" y="1138407"/>
                  </a:lnTo>
                  <a:lnTo>
                    <a:pt x="390875" y="1125748"/>
                  </a:lnTo>
                  <a:lnTo>
                    <a:pt x="349061" y="1109805"/>
                  </a:lnTo>
                  <a:lnTo>
                    <a:pt x="308878" y="1090726"/>
                  </a:lnTo>
                  <a:lnTo>
                    <a:pt x="270474" y="1068661"/>
                  </a:lnTo>
                  <a:lnTo>
                    <a:pt x="233994" y="1043757"/>
                  </a:lnTo>
                  <a:lnTo>
                    <a:pt x="199588" y="1016163"/>
                  </a:lnTo>
                  <a:lnTo>
                    <a:pt x="167401" y="986028"/>
                  </a:lnTo>
                  <a:lnTo>
                    <a:pt x="137582" y="953500"/>
                  </a:lnTo>
                  <a:lnTo>
                    <a:pt x="110276" y="918728"/>
                  </a:lnTo>
                  <a:lnTo>
                    <a:pt x="85632" y="881860"/>
                  </a:lnTo>
                  <a:lnTo>
                    <a:pt x="63796" y="843046"/>
                  </a:lnTo>
                  <a:lnTo>
                    <a:pt x="44916" y="802433"/>
                  </a:lnTo>
                  <a:lnTo>
                    <a:pt x="29138" y="760171"/>
                  </a:lnTo>
                  <a:lnTo>
                    <a:pt x="16611" y="716407"/>
                  </a:lnTo>
                  <a:lnTo>
                    <a:pt x="7480" y="671291"/>
                  </a:lnTo>
                  <a:lnTo>
                    <a:pt x="1894" y="624971"/>
                  </a:lnTo>
                  <a:lnTo>
                    <a:pt x="0" y="577596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0622660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272790" y="4098797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C00000"/>
                </a:solidFill>
                <a:latin typeface="Franklin Gothic Medium"/>
                <a:cs typeface="Franklin Gothic Medium"/>
              </a:rPr>
              <a:t>ε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9319386" y="4091432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C00000"/>
                </a:solidFill>
                <a:latin typeface="Franklin Gothic Medium"/>
                <a:cs typeface="Franklin Gothic Medium"/>
              </a:rPr>
              <a:t>ε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750569" y="4474971"/>
            <a:ext cx="824230" cy="85725"/>
          </a:xfrm>
          <a:custGeom>
            <a:avLst/>
            <a:gdLst/>
            <a:ahLst/>
            <a:cxnLst/>
            <a:rect l="l" t="t" r="r" b="b"/>
            <a:pathLst>
              <a:path w="824230" h="85725">
                <a:moveTo>
                  <a:pt x="738124" y="0"/>
                </a:moveTo>
                <a:lnTo>
                  <a:pt x="738124" y="85725"/>
                </a:lnTo>
                <a:lnTo>
                  <a:pt x="795358" y="57150"/>
                </a:lnTo>
                <a:lnTo>
                  <a:pt x="752348" y="57150"/>
                </a:lnTo>
                <a:lnTo>
                  <a:pt x="752348" y="28575"/>
                </a:lnTo>
                <a:lnTo>
                  <a:pt x="795189" y="28575"/>
                </a:lnTo>
                <a:lnTo>
                  <a:pt x="738124" y="0"/>
                </a:lnTo>
                <a:close/>
              </a:path>
              <a:path w="824230" h="85725">
                <a:moveTo>
                  <a:pt x="738124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738124" y="57150"/>
                </a:lnTo>
                <a:lnTo>
                  <a:pt x="738124" y="28575"/>
                </a:lnTo>
                <a:close/>
              </a:path>
              <a:path w="824230" h="85725">
                <a:moveTo>
                  <a:pt x="795189" y="28575"/>
                </a:moveTo>
                <a:lnTo>
                  <a:pt x="752348" y="28575"/>
                </a:lnTo>
                <a:lnTo>
                  <a:pt x="752348" y="57150"/>
                </a:lnTo>
                <a:lnTo>
                  <a:pt x="795358" y="57150"/>
                </a:lnTo>
                <a:lnTo>
                  <a:pt x="823849" y="42925"/>
                </a:lnTo>
                <a:lnTo>
                  <a:pt x="795189" y="28575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1312" y="2162555"/>
            <a:ext cx="314261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1.</a:t>
            </a:r>
            <a:r>
              <a:rPr dirty="0" sz="2800">
                <a:latin typeface="Franklin Gothic Medium"/>
                <a:cs typeface="Franklin Gothic Medium"/>
              </a:rPr>
              <a:t>	Convert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GNFA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116070" y="3953002"/>
            <a:ext cx="1155700" cy="1168400"/>
            <a:chOff x="4116070" y="3953002"/>
            <a:chExt cx="1155700" cy="1168400"/>
          </a:xfrm>
        </p:grpSpPr>
        <p:sp>
          <p:nvSpPr>
            <p:cNvPr id="11" name="object 11" descr=""/>
            <p:cNvSpPr/>
            <p:nvPr/>
          </p:nvSpPr>
          <p:spPr>
            <a:xfrm>
              <a:off x="4122420" y="3959352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571500" y="0"/>
                  </a:moveTo>
                  <a:lnTo>
                    <a:pt x="524632" y="1914"/>
                  </a:lnTo>
                  <a:lnTo>
                    <a:pt x="478808" y="7559"/>
                  </a:lnTo>
                  <a:lnTo>
                    <a:pt x="434173" y="16784"/>
                  </a:lnTo>
                  <a:lnTo>
                    <a:pt x="390875" y="29443"/>
                  </a:lnTo>
                  <a:lnTo>
                    <a:pt x="349061" y="45386"/>
                  </a:lnTo>
                  <a:lnTo>
                    <a:pt x="308878" y="64465"/>
                  </a:lnTo>
                  <a:lnTo>
                    <a:pt x="270474" y="86530"/>
                  </a:lnTo>
                  <a:lnTo>
                    <a:pt x="233994" y="111434"/>
                  </a:lnTo>
                  <a:lnTo>
                    <a:pt x="199588" y="139028"/>
                  </a:lnTo>
                  <a:lnTo>
                    <a:pt x="167401" y="169163"/>
                  </a:lnTo>
                  <a:lnTo>
                    <a:pt x="137582" y="201691"/>
                  </a:lnTo>
                  <a:lnTo>
                    <a:pt x="110276" y="236463"/>
                  </a:lnTo>
                  <a:lnTo>
                    <a:pt x="85632" y="273331"/>
                  </a:lnTo>
                  <a:lnTo>
                    <a:pt x="63796" y="312145"/>
                  </a:lnTo>
                  <a:lnTo>
                    <a:pt x="44916" y="352758"/>
                  </a:lnTo>
                  <a:lnTo>
                    <a:pt x="29138" y="395020"/>
                  </a:lnTo>
                  <a:lnTo>
                    <a:pt x="16611" y="438784"/>
                  </a:lnTo>
                  <a:lnTo>
                    <a:pt x="7480" y="483900"/>
                  </a:lnTo>
                  <a:lnTo>
                    <a:pt x="1894" y="530220"/>
                  </a:lnTo>
                  <a:lnTo>
                    <a:pt x="0" y="577596"/>
                  </a:lnTo>
                  <a:lnTo>
                    <a:pt x="1894" y="624971"/>
                  </a:lnTo>
                  <a:lnTo>
                    <a:pt x="7480" y="671291"/>
                  </a:lnTo>
                  <a:lnTo>
                    <a:pt x="16611" y="716407"/>
                  </a:lnTo>
                  <a:lnTo>
                    <a:pt x="29138" y="760171"/>
                  </a:lnTo>
                  <a:lnTo>
                    <a:pt x="44916" y="802433"/>
                  </a:lnTo>
                  <a:lnTo>
                    <a:pt x="63796" y="843046"/>
                  </a:lnTo>
                  <a:lnTo>
                    <a:pt x="85632" y="881860"/>
                  </a:lnTo>
                  <a:lnTo>
                    <a:pt x="110276" y="918728"/>
                  </a:lnTo>
                  <a:lnTo>
                    <a:pt x="137582" y="953500"/>
                  </a:lnTo>
                  <a:lnTo>
                    <a:pt x="167401" y="986028"/>
                  </a:lnTo>
                  <a:lnTo>
                    <a:pt x="199588" y="1016163"/>
                  </a:lnTo>
                  <a:lnTo>
                    <a:pt x="233994" y="1043757"/>
                  </a:lnTo>
                  <a:lnTo>
                    <a:pt x="270474" y="1068661"/>
                  </a:lnTo>
                  <a:lnTo>
                    <a:pt x="308878" y="1090726"/>
                  </a:lnTo>
                  <a:lnTo>
                    <a:pt x="349061" y="1109805"/>
                  </a:lnTo>
                  <a:lnTo>
                    <a:pt x="390875" y="1125748"/>
                  </a:lnTo>
                  <a:lnTo>
                    <a:pt x="434173" y="1138407"/>
                  </a:lnTo>
                  <a:lnTo>
                    <a:pt x="478808" y="1147632"/>
                  </a:lnTo>
                  <a:lnTo>
                    <a:pt x="524632" y="1153277"/>
                  </a:lnTo>
                  <a:lnTo>
                    <a:pt x="571500" y="1155192"/>
                  </a:lnTo>
                  <a:lnTo>
                    <a:pt x="618367" y="1153277"/>
                  </a:lnTo>
                  <a:lnTo>
                    <a:pt x="664191" y="1147632"/>
                  </a:lnTo>
                  <a:lnTo>
                    <a:pt x="708826" y="1138407"/>
                  </a:lnTo>
                  <a:lnTo>
                    <a:pt x="752124" y="1125748"/>
                  </a:lnTo>
                  <a:lnTo>
                    <a:pt x="793938" y="1109805"/>
                  </a:lnTo>
                  <a:lnTo>
                    <a:pt x="834121" y="1090726"/>
                  </a:lnTo>
                  <a:lnTo>
                    <a:pt x="872525" y="1068661"/>
                  </a:lnTo>
                  <a:lnTo>
                    <a:pt x="909005" y="1043757"/>
                  </a:lnTo>
                  <a:lnTo>
                    <a:pt x="943411" y="1016163"/>
                  </a:lnTo>
                  <a:lnTo>
                    <a:pt x="975598" y="986028"/>
                  </a:lnTo>
                  <a:lnTo>
                    <a:pt x="1005417" y="953500"/>
                  </a:lnTo>
                  <a:lnTo>
                    <a:pt x="1032723" y="918728"/>
                  </a:lnTo>
                  <a:lnTo>
                    <a:pt x="1057367" y="881860"/>
                  </a:lnTo>
                  <a:lnTo>
                    <a:pt x="1079203" y="843046"/>
                  </a:lnTo>
                  <a:lnTo>
                    <a:pt x="1098083" y="802433"/>
                  </a:lnTo>
                  <a:lnTo>
                    <a:pt x="1113861" y="760171"/>
                  </a:lnTo>
                  <a:lnTo>
                    <a:pt x="1126388" y="716407"/>
                  </a:lnTo>
                  <a:lnTo>
                    <a:pt x="1135519" y="671291"/>
                  </a:lnTo>
                  <a:lnTo>
                    <a:pt x="1141105" y="624971"/>
                  </a:lnTo>
                  <a:lnTo>
                    <a:pt x="1143000" y="577596"/>
                  </a:lnTo>
                  <a:lnTo>
                    <a:pt x="1141105" y="530220"/>
                  </a:lnTo>
                  <a:lnTo>
                    <a:pt x="1135519" y="483900"/>
                  </a:lnTo>
                  <a:lnTo>
                    <a:pt x="1126388" y="438784"/>
                  </a:lnTo>
                  <a:lnTo>
                    <a:pt x="1113861" y="395020"/>
                  </a:lnTo>
                  <a:lnTo>
                    <a:pt x="1098083" y="352758"/>
                  </a:lnTo>
                  <a:lnTo>
                    <a:pt x="1079203" y="312145"/>
                  </a:lnTo>
                  <a:lnTo>
                    <a:pt x="1057367" y="273331"/>
                  </a:lnTo>
                  <a:lnTo>
                    <a:pt x="1032723" y="236463"/>
                  </a:lnTo>
                  <a:lnTo>
                    <a:pt x="1005417" y="201691"/>
                  </a:lnTo>
                  <a:lnTo>
                    <a:pt x="975598" y="169163"/>
                  </a:lnTo>
                  <a:lnTo>
                    <a:pt x="943411" y="139028"/>
                  </a:lnTo>
                  <a:lnTo>
                    <a:pt x="909005" y="111434"/>
                  </a:lnTo>
                  <a:lnTo>
                    <a:pt x="872525" y="86530"/>
                  </a:lnTo>
                  <a:lnTo>
                    <a:pt x="834121" y="64465"/>
                  </a:lnTo>
                  <a:lnTo>
                    <a:pt x="793938" y="45386"/>
                  </a:lnTo>
                  <a:lnTo>
                    <a:pt x="752124" y="29443"/>
                  </a:lnTo>
                  <a:lnTo>
                    <a:pt x="708826" y="16784"/>
                  </a:lnTo>
                  <a:lnTo>
                    <a:pt x="664191" y="7559"/>
                  </a:lnTo>
                  <a:lnTo>
                    <a:pt x="618367" y="191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122420" y="3959352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0" y="577596"/>
                  </a:moveTo>
                  <a:lnTo>
                    <a:pt x="1894" y="530220"/>
                  </a:lnTo>
                  <a:lnTo>
                    <a:pt x="7480" y="483900"/>
                  </a:lnTo>
                  <a:lnTo>
                    <a:pt x="16611" y="438784"/>
                  </a:lnTo>
                  <a:lnTo>
                    <a:pt x="29138" y="395020"/>
                  </a:lnTo>
                  <a:lnTo>
                    <a:pt x="44916" y="352758"/>
                  </a:lnTo>
                  <a:lnTo>
                    <a:pt x="63796" y="312145"/>
                  </a:lnTo>
                  <a:lnTo>
                    <a:pt x="85632" y="273331"/>
                  </a:lnTo>
                  <a:lnTo>
                    <a:pt x="110276" y="236463"/>
                  </a:lnTo>
                  <a:lnTo>
                    <a:pt x="137582" y="201691"/>
                  </a:lnTo>
                  <a:lnTo>
                    <a:pt x="167401" y="169163"/>
                  </a:lnTo>
                  <a:lnTo>
                    <a:pt x="199588" y="139028"/>
                  </a:lnTo>
                  <a:lnTo>
                    <a:pt x="233994" y="111434"/>
                  </a:lnTo>
                  <a:lnTo>
                    <a:pt x="270474" y="86530"/>
                  </a:lnTo>
                  <a:lnTo>
                    <a:pt x="308878" y="64465"/>
                  </a:lnTo>
                  <a:lnTo>
                    <a:pt x="349061" y="45386"/>
                  </a:lnTo>
                  <a:lnTo>
                    <a:pt x="390875" y="29443"/>
                  </a:lnTo>
                  <a:lnTo>
                    <a:pt x="434173" y="16784"/>
                  </a:lnTo>
                  <a:lnTo>
                    <a:pt x="478808" y="7559"/>
                  </a:lnTo>
                  <a:lnTo>
                    <a:pt x="524632" y="1914"/>
                  </a:lnTo>
                  <a:lnTo>
                    <a:pt x="571500" y="0"/>
                  </a:lnTo>
                  <a:lnTo>
                    <a:pt x="618367" y="1914"/>
                  </a:lnTo>
                  <a:lnTo>
                    <a:pt x="664191" y="7559"/>
                  </a:lnTo>
                  <a:lnTo>
                    <a:pt x="708826" y="16784"/>
                  </a:lnTo>
                  <a:lnTo>
                    <a:pt x="752124" y="29443"/>
                  </a:lnTo>
                  <a:lnTo>
                    <a:pt x="793938" y="45386"/>
                  </a:lnTo>
                  <a:lnTo>
                    <a:pt x="834121" y="64465"/>
                  </a:lnTo>
                  <a:lnTo>
                    <a:pt x="872525" y="86530"/>
                  </a:lnTo>
                  <a:lnTo>
                    <a:pt x="909005" y="111434"/>
                  </a:lnTo>
                  <a:lnTo>
                    <a:pt x="943411" y="139028"/>
                  </a:lnTo>
                  <a:lnTo>
                    <a:pt x="975598" y="169163"/>
                  </a:lnTo>
                  <a:lnTo>
                    <a:pt x="1005417" y="201691"/>
                  </a:lnTo>
                  <a:lnTo>
                    <a:pt x="1032723" y="236463"/>
                  </a:lnTo>
                  <a:lnTo>
                    <a:pt x="1057367" y="273331"/>
                  </a:lnTo>
                  <a:lnTo>
                    <a:pt x="1079203" y="312145"/>
                  </a:lnTo>
                  <a:lnTo>
                    <a:pt x="1098083" y="352758"/>
                  </a:lnTo>
                  <a:lnTo>
                    <a:pt x="1113861" y="395020"/>
                  </a:lnTo>
                  <a:lnTo>
                    <a:pt x="1126388" y="438784"/>
                  </a:lnTo>
                  <a:lnTo>
                    <a:pt x="1135519" y="483900"/>
                  </a:lnTo>
                  <a:lnTo>
                    <a:pt x="1141105" y="530220"/>
                  </a:lnTo>
                  <a:lnTo>
                    <a:pt x="1143000" y="577596"/>
                  </a:lnTo>
                  <a:lnTo>
                    <a:pt x="1141105" y="624971"/>
                  </a:lnTo>
                  <a:lnTo>
                    <a:pt x="1135519" y="671291"/>
                  </a:lnTo>
                  <a:lnTo>
                    <a:pt x="1126388" y="716407"/>
                  </a:lnTo>
                  <a:lnTo>
                    <a:pt x="1113861" y="760171"/>
                  </a:lnTo>
                  <a:lnTo>
                    <a:pt x="1098083" y="802433"/>
                  </a:lnTo>
                  <a:lnTo>
                    <a:pt x="1079203" y="843046"/>
                  </a:lnTo>
                  <a:lnTo>
                    <a:pt x="1057367" y="881860"/>
                  </a:lnTo>
                  <a:lnTo>
                    <a:pt x="1032723" y="918728"/>
                  </a:lnTo>
                  <a:lnTo>
                    <a:pt x="1005417" y="953500"/>
                  </a:lnTo>
                  <a:lnTo>
                    <a:pt x="975598" y="986028"/>
                  </a:lnTo>
                  <a:lnTo>
                    <a:pt x="943411" y="1016163"/>
                  </a:lnTo>
                  <a:lnTo>
                    <a:pt x="909005" y="1043757"/>
                  </a:lnTo>
                  <a:lnTo>
                    <a:pt x="872525" y="1068661"/>
                  </a:lnTo>
                  <a:lnTo>
                    <a:pt x="834121" y="1090726"/>
                  </a:lnTo>
                  <a:lnTo>
                    <a:pt x="793938" y="1109805"/>
                  </a:lnTo>
                  <a:lnTo>
                    <a:pt x="752124" y="1125748"/>
                  </a:lnTo>
                  <a:lnTo>
                    <a:pt x="708826" y="1138407"/>
                  </a:lnTo>
                  <a:lnTo>
                    <a:pt x="664191" y="1147632"/>
                  </a:lnTo>
                  <a:lnTo>
                    <a:pt x="618367" y="1153277"/>
                  </a:lnTo>
                  <a:lnTo>
                    <a:pt x="571500" y="1155192"/>
                  </a:lnTo>
                  <a:lnTo>
                    <a:pt x="524632" y="1153277"/>
                  </a:lnTo>
                  <a:lnTo>
                    <a:pt x="478808" y="1147632"/>
                  </a:lnTo>
                  <a:lnTo>
                    <a:pt x="434173" y="1138407"/>
                  </a:lnTo>
                  <a:lnTo>
                    <a:pt x="390875" y="1125748"/>
                  </a:lnTo>
                  <a:lnTo>
                    <a:pt x="349061" y="1109805"/>
                  </a:lnTo>
                  <a:lnTo>
                    <a:pt x="308878" y="1090726"/>
                  </a:lnTo>
                  <a:lnTo>
                    <a:pt x="270474" y="1068661"/>
                  </a:lnTo>
                  <a:lnTo>
                    <a:pt x="233994" y="1043757"/>
                  </a:lnTo>
                  <a:lnTo>
                    <a:pt x="199588" y="1016163"/>
                  </a:lnTo>
                  <a:lnTo>
                    <a:pt x="167401" y="986028"/>
                  </a:lnTo>
                  <a:lnTo>
                    <a:pt x="137582" y="953500"/>
                  </a:lnTo>
                  <a:lnTo>
                    <a:pt x="110276" y="918728"/>
                  </a:lnTo>
                  <a:lnTo>
                    <a:pt x="85632" y="881860"/>
                  </a:lnTo>
                  <a:lnTo>
                    <a:pt x="63796" y="843046"/>
                  </a:lnTo>
                  <a:lnTo>
                    <a:pt x="44916" y="802433"/>
                  </a:lnTo>
                  <a:lnTo>
                    <a:pt x="29138" y="760171"/>
                  </a:lnTo>
                  <a:lnTo>
                    <a:pt x="16611" y="716407"/>
                  </a:lnTo>
                  <a:lnTo>
                    <a:pt x="7480" y="671291"/>
                  </a:lnTo>
                  <a:lnTo>
                    <a:pt x="1894" y="624971"/>
                  </a:lnTo>
                  <a:lnTo>
                    <a:pt x="0" y="57759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476622" y="4334332"/>
            <a:ext cx="356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5266182" y="4496308"/>
            <a:ext cx="2280920" cy="85725"/>
          </a:xfrm>
          <a:custGeom>
            <a:avLst/>
            <a:gdLst/>
            <a:ahLst/>
            <a:cxnLst/>
            <a:rect l="l" t="t" r="r" b="b"/>
            <a:pathLst>
              <a:path w="2280920" h="85725">
                <a:moveTo>
                  <a:pt x="2195194" y="0"/>
                </a:moveTo>
                <a:lnTo>
                  <a:pt x="2195067" y="85725"/>
                </a:lnTo>
                <a:lnTo>
                  <a:pt x="2252302" y="57150"/>
                </a:lnTo>
                <a:lnTo>
                  <a:pt x="2209418" y="57150"/>
                </a:lnTo>
                <a:lnTo>
                  <a:pt x="2209418" y="28575"/>
                </a:lnTo>
                <a:lnTo>
                  <a:pt x="2252175" y="28575"/>
                </a:lnTo>
                <a:lnTo>
                  <a:pt x="2195194" y="0"/>
                </a:lnTo>
                <a:close/>
              </a:path>
              <a:path w="2280920" h="85725">
                <a:moveTo>
                  <a:pt x="0" y="27051"/>
                </a:moveTo>
                <a:lnTo>
                  <a:pt x="0" y="55626"/>
                </a:lnTo>
                <a:lnTo>
                  <a:pt x="2209418" y="57150"/>
                </a:lnTo>
                <a:lnTo>
                  <a:pt x="2195110" y="57150"/>
                </a:lnTo>
                <a:lnTo>
                  <a:pt x="2195152" y="28575"/>
                </a:lnTo>
                <a:lnTo>
                  <a:pt x="2209418" y="28575"/>
                </a:lnTo>
                <a:lnTo>
                  <a:pt x="0" y="27051"/>
                </a:lnTo>
                <a:close/>
              </a:path>
              <a:path w="2280920" h="85725">
                <a:moveTo>
                  <a:pt x="2252175" y="28575"/>
                </a:moveTo>
                <a:lnTo>
                  <a:pt x="2209418" y="28575"/>
                </a:lnTo>
                <a:lnTo>
                  <a:pt x="2209418" y="57150"/>
                </a:lnTo>
                <a:lnTo>
                  <a:pt x="2252302" y="57150"/>
                </a:lnTo>
                <a:lnTo>
                  <a:pt x="2280792" y="42926"/>
                </a:lnTo>
                <a:lnTo>
                  <a:pt x="2252175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6301866" y="4081017"/>
            <a:ext cx="19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4360545" y="3443732"/>
            <a:ext cx="704850" cy="560070"/>
          </a:xfrm>
          <a:custGeom>
            <a:avLst/>
            <a:gdLst/>
            <a:ahLst/>
            <a:cxnLst/>
            <a:rect l="l" t="t" r="r" b="b"/>
            <a:pathLst>
              <a:path w="704850" h="560070">
                <a:moveTo>
                  <a:pt x="367156" y="0"/>
                </a:moveTo>
                <a:lnTo>
                  <a:pt x="333375" y="0"/>
                </a:lnTo>
                <a:lnTo>
                  <a:pt x="316610" y="1270"/>
                </a:lnTo>
                <a:lnTo>
                  <a:pt x="266826" y="8890"/>
                </a:lnTo>
                <a:lnTo>
                  <a:pt x="218693" y="22860"/>
                </a:lnTo>
                <a:lnTo>
                  <a:pt x="158368" y="50800"/>
                </a:lnTo>
                <a:lnTo>
                  <a:pt x="130428" y="69850"/>
                </a:lnTo>
                <a:lnTo>
                  <a:pt x="117093" y="78740"/>
                </a:lnTo>
                <a:lnTo>
                  <a:pt x="80390" y="113030"/>
                </a:lnTo>
                <a:lnTo>
                  <a:pt x="49149" y="152400"/>
                </a:lnTo>
                <a:lnTo>
                  <a:pt x="25653" y="194310"/>
                </a:lnTo>
                <a:lnTo>
                  <a:pt x="9778" y="237490"/>
                </a:lnTo>
                <a:lnTo>
                  <a:pt x="1524" y="281940"/>
                </a:lnTo>
                <a:lnTo>
                  <a:pt x="0" y="312420"/>
                </a:lnTo>
                <a:lnTo>
                  <a:pt x="423" y="322580"/>
                </a:lnTo>
                <a:lnTo>
                  <a:pt x="476" y="323850"/>
                </a:lnTo>
                <a:lnTo>
                  <a:pt x="582" y="326390"/>
                </a:lnTo>
                <a:lnTo>
                  <a:pt x="6984" y="372110"/>
                </a:lnTo>
                <a:lnTo>
                  <a:pt x="20574" y="415290"/>
                </a:lnTo>
                <a:lnTo>
                  <a:pt x="41275" y="455930"/>
                </a:lnTo>
                <a:lnTo>
                  <a:pt x="68833" y="495300"/>
                </a:lnTo>
                <a:lnTo>
                  <a:pt x="79501" y="506730"/>
                </a:lnTo>
                <a:lnTo>
                  <a:pt x="90931" y="519430"/>
                </a:lnTo>
                <a:lnTo>
                  <a:pt x="103124" y="529590"/>
                </a:lnTo>
                <a:lnTo>
                  <a:pt x="115950" y="541020"/>
                </a:lnTo>
                <a:lnTo>
                  <a:pt x="129539" y="551180"/>
                </a:lnTo>
                <a:lnTo>
                  <a:pt x="143637" y="560070"/>
                </a:lnTo>
                <a:lnTo>
                  <a:pt x="154431" y="544830"/>
                </a:lnTo>
                <a:lnTo>
                  <a:pt x="140768" y="536055"/>
                </a:lnTo>
                <a:lnTo>
                  <a:pt x="140993" y="536055"/>
                </a:lnTo>
                <a:lnTo>
                  <a:pt x="127634" y="525780"/>
                </a:lnTo>
                <a:lnTo>
                  <a:pt x="128015" y="525780"/>
                </a:lnTo>
                <a:lnTo>
                  <a:pt x="115442" y="515620"/>
                </a:lnTo>
                <a:lnTo>
                  <a:pt x="115824" y="515620"/>
                </a:lnTo>
                <a:lnTo>
                  <a:pt x="104012" y="505460"/>
                </a:lnTo>
                <a:lnTo>
                  <a:pt x="104393" y="505460"/>
                </a:lnTo>
                <a:lnTo>
                  <a:pt x="93344" y="494030"/>
                </a:lnTo>
                <a:lnTo>
                  <a:pt x="93599" y="494030"/>
                </a:lnTo>
                <a:lnTo>
                  <a:pt x="83184" y="482600"/>
                </a:lnTo>
                <a:lnTo>
                  <a:pt x="83565" y="482600"/>
                </a:lnTo>
                <a:lnTo>
                  <a:pt x="73913" y="471170"/>
                </a:lnTo>
                <a:lnTo>
                  <a:pt x="74294" y="471170"/>
                </a:lnTo>
                <a:lnTo>
                  <a:pt x="65404" y="458470"/>
                </a:lnTo>
                <a:lnTo>
                  <a:pt x="65658" y="458470"/>
                </a:lnTo>
                <a:lnTo>
                  <a:pt x="58229" y="447040"/>
                </a:lnTo>
                <a:lnTo>
                  <a:pt x="57657" y="447040"/>
                </a:lnTo>
                <a:lnTo>
                  <a:pt x="50961" y="434340"/>
                </a:lnTo>
                <a:lnTo>
                  <a:pt x="50545" y="434340"/>
                </a:lnTo>
                <a:lnTo>
                  <a:pt x="44426" y="421640"/>
                </a:lnTo>
                <a:lnTo>
                  <a:pt x="44068" y="421640"/>
                </a:lnTo>
                <a:lnTo>
                  <a:pt x="38226" y="407670"/>
                </a:lnTo>
                <a:lnTo>
                  <a:pt x="33146" y="394970"/>
                </a:lnTo>
                <a:lnTo>
                  <a:pt x="33400" y="394970"/>
                </a:lnTo>
                <a:lnTo>
                  <a:pt x="29360" y="382270"/>
                </a:lnTo>
                <a:lnTo>
                  <a:pt x="29082" y="382270"/>
                </a:lnTo>
                <a:lnTo>
                  <a:pt x="25823" y="368300"/>
                </a:lnTo>
                <a:lnTo>
                  <a:pt x="25653" y="368300"/>
                </a:lnTo>
                <a:lnTo>
                  <a:pt x="19661" y="327660"/>
                </a:lnTo>
                <a:lnTo>
                  <a:pt x="19050" y="312420"/>
                </a:lnTo>
                <a:lnTo>
                  <a:pt x="19303" y="298450"/>
                </a:lnTo>
                <a:lnTo>
                  <a:pt x="24764" y="256540"/>
                </a:lnTo>
                <a:lnTo>
                  <a:pt x="31497" y="231616"/>
                </a:lnTo>
                <a:lnTo>
                  <a:pt x="32384" y="228600"/>
                </a:lnTo>
                <a:lnTo>
                  <a:pt x="32619" y="228600"/>
                </a:lnTo>
                <a:lnTo>
                  <a:pt x="38301" y="213314"/>
                </a:lnTo>
                <a:lnTo>
                  <a:pt x="43052" y="201930"/>
                </a:lnTo>
                <a:lnTo>
                  <a:pt x="42799" y="201930"/>
                </a:lnTo>
                <a:lnTo>
                  <a:pt x="49656" y="189230"/>
                </a:lnTo>
                <a:lnTo>
                  <a:pt x="49275" y="189230"/>
                </a:lnTo>
                <a:lnTo>
                  <a:pt x="56895" y="175260"/>
                </a:lnTo>
                <a:lnTo>
                  <a:pt x="57530" y="175260"/>
                </a:lnTo>
                <a:lnTo>
                  <a:pt x="65150" y="162560"/>
                </a:lnTo>
                <a:lnTo>
                  <a:pt x="64769" y="162560"/>
                </a:lnTo>
                <a:lnTo>
                  <a:pt x="74167" y="149860"/>
                </a:lnTo>
                <a:lnTo>
                  <a:pt x="74803" y="149860"/>
                </a:lnTo>
                <a:lnTo>
                  <a:pt x="83946" y="138430"/>
                </a:lnTo>
                <a:lnTo>
                  <a:pt x="83565" y="138430"/>
                </a:lnTo>
                <a:lnTo>
                  <a:pt x="94487" y="125730"/>
                </a:lnTo>
                <a:lnTo>
                  <a:pt x="95249" y="125730"/>
                </a:lnTo>
                <a:lnTo>
                  <a:pt x="105537" y="114300"/>
                </a:lnTo>
                <a:lnTo>
                  <a:pt x="106456" y="114300"/>
                </a:lnTo>
                <a:lnTo>
                  <a:pt x="116733" y="104266"/>
                </a:lnTo>
                <a:lnTo>
                  <a:pt x="118379" y="102870"/>
                </a:lnTo>
                <a:lnTo>
                  <a:pt x="129158" y="93980"/>
                </a:lnTo>
                <a:lnTo>
                  <a:pt x="128777" y="93980"/>
                </a:lnTo>
                <a:lnTo>
                  <a:pt x="141731" y="85090"/>
                </a:lnTo>
                <a:lnTo>
                  <a:pt x="141350" y="85090"/>
                </a:lnTo>
                <a:lnTo>
                  <a:pt x="154685" y="76200"/>
                </a:lnTo>
                <a:lnTo>
                  <a:pt x="154304" y="76200"/>
                </a:lnTo>
                <a:lnTo>
                  <a:pt x="168147" y="67310"/>
                </a:lnTo>
                <a:lnTo>
                  <a:pt x="167766" y="67310"/>
                </a:lnTo>
                <a:lnTo>
                  <a:pt x="181990" y="59690"/>
                </a:lnTo>
                <a:lnTo>
                  <a:pt x="184022" y="59690"/>
                </a:lnTo>
                <a:lnTo>
                  <a:pt x="196087" y="53340"/>
                </a:lnTo>
                <a:lnTo>
                  <a:pt x="195579" y="53340"/>
                </a:lnTo>
                <a:lnTo>
                  <a:pt x="209982" y="47081"/>
                </a:lnTo>
                <a:lnTo>
                  <a:pt x="225425" y="40640"/>
                </a:lnTo>
                <a:lnTo>
                  <a:pt x="228015" y="40640"/>
                </a:lnTo>
                <a:lnTo>
                  <a:pt x="240410" y="35560"/>
                </a:lnTo>
                <a:lnTo>
                  <a:pt x="240029" y="35560"/>
                </a:lnTo>
                <a:lnTo>
                  <a:pt x="255650" y="31750"/>
                </a:lnTo>
                <a:lnTo>
                  <a:pt x="255142" y="31750"/>
                </a:lnTo>
                <a:lnTo>
                  <a:pt x="270784" y="28025"/>
                </a:lnTo>
                <a:lnTo>
                  <a:pt x="270223" y="28025"/>
                </a:lnTo>
                <a:lnTo>
                  <a:pt x="286765" y="25400"/>
                </a:lnTo>
                <a:lnTo>
                  <a:pt x="286384" y="25400"/>
                </a:lnTo>
                <a:lnTo>
                  <a:pt x="302640" y="22860"/>
                </a:lnTo>
                <a:lnTo>
                  <a:pt x="302259" y="22860"/>
                </a:lnTo>
                <a:lnTo>
                  <a:pt x="318144" y="20378"/>
                </a:lnTo>
                <a:lnTo>
                  <a:pt x="317385" y="20378"/>
                </a:lnTo>
                <a:lnTo>
                  <a:pt x="334517" y="19050"/>
                </a:lnTo>
                <a:lnTo>
                  <a:pt x="473862" y="19050"/>
                </a:lnTo>
                <a:lnTo>
                  <a:pt x="467359" y="16510"/>
                </a:lnTo>
                <a:lnTo>
                  <a:pt x="417702" y="5080"/>
                </a:lnTo>
                <a:lnTo>
                  <a:pt x="400938" y="2540"/>
                </a:lnTo>
                <a:lnTo>
                  <a:pt x="367156" y="0"/>
                </a:lnTo>
                <a:close/>
              </a:path>
              <a:path w="704850" h="560070">
                <a:moveTo>
                  <a:pt x="584453" y="481330"/>
                </a:moveTo>
                <a:lnTo>
                  <a:pt x="547624" y="557530"/>
                </a:lnTo>
                <a:lnTo>
                  <a:pt x="631189" y="541020"/>
                </a:lnTo>
                <a:lnTo>
                  <a:pt x="620251" y="527050"/>
                </a:lnTo>
                <a:lnTo>
                  <a:pt x="603884" y="527050"/>
                </a:lnTo>
                <a:lnTo>
                  <a:pt x="591819" y="511810"/>
                </a:lnTo>
                <a:lnTo>
                  <a:pt x="602041" y="503792"/>
                </a:lnTo>
                <a:lnTo>
                  <a:pt x="584453" y="481330"/>
                </a:lnTo>
                <a:close/>
              </a:path>
              <a:path w="704850" h="560070">
                <a:moveTo>
                  <a:pt x="140993" y="536055"/>
                </a:moveTo>
                <a:lnTo>
                  <a:pt x="140768" y="536055"/>
                </a:lnTo>
                <a:lnTo>
                  <a:pt x="142127" y="536927"/>
                </a:lnTo>
                <a:lnTo>
                  <a:pt x="140993" y="536055"/>
                </a:lnTo>
                <a:close/>
              </a:path>
              <a:path w="704850" h="560070">
                <a:moveTo>
                  <a:pt x="602041" y="503792"/>
                </a:moveTo>
                <a:lnTo>
                  <a:pt x="591819" y="511810"/>
                </a:lnTo>
                <a:lnTo>
                  <a:pt x="603884" y="527050"/>
                </a:lnTo>
                <a:lnTo>
                  <a:pt x="613716" y="518702"/>
                </a:lnTo>
                <a:lnTo>
                  <a:pt x="602041" y="503792"/>
                </a:lnTo>
                <a:close/>
              </a:path>
              <a:path w="704850" h="560070">
                <a:moveTo>
                  <a:pt x="613716" y="518702"/>
                </a:moveTo>
                <a:lnTo>
                  <a:pt x="603884" y="527050"/>
                </a:lnTo>
                <a:lnTo>
                  <a:pt x="620251" y="527050"/>
                </a:lnTo>
                <a:lnTo>
                  <a:pt x="613716" y="518702"/>
                </a:lnTo>
                <a:close/>
              </a:path>
              <a:path w="704850" h="560070">
                <a:moveTo>
                  <a:pt x="648207" y="444500"/>
                </a:moveTo>
                <a:lnTo>
                  <a:pt x="639826" y="458470"/>
                </a:lnTo>
                <a:lnTo>
                  <a:pt x="640079" y="458470"/>
                </a:lnTo>
                <a:lnTo>
                  <a:pt x="630808" y="471170"/>
                </a:lnTo>
                <a:lnTo>
                  <a:pt x="631063" y="471170"/>
                </a:lnTo>
                <a:lnTo>
                  <a:pt x="621029" y="482600"/>
                </a:lnTo>
                <a:lnTo>
                  <a:pt x="621410" y="482600"/>
                </a:lnTo>
                <a:lnTo>
                  <a:pt x="603757" y="501650"/>
                </a:lnTo>
                <a:lnTo>
                  <a:pt x="604774" y="501650"/>
                </a:lnTo>
                <a:lnTo>
                  <a:pt x="602041" y="503792"/>
                </a:lnTo>
                <a:lnTo>
                  <a:pt x="613716" y="518702"/>
                </a:lnTo>
                <a:lnTo>
                  <a:pt x="617346" y="515620"/>
                </a:lnTo>
                <a:lnTo>
                  <a:pt x="635762" y="495300"/>
                </a:lnTo>
                <a:lnTo>
                  <a:pt x="646176" y="482600"/>
                </a:lnTo>
                <a:lnTo>
                  <a:pt x="655701" y="468630"/>
                </a:lnTo>
                <a:lnTo>
                  <a:pt x="664463" y="454660"/>
                </a:lnTo>
                <a:lnTo>
                  <a:pt x="669393" y="445770"/>
                </a:lnTo>
                <a:lnTo>
                  <a:pt x="647953" y="445770"/>
                </a:lnTo>
                <a:lnTo>
                  <a:pt x="648207" y="444500"/>
                </a:lnTo>
                <a:close/>
              </a:path>
              <a:path w="704850" h="560070">
                <a:moveTo>
                  <a:pt x="57403" y="445770"/>
                </a:moveTo>
                <a:lnTo>
                  <a:pt x="57657" y="447040"/>
                </a:lnTo>
                <a:lnTo>
                  <a:pt x="58229" y="447040"/>
                </a:lnTo>
                <a:lnTo>
                  <a:pt x="57403" y="445770"/>
                </a:lnTo>
                <a:close/>
              </a:path>
              <a:path w="704850" h="560070">
                <a:moveTo>
                  <a:pt x="667765" y="405130"/>
                </a:moveTo>
                <a:lnTo>
                  <a:pt x="661924" y="419100"/>
                </a:lnTo>
                <a:lnTo>
                  <a:pt x="662177" y="419100"/>
                </a:lnTo>
                <a:lnTo>
                  <a:pt x="655319" y="431800"/>
                </a:lnTo>
                <a:lnTo>
                  <a:pt x="647953" y="445770"/>
                </a:lnTo>
                <a:lnTo>
                  <a:pt x="669393" y="445770"/>
                </a:lnTo>
                <a:lnTo>
                  <a:pt x="672210" y="440690"/>
                </a:lnTo>
                <a:lnTo>
                  <a:pt x="679322" y="426720"/>
                </a:lnTo>
                <a:lnTo>
                  <a:pt x="685418" y="412750"/>
                </a:lnTo>
                <a:lnTo>
                  <a:pt x="687641" y="406400"/>
                </a:lnTo>
                <a:lnTo>
                  <a:pt x="667638" y="406400"/>
                </a:lnTo>
                <a:lnTo>
                  <a:pt x="667765" y="405130"/>
                </a:lnTo>
                <a:close/>
              </a:path>
              <a:path w="704850" h="560070">
                <a:moveTo>
                  <a:pt x="50291" y="433070"/>
                </a:moveTo>
                <a:lnTo>
                  <a:pt x="50545" y="434340"/>
                </a:lnTo>
                <a:lnTo>
                  <a:pt x="50961" y="434340"/>
                </a:lnTo>
                <a:lnTo>
                  <a:pt x="50291" y="433070"/>
                </a:lnTo>
                <a:close/>
              </a:path>
              <a:path w="704850" h="560070">
                <a:moveTo>
                  <a:pt x="43814" y="420370"/>
                </a:moveTo>
                <a:lnTo>
                  <a:pt x="44068" y="421640"/>
                </a:lnTo>
                <a:lnTo>
                  <a:pt x="44426" y="421640"/>
                </a:lnTo>
                <a:lnTo>
                  <a:pt x="43814" y="420370"/>
                </a:lnTo>
                <a:close/>
              </a:path>
              <a:path w="704850" h="560070">
                <a:moveTo>
                  <a:pt x="672718" y="391160"/>
                </a:moveTo>
                <a:lnTo>
                  <a:pt x="667638" y="406400"/>
                </a:lnTo>
                <a:lnTo>
                  <a:pt x="687641" y="406400"/>
                </a:lnTo>
                <a:lnTo>
                  <a:pt x="690752" y="397510"/>
                </a:lnTo>
                <a:lnTo>
                  <a:pt x="692369" y="392430"/>
                </a:lnTo>
                <a:lnTo>
                  <a:pt x="672591" y="392430"/>
                </a:lnTo>
                <a:lnTo>
                  <a:pt x="672718" y="391160"/>
                </a:lnTo>
                <a:close/>
              </a:path>
              <a:path w="704850" h="560070">
                <a:moveTo>
                  <a:pt x="701272" y="266700"/>
                </a:moveTo>
                <a:lnTo>
                  <a:pt x="682116" y="266700"/>
                </a:lnTo>
                <a:lnTo>
                  <a:pt x="684149" y="280670"/>
                </a:lnTo>
                <a:lnTo>
                  <a:pt x="685303" y="293370"/>
                </a:lnTo>
                <a:lnTo>
                  <a:pt x="685418" y="294640"/>
                </a:lnTo>
                <a:lnTo>
                  <a:pt x="685800" y="308610"/>
                </a:lnTo>
                <a:lnTo>
                  <a:pt x="685545" y="322580"/>
                </a:lnTo>
                <a:lnTo>
                  <a:pt x="679640" y="366818"/>
                </a:lnTo>
                <a:lnTo>
                  <a:pt x="672591" y="392430"/>
                </a:lnTo>
                <a:lnTo>
                  <a:pt x="692369" y="392430"/>
                </a:lnTo>
                <a:lnTo>
                  <a:pt x="701547" y="353060"/>
                </a:lnTo>
                <a:lnTo>
                  <a:pt x="704786" y="312420"/>
                </a:lnTo>
                <a:lnTo>
                  <a:pt x="704850" y="308610"/>
                </a:lnTo>
                <a:lnTo>
                  <a:pt x="704511" y="298450"/>
                </a:lnTo>
                <a:lnTo>
                  <a:pt x="704384" y="294640"/>
                </a:lnTo>
                <a:lnTo>
                  <a:pt x="704341" y="293370"/>
                </a:lnTo>
                <a:lnTo>
                  <a:pt x="703302" y="281940"/>
                </a:lnTo>
                <a:lnTo>
                  <a:pt x="703187" y="280670"/>
                </a:lnTo>
                <a:lnTo>
                  <a:pt x="703071" y="279400"/>
                </a:lnTo>
                <a:lnTo>
                  <a:pt x="701272" y="266700"/>
                </a:lnTo>
                <a:close/>
              </a:path>
              <a:path w="704850" h="560070">
                <a:moveTo>
                  <a:pt x="28955" y="381000"/>
                </a:moveTo>
                <a:lnTo>
                  <a:pt x="29082" y="382270"/>
                </a:lnTo>
                <a:lnTo>
                  <a:pt x="29360" y="382270"/>
                </a:lnTo>
                <a:lnTo>
                  <a:pt x="28955" y="381000"/>
                </a:lnTo>
                <a:close/>
              </a:path>
              <a:path w="704850" h="560070">
                <a:moveTo>
                  <a:pt x="25526" y="367030"/>
                </a:moveTo>
                <a:lnTo>
                  <a:pt x="25653" y="368300"/>
                </a:lnTo>
                <a:lnTo>
                  <a:pt x="25823" y="368300"/>
                </a:lnTo>
                <a:lnTo>
                  <a:pt x="25526" y="367030"/>
                </a:lnTo>
                <a:close/>
              </a:path>
              <a:path w="704850" h="560070">
                <a:moveTo>
                  <a:pt x="698722" y="252730"/>
                </a:moveTo>
                <a:lnTo>
                  <a:pt x="679322" y="252730"/>
                </a:lnTo>
                <a:lnTo>
                  <a:pt x="679445" y="253981"/>
                </a:lnTo>
                <a:lnTo>
                  <a:pt x="679828" y="255486"/>
                </a:lnTo>
                <a:lnTo>
                  <a:pt x="682116" y="267970"/>
                </a:lnTo>
                <a:lnTo>
                  <a:pt x="682116" y="266700"/>
                </a:lnTo>
                <a:lnTo>
                  <a:pt x="701272" y="266700"/>
                </a:lnTo>
                <a:lnTo>
                  <a:pt x="700913" y="264160"/>
                </a:lnTo>
                <a:lnTo>
                  <a:pt x="698962" y="253981"/>
                </a:lnTo>
                <a:lnTo>
                  <a:pt x="698838" y="253338"/>
                </a:lnTo>
                <a:lnTo>
                  <a:pt x="698722" y="252730"/>
                </a:lnTo>
                <a:close/>
              </a:path>
              <a:path w="704850" h="560070">
                <a:moveTo>
                  <a:pt x="681574" y="199390"/>
                </a:moveTo>
                <a:lnTo>
                  <a:pt x="660907" y="199390"/>
                </a:lnTo>
                <a:lnTo>
                  <a:pt x="666643" y="213105"/>
                </a:lnTo>
                <a:lnTo>
                  <a:pt x="666604" y="213314"/>
                </a:lnTo>
                <a:lnTo>
                  <a:pt x="671702" y="226060"/>
                </a:lnTo>
                <a:lnTo>
                  <a:pt x="675893" y="240030"/>
                </a:lnTo>
                <a:lnTo>
                  <a:pt x="679445" y="253981"/>
                </a:lnTo>
                <a:lnTo>
                  <a:pt x="679322" y="252730"/>
                </a:lnTo>
                <a:lnTo>
                  <a:pt x="698722" y="252730"/>
                </a:lnTo>
                <a:lnTo>
                  <a:pt x="697991" y="248920"/>
                </a:lnTo>
                <a:lnTo>
                  <a:pt x="694181" y="234950"/>
                </a:lnTo>
                <a:lnTo>
                  <a:pt x="689609" y="219710"/>
                </a:lnTo>
                <a:lnTo>
                  <a:pt x="684402" y="205740"/>
                </a:lnTo>
                <a:lnTo>
                  <a:pt x="681574" y="199390"/>
                </a:lnTo>
                <a:close/>
              </a:path>
              <a:path w="704850" h="560070">
                <a:moveTo>
                  <a:pt x="32619" y="228600"/>
                </a:moveTo>
                <a:lnTo>
                  <a:pt x="32384" y="228600"/>
                </a:lnTo>
                <a:lnTo>
                  <a:pt x="31480" y="231616"/>
                </a:lnTo>
                <a:lnTo>
                  <a:pt x="32619" y="228600"/>
                </a:lnTo>
                <a:close/>
              </a:path>
              <a:path w="704850" h="560070">
                <a:moveTo>
                  <a:pt x="675686" y="186690"/>
                </a:moveTo>
                <a:lnTo>
                  <a:pt x="654430" y="186690"/>
                </a:lnTo>
                <a:lnTo>
                  <a:pt x="661034" y="200660"/>
                </a:lnTo>
                <a:lnTo>
                  <a:pt x="660907" y="199390"/>
                </a:lnTo>
                <a:lnTo>
                  <a:pt x="681574" y="199390"/>
                </a:lnTo>
                <a:lnTo>
                  <a:pt x="678179" y="191770"/>
                </a:lnTo>
                <a:lnTo>
                  <a:pt x="675686" y="186690"/>
                </a:lnTo>
                <a:close/>
              </a:path>
              <a:path w="704850" h="560070">
                <a:moveTo>
                  <a:pt x="669035" y="173990"/>
                </a:moveTo>
                <a:lnTo>
                  <a:pt x="647191" y="173990"/>
                </a:lnTo>
                <a:lnTo>
                  <a:pt x="654684" y="187960"/>
                </a:lnTo>
                <a:lnTo>
                  <a:pt x="654430" y="186690"/>
                </a:lnTo>
                <a:lnTo>
                  <a:pt x="675686" y="186690"/>
                </a:lnTo>
                <a:lnTo>
                  <a:pt x="671321" y="177800"/>
                </a:lnTo>
                <a:lnTo>
                  <a:pt x="669035" y="173990"/>
                </a:lnTo>
                <a:close/>
              </a:path>
              <a:path w="704850" h="560070">
                <a:moveTo>
                  <a:pt x="57530" y="175260"/>
                </a:moveTo>
                <a:lnTo>
                  <a:pt x="56895" y="175260"/>
                </a:lnTo>
                <a:lnTo>
                  <a:pt x="56768" y="176530"/>
                </a:lnTo>
                <a:lnTo>
                  <a:pt x="57530" y="175260"/>
                </a:lnTo>
                <a:close/>
              </a:path>
              <a:path w="704850" h="560070">
                <a:moveTo>
                  <a:pt x="594656" y="85090"/>
                </a:moveTo>
                <a:lnTo>
                  <a:pt x="564006" y="85090"/>
                </a:lnTo>
                <a:lnTo>
                  <a:pt x="577341" y="95250"/>
                </a:lnTo>
                <a:lnTo>
                  <a:pt x="576960" y="95250"/>
                </a:lnTo>
                <a:lnTo>
                  <a:pt x="589533" y="105410"/>
                </a:lnTo>
                <a:lnTo>
                  <a:pt x="589152" y="105410"/>
                </a:lnTo>
                <a:lnTo>
                  <a:pt x="600963" y="115570"/>
                </a:lnTo>
                <a:lnTo>
                  <a:pt x="600582" y="115570"/>
                </a:lnTo>
                <a:lnTo>
                  <a:pt x="611631" y="127000"/>
                </a:lnTo>
                <a:lnTo>
                  <a:pt x="611251" y="127000"/>
                </a:lnTo>
                <a:lnTo>
                  <a:pt x="621664" y="138430"/>
                </a:lnTo>
                <a:lnTo>
                  <a:pt x="621410" y="138430"/>
                </a:lnTo>
                <a:lnTo>
                  <a:pt x="631063" y="149860"/>
                </a:lnTo>
                <a:lnTo>
                  <a:pt x="630681" y="149860"/>
                </a:lnTo>
                <a:lnTo>
                  <a:pt x="639571" y="162560"/>
                </a:lnTo>
                <a:lnTo>
                  <a:pt x="639317" y="162560"/>
                </a:lnTo>
                <a:lnTo>
                  <a:pt x="647445" y="175260"/>
                </a:lnTo>
                <a:lnTo>
                  <a:pt x="647191" y="173990"/>
                </a:lnTo>
                <a:lnTo>
                  <a:pt x="669035" y="173990"/>
                </a:lnTo>
                <a:lnTo>
                  <a:pt x="646049" y="138430"/>
                </a:lnTo>
                <a:lnTo>
                  <a:pt x="614044" y="102870"/>
                </a:lnTo>
                <a:lnTo>
                  <a:pt x="601852" y="91440"/>
                </a:lnTo>
                <a:lnTo>
                  <a:pt x="594656" y="85090"/>
                </a:lnTo>
                <a:close/>
              </a:path>
              <a:path w="704850" h="560070">
                <a:moveTo>
                  <a:pt x="74803" y="149860"/>
                </a:moveTo>
                <a:lnTo>
                  <a:pt x="74167" y="149860"/>
                </a:lnTo>
                <a:lnTo>
                  <a:pt x="73787" y="151130"/>
                </a:lnTo>
                <a:lnTo>
                  <a:pt x="74803" y="149860"/>
                </a:lnTo>
                <a:close/>
              </a:path>
              <a:path w="704850" h="560070">
                <a:moveTo>
                  <a:pt x="95249" y="125730"/>
                </a:moveTo>
                <a:lnTo>
                  <a:pt x="94487" y="125730"/>
                </a:lnTo>
                <a:lnTo>
                  <a:pt x="94106" y="127000"/>
                </a:lnTo>
                <a:lnTo>
                  <a:pt x="95249" y="125730"/>
                </a:lnTo>
                <a:close/>
              </a:path>
              <a:path w="704850" h="560070">
                <a:moveTo>
                  <a:pt x="106456" y="114300"/>
                </a:moveTo>
                <a:lnTo>
                  <a:pt x="105537" y="114300"/>
                </a:lnTo>
                <a:lnTo>
                  <a:pt x="105155" y="115570"/>
                </a:lnTo>
                <a:lnTo>
                  <a:pt x="106456" y="114300"/>
                </a:lnTo>
                <a:close/>
              </a:path>
              <a:path w="704850" h="560070">
                <a:moveTo>
                  <a:pt x="118420" y="102870"/>
                </a:moveTo>
                <a:lnTo>
                  <a:pt x="116711" y="104266"/>
                </a:lnTo>
                <a:lnTo>
                  <a:pt x="116961" y="104266"/>
                </a:lnTo>
                <a:lnTo>
                  <a:pt x="118420" y="102870"/>
                </a:lnTo>
                <a:close/>
              </a:path>
              <a:path w="704850" h="560070">
                <a:moveTo>
                  <a:pt x="490788" y="45120"/>
                </a:moveTo>
                <a:lnTo>
                  <a:pt x="507745" y="52070"/>
                </a:lnTo>
                <a:lnTo>
                  <a:pt x="507238" y="52070"/>
                </a:lnTo>
                <a:lnTo>
                  <a:pt x="522350" y="59690"/>
                </a:lnTo>
                <a:lnTo>
                  <a:pt x="521969" y="59690"/>
                </a:lnTo>
                <a:lnTo>
                  <a:pt x="536828" y="67310"/>
                </a:lnTo>
                <a:lnTo>
                  <a:pt x="536447" y="67310"/>
                </a:lnTo>
                <a:lnTo>
                  <a:pt x="550926" y="76200"/>
                </a:lnTo>
                <a:lnTo>
                  <a:pt x="550544" y="76200"/>
                </a:lnTo>
                <a:lnTo>
                  <a:pt x="564388" y="86360"/>
                </a:lnTo>
                <a:lnTo>
                  <a:pt x="564006" y="85090"/>
                </a:lnTo>
                <a:lnTo>
                  <a:pt x="594656" y="85090"/>
                </a:lnTo>
                <a:lnTo>
                  <a:pt x="588899" y="80010"/>
                </a:lnTo>
                <a:lnTo>
                  <a:pt x="575309" y="69850"/>
                </a:lnTo>
                <a:lnTo>
                  <a:pt x="561085" y="60960"/>
                </a:lnTo>
                <a:lnTo>
                  <a:pt x="546226" y="50800"/>
                </a:lnTo>
                <a:lnTo>
                  <a:pt x="536066" y="45720"/>
                </a:lnTo>
                <a:lnTo>
                  <a:pt x="492632" y="45720"/>
                </a:lnTo>
                <a:lnTo>
                  <a:pt x="490788" y="45120"/>
                </a:lnTo>
                <a:close/>
              </a:path>
              <a:path w="704850" h="560070">
                <a:moveTo>
                  <a:pt x="184022" y="59690"/>
                </a:moveTo>
                <a:lnTo>
                  <a:pt x="181990" y="59690"/>
                </a:lnTo>
                <a:lnTo>
                  <a:pt x="181609" y="60960"/>
                </a:lnTo>
                <a:lnTo>
                  <a:pt x="184022" y="59690"/>
                </a:lnTo>
                <a:close/>
              </a:path>
              <a:path w="704850" h="560070">
                <a:moveTo>
                  <a:pt x="219354" y="43180"/>
                </a:moveTo>
                <a:lnTo>
                  <a:pt x="209973" y="47081"/>
                </a:lnTo>
                <a:lnTo>
                  <a:pt x="210224" y="47081"/>
                </a:lnTo>
                <a:lnTo>
                  <a:pt x="219354" y="43180"/>
                </a:lnTo>
                <a:close/>
              </a:path>
              <a:path w="704850" h="560070">
                <a:moveTo>
                  <a:pt x="444590" y="30025"/>
                </a:moveTo>
                <a:lnTo>
                  <a:pt x="462025" y="35560"/>
                </a:lnTo>
                <a:lnTo>
                  <a:pt x="461644" y="35560"/>
                </a:lnTo>
                <a:lnTo>
                  <a:pt x="477392" y="40640"/>
                </a:lnTo>
                <a:lnTo>
                  <a:pt x="477012" y="40640"/>
                </a:lnTo>
                <a:lnTo>
                  <a:pt x="492632" y="45720"/>
                </a:lnTo>
                <a:lnTo>
                  <a:pt x="536066" y="45720"/>
                </a:lnTo>
                <a:lnTo>
                  <a:pt x="515492" y="35560"/>
                </a:lnTo>
                <a:lnTo>
                  <a:pt x="504909" y="30480"/>
                </a:lnTo>
                <a:lnTo>
                  <a:pt x="446531" y="30480"/>
                </a:lnTo>
                <a:lnTo>
                  <a:pt x="444590" y="30025"/>
                </a:lnTo>
                <a:close/>
              </a:path>
              <a:path w="704850" h="560070">
                <a:moveTo>
                  <a:pt x="228015" y="40640"/>
                </a:moveTo>
                <a:lnTo>
                  <a:pt x="225425" y="40640"/>
                </a:lnTo>
                <a:lnTo>
                  <a:pt x="224916" y="41910"/>
                </a:lnTo>
                <a:lnTo>
                  <a:pt x="228015" y="40640"/>
                </a:lnTo>
                <a:close/>
              </a:path>
              <a:path w="704850" h="560070">
                <a:moveTo>
                  <a:pt x="240971" y="35330"/>
                </a:moveTo>
                <a:lnTo>
                  <a:pt x="240029" y="35560"/>
                </a:lnTo>
                <a:lnTo>
                  <a:pt x="240410" y="35560"/>
                </a:lnTo>
                <a:lnTo>
                  <a:pt x="240971" y="35330"/>
                </a:lnTo>
                <a:close/>
              </a:path>
              <a:path w="704850" h="560070">
                <a:moveTo>
                  <a:pt x="406590" y="22860"/>
                </a:moveTo>
                <a:lnTo>
                  <a:pt x="430285" y="26611"/>
                </a:lnTo>
                <a:lnTo>
                  <a:pt x="430637" y="26754"/>
                </a:lnTo>
                <a:lnTo>
                  <a:pt x="446532" y="30480"/>
                </a:lnTo>
                <a:lnTo>
                  <a:pt x="504909" y="30480"/>
                </a:lnTo>
                <a:lnTo>
                  <a:pt x="499796" y="28025"/>
                </a:lnTo>
                <a:lnTo>
                  <a:pt x="487616" y="24130"/>
                </a:lnTo>
                <a:lnTo>
                  <a:pt x="414781" y="24130"/>
                </a:lnTo>
                <a:lnTo>
                  <a:pt x="406590" y="22860"/>
                </a:lnTo>
                <a:close/>
              </a:path>
              <a:path w="704850" h="560070">
                <a:moveTo>
                  <a:pt x="430285" y="26611"/>
                </a:moveTo>
                <a:lnTo>
                  <a:pt x="430028" y="26611"/>
                </a:lnTo>
                <a:lnTo>
                  <a:pt x="430637" y="26754"/>
                </a:lnTo>
                <a:lnTo>
                  <a:pt x="430285" y="26611"/>
                </a:lnTo>
                <a:close/>
              </a:path>
              <a:path w="704850" h="560070">
                <a:moveTo>
                  <a:pt x="473862" y="19050"/>
                </a:moveTo>
                <a:lnTo>
                  <a:pt x="366267" y="19050"/>
                </a:lnTo>
                <a:lnTo>
                  <a:pt x="383533" y="20378"/>
                </a:lnTo>
                <a:lnTo>
                  <a:pt x="383146" y="20378"/>
                </a:lnTo>
                <a:lnTo>
                  <a:pt x="399524" y="21647"/>
                </a:lnTo>
                <a:lnTo>
                  <a:pt x="398771" y="21647"/>
                </a:lnTo>
                <a:lnTo>
                  <a:pt x="414781" y="24130"/>
                </a:lnTo>
                <a:lnTo>
                  <a:pt x="487616" y="24130"/>
                </a:lnTo>
                <a:lnTo>
                  <a:pt x="483615" y="22860"/>
                </a:lnTo>
                <a:lnTo>
                  <a:pt x="473862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375784" y="3044393"/>
            <a:ext cx="7067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0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569" y="2985642"/>
            <a:ext cx="10582148" cy="3419348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7780781" y="3044393"/>
            <a:ext cx="7067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0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276594" y="5296941"/>
            <a:ext cx="217170" cy="330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45"/>
              </a:lnSpc>
            </a:pP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924171" y="5719724"/>
            <a:ext cx="217170" cy="330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45"/>
              </a:lnSpc>
            </a:pP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573139" y="6084333"/>
            <a:ext cx="217170" cy="330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50"/>
              </a:lnSpc>
            </a:pP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0622660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272790" y="4098797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Franklin Gothic Medium"/>
                <a:cs typeface="Franklin Gothic Medium"/>
              </a:rPr>
              <a:t>ε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9319386" y="4091432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Franklin Gothic Medium"/>
                <a:cs typeface="Franklin Gothic Medium"/>
              </a:rPr>
              <a:t>ε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863842" y="2694508"/>
            <a:ext cx="2171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2.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5">
                <a:latin typeface="Franklin Gothic Medium"/>
                <a:cs typeface="Franklin Gothic Medium"/>
              </a:rPr>
              <a:t>Remove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repair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damage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recovering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paths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116070" y="3953002"/>
            <a:ext cx="1155700" cy="1168400"/>
            <a:chOff x="4116070" y="3953002"/>
            <a:chExt cx="1155700" cy="1168400"/>
          </a:xfrm>
        </p:grpSpPr>
        <p:sp>
          <p:nvSpPr>
            <p:cNvPr id="11" name="object 11" descr=""/>
            <p:cNvSpPr/>
            <p:nvPr/>
          </p:nvSpPr>
          <p:spPr>
            <a:xfrm>
              <a:off x="4122420" y="3959352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571500" y="0"/>
                  </a:moveTo>
                  <a:lnTo>
                    <a:pt x="524632" y="1914"/>
                  </a:lnTo>
                  <a:lnTo>
                    <a:pt x="478808" y="7559"/>
                  </a:lnTo>
                  <a:lnTo>
                    <a:pt x="434173" y="16784"/>
                  </a:lnTo>
                  <a:lnTo>
                    <a:pt x="390875" y="29443"/>
                  </a:lnTo>
                  <a:lnTo>
                    <a:pt x="349061" y="45386"/>
                  </a:lnTo>
                  <a:lnTo>
                    <a:pt x="308878" y="64465"/>
                  </a:lnTo>
                  <a:lnTo>
                    <a:pt x="270474" y="86530"/>
                  </a:lnTo>
                  <a:lnTo>
                    <a:pt x="233994" y="111434"/>
                  </a:lnTo>
                  <a:lnTo>
                    <a:pt x="199588" y="139028"/>
                  </a:lnTo>
                  <a:lnTo>
                    <a:pt x="167401" y="169163"/>
                  </a:lnTo>
                  <a:lnTo>
                    <a:pt x="137582" y="201691"/>
                  </a:lnTo>
                  <a:lnTo>
                    <a:pt x="110276" y="236463"/>
                  </a:lnTo>
                  <a:lnTo>
                    <a:pt x="85632" y="273331"/>
                  </a:lnTo>
                  <a:lnTo>
                    <a:pt x="63796" y="312145"/>
                  </a:lnTo>
                  <a:lnTo>
                    <a:pt x="44916" y="352758"/>
                  </a:lnTo>
                  <a:lnTo>
                    <a:pt x="29138" y="395020"/>
                  </a:lnTo>
                  <a:lnTo>
                    <a:pt x="16611" y="438784"/>
                  </a:lnTo>
                  <a:lnTo>
                    <a:pt x="7480" y="483900"/>
                  </a:lnTo>
                  <a:lnTo>
                    <a:pt x="1894" y="530220"/>
                  </a:lnTo>
                  <a:lnTo>
                    <a:pt x="0" y="577596"/>
                  </a:lnTo>
                  <a:lnTo>
                    <a:pt x="1894" y="624971"/>
                  </a:lnTo>
                  <a:lnTo>
                    <a:pt x="7480" y="671291"/>
                  </a:lnTo>
                  <a:lnTo>
                    <a:pt x="16611" y="716407"/>
                  </a:lnTo>
                  <a:lnTo>
                    <a:pt x="29138" y="760171"/>
                  </a:lnTo>
                  <a:lnTo>
                    <a:pt x="44916" y="802433"/>
                  </a:lnTo>
                  <a:lnTo>
                    <a:pt x="63796" y="843046"/>
                  </a:lnTo>
                  <a:lnTo>
                    <a:pt x="85632" y="881860"/>
                  </a:lnTo>
                  <a:lnTo>
                    <a:pt x="110276" y="918728"/>
                  </a:lnTo>
                  <a:lnTo>
                    <a:pt x="137582" y="953500"/>
                  </a:lnTo>
                  <a:lnTo>
                    <a:pt x="167401" y="986028"/>
                  </a:lnTo>
                  <a:lnTo>
                    <a:pt x="199588" y="1016163"/>
                  </a:lnTo>
                  <a:lnTo>
                    <a:pt x="233994" y="1043757"/>
                  </a:lnTo>
                  <a:lnTo>
                    <a:pt x="270474" y="1068661"/>
                  </a:lnTo>
                  <a:lnTo>
                    <a:pt x="308878" y="1090726"/>
                  </a:lnTo>
                  <a:lnTo>
                    <a:pt x="349061" y="1109805"/>
                  </a:lnTo>
                  <a:lnTo>
                    <a:pt x="390875" y="1125748"/>
                  </a:lnTo>
                  <a:lnTo>
                    <a:pt x="434173" y="1138407"/>
                  </a:lnTo>
                  <a:lnTo>
                    <a:pt x="478808" y="1147632"/>
                  </a:lnTo>
                  <a:lnTo>
                    <a:pt x="524632" y="1153277"/>
                  </a:lnTo>
                  <a:lnTo>
                    <a:pt x="571500" y="1155192"/>
                  </a:lnTo>
                  <a:lnTo>
                    <a:pt x="618367" y="1153277"/>
                  </a:lnTo>
                  <a:lnTo>
                    <a:pt x="664191" y="1147632"/>
                  </a:lnTo>
                  <a:lnTo>
                    <a:pt x="708826" y="1138407"/>
                  </a:lnTo>
                  <a:lnTo>
                    <a:pt x="752124" y="1125748"/>
                  </a:lnTo>
                  <a:lnTo>
                    <a:pt x="793938" y="1109805"/>
                  </a:lnTo>
                  <a:lnTo>
                    <a:pt x="834121" y="1090726"/>
                  </a:lnTo>
                  <a:lnTo>
                    <a:pt x="872525" y="1068661"/>
                  </a:lnTo>
                  <a:lnTo>
                    <a:pt x="909005" y="1043757"/>
                  </a:lnTo>
                  <a:lnTo>
                    <a:pt x="943411" y="1016163"/>
                  </a:lnTo>
                  <a:lnTo>
                    <a:pt x="975598" y="986028"/>
                  </a:lnTo>
                  <a:lnTo>
                    <a:pt x="1005417" y="953500"/>
                  </a:lnTo>
                  <a:lnTo>
                    <a:pt x="1032723" y="918728"/>
                  </a:lnTo>
                  <a:lnTo>
                    <a:pt x="1057367" y="881860"/>
                  </a:lnTo>
                  <a:lnTo>
                    <a:pt x="1079203" y="843046"/>
                  </a:lnTo>
                  <a:lnTo>
                    <a:pt x="1098083" y="802433"/>
                  </a:lnTo>
                  <a:lnTo>
                    <a:pt x="1113861" y="760171"/>
                  </a:lnTo>
                  <a:lnTo>
                    <a:pt x="1126388" y="716407"/>
                  </a:lnTo>
                  <a:lnTo>
                    <a:pt x="1135519" y="671291"/>
                  </a:lnTo>
                  <a:lnTo>
                    <a:pt x="1141105" y="624971"/>
                  </a:lnTo>
                  <a:lnTo>
                    <a:pt x="1143000" y="577596"/>
                  </a:lnTo>
                  <a:lnTo>
                    <a:pt x="1141105" y="530220"/>
                  </a:lnTo>
                  <a:lnTo>
                    <a:pt x="1135519" y="483900"/>
                  </a:lnTo>
                  <a:lnTo>
                    <a:pt x="1126388" y="438784"/>
                  </a:lnTo>
                  <a:lnTo>
                    <a:pt x="1113861" y="395020"/>
                  </a:lnTo>
                  <a:lnTo>
                    <a:pt x="1098083" y="352758"/>
                  </a:lnTo>
                  <a:lnTo>
                    <a:pt x="1079203" y="312145"/>
                  </a:lnTo>
                  <a:lnTo>
                    <a:pt x="1057367" y="273331"/>
                  </a:lnTo>
                  <a:lnTo>
                    <a:pt x="1032723" y="236463"/>
                  </a:lnTo>
                  <a:lnTo>
                    <a:pt x="1005417" y="201691"/>
                  </a:lnTo>
                  <a:lnTo>
                    <a:pt x="975598" y="169163"/>
                  </a:lnTo>
                  <a:lnTo>
                    <a:pt x="943411" y="139028"/>
                  </a:lnTo>
                  <a:lnTo>
                    <a:pt x="909005" y="111434"/>
                  </a:lnTo>
                  <a:lnTo>
                    <a:pt x="872525" y="86530"/>
                  </a:lnTo>
                  <a:lnTo>
                    <a:pt x="834121" y="64465"/>
                  </a:lnTo>
                  <a:lnTo>
                    <a:pt x="793938" y="45386"/>
                  </a:lnTo>
                  <a:lnTo>
                    <a:pt x="752124" y="29443"/>
                  </a:lnTo>
                  <a:lnTo>
                    <a:pt x="708826" y="16784"/>
                  </a:lnTo>
                  <a:lnTo>
                    <a:pt x="664191" y="7559"/>
                  </a:lnTo>
                  <a:lnTo>
                    <a:pt x="618367" y="191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122420" y="3959352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0" y="577596"/>
                  </a:moveTo>
                  <a:lnTo>
                    <a:pt x="1894" y="530220"/>
                  </a:lnTo>
                  <a:lnTo>
                    <a:pt x="7480" y="483900"/>
                  </a:lnTo>
                  <a:lnTo>
                    <a:pt x="16611" y="438784"/>
                  </a:lnTo>
                  <a:lnTo>
                    <a:pt x="29138" y="395020"/>
                  </a:lnTo>
                  <a:lnTo>
                    <a:pt x="44916" y="352758"/>
                  </a:lnTo>
                  <a:lnTo>
                    <a:pt x="63796" y="312145"/>
                  </a:lnTo>
                  <a:lnTo>
                    <a:pt x="85632" y="273331"/>
                  </a:lnTo>
                  <a:lnTo>
                    <a:pt x="110276" y="236463"/>
                  </a:lnTo>
                  <a:lnTo>
                    <a:pt x="137582" y="201691"/>
                  </a:lnTo>
                  <a:lnTo>
                    <a:pt x="167401" y="169163"/>
                  </a:lnTo>
                  <a:lnTo>
                    <a:pt x="199588" y="139028"/>
                  </a:lnTo>
                  <a:lnTo>
                    <a:pt x="233994" y="111434"/>
                  </a:lnTo>
                  <a:lnTo>
                    <a:pt x="270474" y="86530"/>
                  </a:lnTo>
                  <a:lnTo>
                    <a:pt x="308878" y="64465"/>
                  </a:lnTo>
                  <a:lnTo>
                    <a:pt x="349061" y="45386"/>
                  </a:lnTo>
                  <a:lnTo>
                    <a:pt x="390875" y="29443"/>
                  </a:lnTo>
                  <a:lnTo>
                    <a:pt x="434173" y="16784"/>
                  </a:lnTo>
                  <a:lnTo>
                    <a:pt x="478808" y="7559"/>
                  </a:lnTo>
                  <a:lnTo>
                    <a:pt x="524632" y="1914"/>
                  </a:lnTo>
                  <a:lnTo>
                    <a:pt x="571500" y="0"/>
                  </a:lnTo>
                  <a:lnTo>
                    <a:pt x="618367" y="1914"/>
                  </a:lnTo>
                  <a:lnTo>
                    <a:pt x="664191" y="7559"/>
                  </a:lnTo>
                  <a:lnTo>
                    <a:pt x="708826" y="16784"/>
                  </a:lnTo>
                  <a:lnTo>
                    <a:pt x="752124" y="29443"/>
                  </a:lnTo>
                  <a:lnTo>
                    <a:pt x="793938" y="45386"/>
                  </a:lnTo>
                  <a:lnTo>
                    <a:pt x="834121" y="64465"/>
                  </a:lnTo>
                  <a:lnTo>
                    <a:pt x="872525" y="86530"/>
                  </a:lnTo>
                  <a:lnTo>
                    <a:pt x="909005" y="111434"/>
                  </a:lnTo>
                  <a:lnTo>
                    <a:pt x="943411" y="139028"/>
                  </a:lnTo>
                  <a:lnTo>
                    <a:pt x="975598" y="169163"/>
                  </a:lnTo>
                  <a:lnTo>
                    <a:pt x="1005417" y="201691"/>
                  </a:lnTo>
                  <a:lnTo>
                    <a:pt x="1032723" y="236463"/>
                  </a:lnTo>
                  <a:lnTo>
                    <a:pt x="1057367" y="273331"/>
                  </a:lnTo>
                  <a:lnTo>
                    <a:pt x="1079203" y="312145"/>
                  </a:lnTo>
                  <a:lnTo>
                    <a:pt x="1098083" y="352758"/>
                  </a:lnTo>
                  <a:lnTo>
                    <a:pt x="1113861" y="395020"/>
                  </a:lnTo>
                  <a:lnTo>
                    <a:pt x="1126388" y="438784"/>
                  </a:lnTo>
                  <a:lnTo>
                    <a:pt x="1135519" y="483900"/>
                  </a:lnTo>
                  <a:lnTo>
                    <a:pt x="1141105" y="530220"/>
                  </a:lnTo>
                  <a:lnTo>
                    <a:pt x="1143000" y="577596"/>
                  </a:lnTo>
                  <a:lnTo>
                    <a:pt x="1141105" y="624971"/>
                  </a:lnTo>
                  <a:lnTo>
                    <a:pt x="1135519" y="671291"/>
                  </a:lnTo>
                  <a:lnTo>
                    <a:pt x="1126388" y="716407"/>
                  </a:lnTo>
                  <a:lnTo>
                    <a:pt x="1113861" y="760171"/>
                  </a:lnTo>
                  <a:lnTo>
                    <a:pt x="1098083" y="802433"/>
                  </a:lnTo>
                  <a:lnTo>
                    <a:pt x="1079203" y="843046"/>
                  </a:lnTo>
                  <a:lnTo>
                    <a:pt x="1057367" y="881860"/>
                  </a:lnTo>
                  <a:lnTo>
                    <a:pt x="1032723" y="918728"/>
                  </a:lnTo>
                  <a:lnTo>
                    <a:pt x="1005417" y="953500"/>
                  </a:lnTo>
                  <a:lnTo>
                    <a:pt x="975598" y="986028"/>
                  </a:lnTo>
                  <a:lnTo>
                    <a:pt x="943411" y="1016163"/>
                  </a:lnTo>
                  <a:lnTo>
                    <a:pt x="909005" y="1043757"/>
                  </a:lnTo>
                  <a:lnTo>
                    <a:pt x="872525" y="1068661"/>
                  </a:lnTo>
                  <a:lnTo>
                    <a:pt x="834121" y="1090726"/>
                  </a:lnTo>
                  <a:lnTo>
                    <a:pt x="793938" y="1109805"/>
                  </a:lnTo>
                  <a:lnTo>
                    <a:pt x="752124" y="1125748"/>
                  </a:lnTo>
                  <a:lnTo>
                    <a:pt x="708826" y="1138407"/>
                  </a:lnTo>
                  <a:lnTo>
                    <a:pt x="664191" y="1147632"/>
                  </a:lnTo>
                  <a:lnTo>
                    <a:pt x="618367" y="1153277"/>
                  </a:lnTo>
                  <a:lnTo>
                    <a:pt x="571500" y="1155192"/>
                  </a:lnTo>
                  <a:lnTo>
                    <a:pt x="524632" y="1153277"/>
                  </a:lnTo>
                  <a:lnTo>
                    <a:pt x="478808" y="1147632"/>
                  </a:lnTo>
                  <a:lnTo>
                    <a:pt x="434173" y="1138407"/>
                  </a:lnTo>
                  <a:lnTo>
                    <a:pt x="390875" y="1125748"/>
                  </a:lnTo>
                  <a:lnTo>
                    <a:pt x="349061" y="1109805"/>
                  </a:lnTo>
                  <a:lnTo>
                    <a:pt x="308878" y="1090726"/>
                  </a:lnTo>
                  <a:lnTo>
                    <a:pt x="270474" y="1068661"/>
                  </a:lnTo>
                  <a:lnTo>
                    <a:pt x="233994" y="1043757"/>
                  </a:lnTo>
                  <a:lnTo>
                    <a:pt x="199588" y="1016163"/>
                  </a:lnTo>
                  <a:lnTo>
                    <a:pt x="167401" y="986028"/>
                  </a:lnTo>
                  <a:lnTo>
                    <a:pt x="137582" y="953500"/>
                  </a:lnTo>
                  <a:lnTo>
                    <a:pt x="110276" y="918728"/>
                  </a:lnTo>
                  <a:lnTo>
                    <a:pt x="85632" y="881860"/>
                  </a:lnTo>
                  <a:lnTo>
                    <a:pt x="63796" y="843046"/>
                  </a:lnTo>
                  <a:lnTo>
                    <a:pt x="44916" y="802433"/>
                  </a:lnTo>
                  <a:lnTo>
                    <a:pt x="29138" y="760171"/>
                  </a:lnTo>
                  <a:lnTo>
                    <a:pt x="16611" y="716407"/>
                  </a:lnTo>
                  <a:lnTo>
                    <a:pt x="7480" y="671291"/>
                  </a:lnTo>
                  <a:lnTo>
                    <a:pt x="1894" y="624971"/>
                  </a:lnTo>
                  <a:lnTo>
                    <a:pt x="0" y="57759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476622" y="4334332"/>
            <a:ext cx="356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5266182" y="4496308"/>
            <a:ext cx="2280920" cy="85725"/>
          </a:xfrm>
          <a:custGeom>
            <a:avLst/>
            <a:gdLst/>
            <a:ahLst/>
            <a:cxnLst/>
            <a:rect l="l" t="t" r="r" b="b"/>
            <a:pathLst>
              <a:path w="2280920" h="85725">
                <a:moveTo>
                  <a:pt x="2195194" y="0"/>
                </a:moveTo>
                <a:lnTo>
                  <a:pt x="2195067" y="85725"/>
                </a:lnTo>
                <a:lnTo>
                  <a:pt x="2252302" y="57150"/>
                </a:lnTo>
                <a:lnTo>
                  <a:pt x="2209418" y="57150"/>
                </a:lnTo>
                <a:lnTo>
                  <a:pt x="2209418" y="28575"/>
                </a:lnTo>
                <a:lnTo>
                  <a:pt x="2252175" y="28575"/>
                </a:lnTo>
                <a:lnTo>
                  <a:pt x="2195194" y="0"/>
                </a:lnTo>
                <a:close/>
              </a:path>
              <a:path w="2280920" h="85725">
                <a:moveTo>
                  <a:pt x="0" y="27051"/>
                </a:moveTo>
                <a:lnTo>
                  <a:pt x="0" y="55626"/>
                </a:lnTo>
                <a:lnTo>
                  <a:pt x="2209418" y="57150"/>
                </a:lnTo>
                <a:lnTo>
                  <a:pt x="2195110" y="57150"/>
                </a:lnTo>
                <a:lnTo>
                  <a:pt x="2195152" y="28575"/>
                </a:lnTo>
                <a:lnTo>
                  <a:pt x="2209418" y="28575"/>
                </a:lnTo>
                <a:lnTo>
                  <a:pt x="0" y="27051"/>
                </a:lnTo>
                <a:close/>
              </a:path>
              <a:path w="2280920" h="85725">
                <a:moveTo>
                  <a:pt x="2252175" y="28575"/>
                </a:moveTo>
                <a:lnTo>
                  <a:pt x="2209418" y="28575"/>
                </a:lnTo>
                <a:lnTo>
                  <a:pt x="2209418" y="57150"/>
                </a:lnTo>
                <a:lnTo>
                  <a:pt x="2252302" y="57150"/>
                </a:lnTo>
                <a:lnTo>
                  <a:pt x="2280792" y="42926"/>
                </a:lnTo>
                <a:lnTo>
                  <a:pt x="2252175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6301866" y="4081017"/>
            <a:ext cx="19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50569" y="2985642"/>
            <a:ext cx="10582275" cy="3419475"/>
            <a:chOff x="750569" y="2985642"/>
            <a:chExt cx="10582275" cy="3419475"/>
          </a:xfrm>
        </p:grpSpPr>
        <p:sp>
          <p:nvSpPr>
            <p:cNvPr id="17" name="object 17" descr=""/>
            <p:cNvSpPr/>
            <p:nvPr/>
          </p:nvSpPr>
          <p:spPr>
            <a:xfrm>
              <a:off x="4360544" y="3443731"/>
              <a:ext cx="704850" cy="560070"/>
            </a:xfrm>
            <a:custGeom>
              <a:avLst/>
              <a:gdLst/>
              <a:ahLst/>
              <a:cxnLst/>
              <a:rect l="l" t="t" r="r" b="b"/>
              <a:pathLst>
                <a:path w="704850" h="560070">
                  <a:moveTo>
                    <a:pt x="367156" y="0"/>
                  </a:moveTo>
                  <a:lnTo>
                    <a:pt x="333375" y="0"/>
                  </a:lnTo>
                  <a:lnTo>
                    <a:pt x="316610" y="1270"/>
                  </a:lnTo>
                  <a:lnTo>
                    <a:pt x="266826" y="8890"/>
                  </a:lnTo>
                  <a:lnTo>
                    <a:pt x="218693" y="22860"/>
                  </a:lnTo>
                  <a:lnTo>
                    <a:pt x="158368" y="50800"/>
                  </a:lnTo>
                  <a:lnTo>
                    <a:pt x="130428" y="69850"/>
                  </a:lnTo>
                  <a:lnTo>
                    <a:pt x="117093" y="78740"/>
                  </a:lnTo>
                  <a:lnTo>
                    <a:pt x="80390" y="113030"/>
                  </a:lnTo>
                  <a:lnTo>
                    <a:pt x="49149" y="152400"/>
                  </a:lnTo>
                  <a:lnTo>
                    <a:pt x="25653" y="194310"/>
                  </a:lnTo>
                  <a:lnTo>
                    <a:pt x="9778" y="237490"/>
                  </a:lnTo>
                  <a:lnTo>
                    <a:pt x="1524" y="281940"/>
                  </a:lnTo>
                  <a:lnTo>
                    <a:pt x="0" y="312420"/>
                  </a:lnTo>
                  <a:lnTo>
                    <a:pt x="423" y="322580"/>
                  </a:lnTo>
                  <a:lnTo>
                    <a:pt x="476" y="323850"/>
                  </a:lnTo>
                  <a:lnTo>
                    <a:pt x="582" y="326390"/>
                  </a:lnTo>
                  <a:lnTo>
                    <a:pt x="6984" y="372110"/>
                  </a:lnTo>
                  <a:lnTo>
                    <a:pt x="20574" y="415290"/>
                  </a:lnTo>
                  <a:lnTo>
                    <a:pt x="41275" y="455930"/>
                  </a:lnTo>
                  <a:lnTo>
                    <a:pt x="68833" y="495300"/>
                  </a:lnTo>
                  <a:lnTo>
                    <a:pt x="79501" y="506730"/>
                  </a:lnTo>
                  <a:lnTo>
                    <a:pt x="90931" y="519430"/>
                  </a:lnTo>
                  <a:lnTo>
                    <a:pt x="103124" y="529590"/>
                  </a:lnTo>
                  <a:lnTo>
                    <a:pt x="115950" y="541020"/>
                  </a:lnTo>
                  <a:lnTo>
                    <a:pt x="129539" y="551180"/>
                  </a:lnTo>
                  <a:lnTo>
                    <a:pt x="143637" y="560070"/>
                  </a:lnTo>
                  <a:lnTo>
                    <a:pt x="154431" y="544830"/>
                  </a:lnTo>
                  <a:lnTo>
                    <a:pt x="140768" y="536055"/>
                  </a:lnTo>
                  <a:lnTo>
                    <a:pt x="140993" y="536055"/>
                  </a:lnTo>
                  <a:lnTo>
                    <a:pt x="127634" y="525780"/>
                  </a:lnTo>
                  <a:lnTo>
                    <a:pt x="128015" y="525780"/>
                  </a:lnTo>
                  <a:lnTo>
                    <a:pt x="115442" y="515620"/>
                  </a:lnTo>
                  <a:lnTo>
                    <a:pt x="115824" y="515620"/>
                  </a:lnTo>
                  <a:lnTo>
                    <a:pt x="104012" y="505460"/>
                  </a:lnTo>
                  <a:lnTo>
                    <a:pt x="104393" y="505460"/>
                  </a:lnTo>
                  <a:lnTo>
                    <a:pt x="93344" y="494030"/>
                  </a:lnTo>
                  <a:lnTo>
                    <a:pt x="93599" y="494030"/>
                  </a:lnTo>
                  <a:lnTo>
                    <a:pt x="83184" y="482600"/>
                  </a:lnTo>
                  <a:lnTo>
                    <a:pt x="83565" y="482600"/>
                  </a:lnTo>
                  <a:lnTo>
                    <a:pt x="73913" y="471170"/>
                  </a:lnTo>
                  <a:lnTo>
                    <a:pt x="74294" y="471170"/>
                  </a:lnTo>
                  <a:lnTo>
                    <a:pt x="65404" y="458470"/>
                  </a:lnTo>
                  <a:lnTo>
                    <a:pt x="65658" y="458470"/>
                  </a:lnTo>
                  <a:lnTo>
                    <a:pt x="58229" y="447040"/>
                  </a:lnTo>
                  <a:lnTo>
                    <a:pt x="57657" y="447040"/>
                  </a:lnTo>
                  <a:lnTo>
                    <a:pt x="50961" y="434340"/>
                  </a:lnTo>
                  <a:lnTo>
                    <a:pt x="50545" y="434340"/>
                  </a:lnTo>
                  <a:lnTo>
                    <a:pt x="44426" y="421640"/>
                  </a:lnTo>
                  <a:lnTo>
                    <a:pt x="44068" y="421640"/>
                  </a:lnTo>
                  <a:lnTo>
                    <a:pt x="38226" y="407670"/>
                  </a:lnTo>
                  <a:lnTo>
                    <a:pt x="33146" y="394970"/>
                  </a:lnTo>
                  <a:lnTo>
                    <a:pt x="33400" y="394970"/>
                  </a:lnTo>
                  <a:lnTo>
                    <a:pt x="29360" y="382270"/>
                  </a:lnTo>
                  <a:lnTo>
                    <a:pt x="29082" y="382270"/>
                  </a:lnTo>
                  <a:lnTo>
                    <a:pt x="25823" y="368300"/>
                  </a:lnTo>
                  <a:lnTo>
                    <a:pt x="25653" y="368300"/>
                  </a:lnTo>
                  <a:lnTo>
                    <a:pt x="19661" y="327660"/>
                  </a:lnTo>
                  <a:lnTo>
                    <a:pt x="19050" y="312420"/>
                  </a:lnTo>
                  <a:lnTo>
                    <a:pt x="19303" y="298450"/>
                  </a:lnTo>
                  <a:lnTo>
                    <a:pt x="24764" y="256540"/>
                  </a:lnTo>
                  <a:lnTo>
                    <a:pt x="31497" y="231616"/>
                  </a:lnTo>
                  <a:lnTo>
                    <a:pt x="32384" y="228600"/>
                  </a:lnTo>
                  <a:lnTo>
                    <a:pt x="32619" y="228600"/>
                  </a:lnTo>
                  <a:lnTo>
                    <a:pt x="38301" y="213314"/>
                  </a:lnTo>
                  <a:lnTo>
                    <a:pt x="43052" y="201930"/>
                  </a:lnTo>
                  <a:lnTo>
                    <a:pt x="42799" y="201930"/>
                  </a:lnTo>
                  <a:lnTo>
                    <a:pt x="49656" y="189230"/>
                  </a:lnTo>
                  <a:lnTo>
                    <a:pt x="49275" y="189230"/>
                  </a:lnTo>
                  <a:lnTo>
                    <a:pt x="56895" y="175260"/>
                  </a:lnTo>
                  <a:lnTo>
                    <a:pt x="57530" y="175260"/>
                  </a:lnTo>
                  <a:lnTo>
                    <a:pt x="65150" y="162560"/>
                  </a:lnTo>
                  <a:lnTo>
                    <a:pt x="64769" y="162560"/>
                  </a:lnTo>
                  <a:lnTo>
                    <a:pt x="74167" y="149860"/>
                  </a:lnTo>
                  <a:lnTo>
                    <a:pt x="74803" y="149860"/>
                  </a:lnTo>
                  <a:lnTo>
                    <a:pt x="83946" y="138430"/>
                  </a:lnTo>
                  <a:lnTo>
                    <a:pt x="83565" y="138430"/>
                  </a:lnTo>
                  <a:lnTo>
                    <a:pt x="94487" y="125730"/>
                  </a:lnTo>
                  <a:lnTo>
                    <a:pt x="95249" y="125730"/>
                  </a:lnTo>
                  <a:lnTo>
                    <a:pt x="105537" y="114300"/>
                  </a:lnTo>
                  <a:lnTo>
                    <a:pt x="106456" y="114300"/>
                  </a:lnTo>
                  <a:lnTo>
                    <a:pt x="116733" y="104266"/>
                  </a:lnTo>
                  <a:lnTo>
                    <a:pt x="118379" y="102870"/>
                  </a:lnTo>
                  <a:lnTo>
                    <a:pt x="129158" y="93980"/>
                  </a:lnTo>
                  <a:lnTo>
                    <a:pt x="128777" y="93980"/>
                  </a:lnTo>
                  <a:lnTo>
                    <a:pt x="141731" y="85090"/>
                  </a:lnTo>
                  <a:lnTo>
                    <a:pt x="141350" y="85090"/>
                  </a:lnTo>
                  <a:lnTo>
                    <a:pt x="154685" y="76200"/>
                  </a:lnTo>
                  <a:lnTo>
                    <a:pt x="154304" y="76200"/>
                  </a:lnTo>
                  <a:lnTo>
                    <a:pt x="168147" y="67310"/>
                  </a:lnTo>
                  <a:lnTo>
                    <a:pt x="167766" y="67310"/>
                  </a:lnTo>
                  <a:lnTo>
                    <a:pt x="181990" y="59690"/>
                  </a:lnTo>
                  <a:lnTo>
                    <a:pt x="184022" y="59690"/>
                  </a:lnTo>
                  <a:lnTo>
                    <a:pt x="196087" y="53340"/>
                  </a:lnTo>
                  <a:lnTo>
                    <a:pt x="195579" y="53340"/>
                  </a:lnTo>
                  <a:lnTo>
                    <a:pt x="209982" y="47081"/>
                  </a:lnTo>
                  <a:lnTo>
                    <a:pt x="225425" y="40640"/>
                  </a:lnTo>
                  <a:lnTo>
                    <a:pt x="228015" y="40640"/>
                  </a:lnTo>
                  <a:lnTo>
                    <a:pt x="240410" y="35560"/>
                  </a:lnTo>
                  <a:lnTo>
                    <a:pt x="240029" y="35560"/>
                  </a:lnTo>
                  <a:lnTo>
                    <a:pt x="255650" y="31750"/>
                  </a:lnTo>
                  <a:lnTo>
                    <a:pt x="255142" y="31750"/>
                  </a:lnTo>
                  <a:lnTo>
                    <a:pt x="270784" y="28025"/>
                  </a:lnTo>
                  <a:lnTo>
                    <a:pt x="270223" y="28025"/>
                  </a:lnTo>
                  <a:lnTo>
                    <a:pt x="286765" y="25400"/>
                  </a:lnTo>
                  <a:lnTo>
                    <a:pt x="286384" y="25400"/>
                  </a:lnTo>
                  <a:lnTo>
                    <a:pt x="302640" y="22860"/>
                  </a:lnTo>
                  <a:lnTo>
                    <a:pt x="302259" y="22860"/>
                  </a:lnTo>
                  <a:lnTo>
                    <a:pt x="318144" y="20378"/>
                  </a:lnTo>
                  <a:lnTo>
                    <a:pt x="317385" y="20378"/>
                  </a:lnTo>
                  <a:lnTo>
                    <a:pt x="334517" y="19050"/>
                  </a:lnTo>
                  <a:lnTo>
                    <a:pt x="473862" y="19050"/>
                  </a:lnTo>
                  <a:lnTo>
                    <a:pt x="467359" y="16510"/>
                  </a:lnTo>
                  <a:lnTo>
                    <a:pt x="417702" y="5080"/>
                  </a:lnTo>
                  <a:lnTo>
                    <a:pt x="400938" y="2540"/>
                  </a:lnTo>
                  <a:lnTo>
                    <a:pt x="367156" y="0"/>
                  </a:lnTo>
                  <a:close/>
                </a:path>
                <a:path w="704850" h="560070">
                  <a:moveTo>
                    <a:pt x="584453" y="481330"/>
                  </a:moveTo>
                  <a:lnTo>
                    <a:pt x="547624" y="557530"/>
                  </a:lnTo>
                  <a:lnTo>
                    <a:pt x="631189" y="541020"/>
                  </a:lnTo>
                  <a:lnTo>
                    <a:pt x="620251" y="527050"/>
                  </a:lnTo>
                  <a:lnTo>
                    <a:pt x="603884" y="527050"/>
                  </a:lnTo>
                  <a:lnTo>
                    <a:pt x="591819" y="511810"/>
                  </a:lnTo>
                  <a:lnTo>
                    <a:pt x="602041" y="503792"/>
                  </a:lnTo>
                  <a:lnTo>
                    <a:pt x="584453" y="481330"/>
                  </a:lnTo>
                  <a:close/>
                </a:path>
                <a:path w="704850" h="560070">
                  <a:moveTo>
                    <a:pt x="140993" y="536055"/>
                  </a:moveTo>
                  <a:lnTo>
                    <a:pt x="140768" y="536055"/>
                  </a:lnTo>
                  <a:lnTo>
                    <a:pt x="142127" y="536927"/>
                  </a:lnTo>
                  <a:lnTo>
                    <a:pt x="140993" y="536055"/>
                  </a:lnTo>
                  <a:close/>
                </a:path>
                <a:path w="704850" h="560070">
                  <a:moveTo>
                    <a:pt x="602041" y="503792"/>
                  </a:moveTo>
                  <a:lnTo>
                    <a:pt x="591819" y="511810"/>
                  </a:lnTo>
                  <a:lnTo>
                    <a:pt x="603884" y="527050"/>
                  </a:lnTo>
                  <a:lnTo>
                    <a:pt x="613716" y="518702"/>
                  </a:lnTo>
                  <a:lnTo>
                    <a:pt x="602041" y="503792"/>
                  </a:lnTo>
                  <a:close/>
                </a:path>
                <a:path w="704850" h="560070">
                  <a:moveTo>
                    <a:pt x="613716" y="518702"/>
                  </a:moveTo>
                  <a:lnTo>
                    <a:pt x="603884" y="527050"/>
                  </a:lnTo>
                  <a:lnTo>
                    <a:pt x="620251" y="527050"/>
                  </a:lnTo>
                  <a:lnTo>
                    <a:pt x="613716" y="518702"/>
                  </a:lnTo>
                  <a:close/>
                </a:path>
                <a:path w="704850" h="560070">
                  <a:moveTo>
                    <a:pt x="648207" y="444500"/>
                  </a:moveTo>
                  <a:lnTo>
                    <a:pt x="639826" y="458470"/>
                  </a:lnTo>
                  <a:lnTo>
                    <a:pt x="640079" y="458470"/>
                  </a:lnTo>
                  <a:lnTo>
                    <a:pt x="630808" y="471170"/>
                  </a:lnTo>
                  <a:lnTo>
                    <a:pt x="631063" y="471170"/>
                  </a:lnTo>
                  <a:lnTo>
                    <a:pt x="621029" y="482600"/>
                  </a:lnTo>
                  <a:lnTo>
                    <a:pt x="621410" y="482600"/>
                  </a:lnTo>
                  <a:lnTo>
                    <a:pt x="603757" y="501650"/>
                  </a:lnTo>
                  <a:lnTo>
                    <a:pt x="604774" y="501650"/>
                  </a:lnTo>
                  <a:lnTo>
                    <a:pt x="602041" y="503792"/>
                  </a:lnTo>
                  <a:lnTo>
                    <a:pt x="613716" y="518702"/>
                  </a:lnTo>
                  <a:lnTo>
                    <a:pt x="617346" y="515620"/>
                  </a:lnTo>
                  <a:lnTo>
                    <a:pt x="635762" y="495300"/>
                  </a:lnTo>
                  <a:lnTo>
                    <a:pt x="646176" y="482600"/>
                  </a:lnTo>
                  <a:lnTo>
                    <a:pt x="655701" y="468630"/>
                  </a:lnTo>
                  <a:lnTo>
                    <a:pt x="664463" y="454660"/>
                  </a:lnTo>
                  <a:lnTo>
                    <a:pt x="669393" y="445770"/>
                  </a:lnTo>
                  <a:lnTo>
                    <a:pt x="647953" y="445770"/>
                  </a:lnTo>
                  <a:lnTo>
                    <a:pt x="648207" y="444500"/>
                  </a:lnTo>
                  <a:close/>
                </a:path>
                <a:path w="704850" h="560070">
                  <a:moveTo>
                    <a:pt x="57403" y="445770"/>
                  </a:moveTo>
                  <a:lnTo>
                    <a:pt x="57657" y="447040"/>
                  </a:lnTo>
                  <a:lnTo>
                    <a:pt x="58229" y="447040"/>
                  </a:lnTo>
                  <a:lnTo>
                    <a:pt x="57403" y="445770"/>
                  </a:lnTo>
                  <a:close/>
                </a:path>
                <a:path w="704850" h="560070">
                  <a:moveTo>
                    <a:pt x="667765" y="405130"/>
                  </a:moveTo>
                  <a:lnTo>
                    <a:pt x="661924" y="419100"/>
                  </a:lnTo>
                  <a:lnTo>
                    <a:pt x="662177" y="419100"/>
                  </a:lnTo>
                  <a:lnTo>
                    <a:pt x="655319" y="431800"/>
                  </a:lnTo>
                  <a:lnTo>
                    <a:pt x="647953" y="445770"/>
                  </a:lnTo>
                  <a:lnTo>
                    <a:pt x="669393" y="445770"/>
                  </a:lnTo>
                  <a:lnTo>
                    <a:pt x="672210" y="440690"/>
                  </a:lnTo>
                  <a:lnTo>
                    <a:pt x="679322" y="426720"/>
                  </a:lnTo>
                  <a:lnTo>
                    <a:pt x="685418" y="412750"/>
                  </a:lnTo>
                  <a:lnTo>
                    <a:pt x="687641" y="406400"/>
                  </a:lnTo>
                  <a:lnTo>
                    <a:pt x="667638" y="406400"/>
                  </a:lnTo>
                  <a:lnTo>
                    <a:pt x="667765" y="405130"/>
                  </a:lnTo>
                  <a:close/>
                </a:path>
                <a:path w="704850" h="560070">
                  <a:moveTo>
                    <a:pt x="50291" y="433070"/>
                  </a:moveTo>
                  <a:lnTo>
                    <a:pt x="50545" y="434340"/>
                  </a:lnTo>
                  <a:lnTo>
                    <a:pt x="50961" y="434340"/>
                  </a:lnTo>
                  <a:lnTo>
                    <a:pt x="50291" y="433070"/>
                  </a:lnTo>
                  <a:close/>
                </a:path>
                <a:path w="704850" h="560070">
                  <a:moveTo>
                    <a:pt x="43814" y="420370"/>
                  </a:moveTo>
                  <a:lnTo>
                    <a:pt x="44068" y="421640"/>
                  </a:lnTo>
                  <a:lnTo>
                    <a:pt x="44426" y="421640"/>
                  </a:lnTo>
                  <a:lnTo>
                    <a:pt x="43814" y="420370"/>
                  </a:lnTo>
                  <a:close/>
                </a:path>
                <a:path w="704850" h="560070">
                  <a:moveTo>
                    <a:pt x="672718" y="391160"/>
                  </a:moveTo>
                  <a:lnTo>
                    <a:pt x="667638" y="406400"/>
                  </a:lnTo>
                  <a:lnTo>
                    <a:pt x="687641" y="406400"/>
                  </a:lnTo>
                  <a:lnTo>
                    <a:pt x="690752" y="397510"/>
                  </a:lnTo>
                  <a:lnTo>
                    <a:pt x="692369" y="392430"/>
                  </a:lnTo>
                  <a:lnTo>
                    <a:pt x="672591" y="392430"/>
                  </a:lnTo>
                  <a:lnTo>
                    <a:pt x="672718" y="391160"/>
                  </a:lnTo>
                  <a:close/>
                </a:path>
                <a:path w="704850" h="560070">
                  <a:moveTo>
                    <a:pt x="701272" y="266700"/>
                  </a:moveTo>
                  <a:lnTo>
                    <a:pt x="682116" y="266700"/>
                  </a:lnTo>
                  <a:lnTo>
                    <a:pt x="684149" y="280670"/>
                  </a:lnTo>
                  <a:lnTo>
                    <a:pt x="685303" y="293370"/>
                  </a:lnTo>
                  <a:lnTo>
                    <a:pt x="685418" y="294640"/>
                  </a:lnTo>
                  <a:lnTo>
                    <a:pt x="685800" y="308610"/>
                  </a:lnTo>
                  <a:lnTo>
                    <a:pt x="685545" y="322580"/>
                  </a:lnTo>
                  <a:lnTo>
                    <a:pt x="679640" y="366818"/>
                  </a:lnTo>
                  <a:lnTo>
                    <a:pt x="672591" y="392430"/>
                  </a:lnTo>
                  <a:lnTo>
                    <a:pt x="692369" y="392430"/>
                  </a:lnTo>
                  <a:lnTo>
                    <a:pt x="701547" y="353060"/>
                  </a:lnTo>
                  <a:lnTo>
                    <a:pt x="704786" y="312420"/>
                  </a:lnTo>
                  <a:lnTo>
                    <a:pt x="704850" y="308610"/>
                  </a:lnTo>
                  <a:lnTo>
                    <a:pt x="704511" y="298450"/>
                  </a:lnTo>
                  <a:lnTo>
                    <a:pt x="704384" y="294640"/>
                  </a:lnTo>
                  <a:lnTo>
                    <a:pt x="704341" y="293370"/>
                  </a:lnTo>
                  <a:lnTo>
                    <a:pt x="703302" y="281940"/>
                  </a:lnTo>
                  <a:lnTo>
                    <a:pt x="703187" y="280670"/>
                  </a:lnTo>
                  <a:lnTo>
                    <a:pt x="703071" y="279400"/>
                  </a:lnTo>
                  <a:lnTo>
                    <a:pt x="701272" y="266700"/>
                  </a:lnTo>
                  <a:close/>
                </a:path>
                <a:path w="704850" h="560070">
                  <a:moveTo>
                    <a:pt x="28955" y="381000"/>
                  </a:moveTo>
                  <a:lnTo>
                    <a:pt x="29082" y="382270"/>
                  </a:lnTo>
                  <a:lnTo>
                    <a:pt x="29360" y="382270"/>
                  </a:lnTo>
                  <a:lnTo>
                    <a:pt x="28955" y="381000"/>
                  </a:lnTo>
                  <a:close/>
                </a:path>
                <a:path w="704850" h="560070">
                  <a:moveTo>
                    <a:pt x="25526" y="367030"/>
                  </a:moveTo>
                  <a:lnTo>
                    <a:pt x="25653" y="368300"/>
                  </a:lnTo>
                  <a:lnTo>
                    <a:pt x="25823" y="368300"/>
                  </a:lnTo>
                  <a:lnTo>
                    <a:pt x="25526" y="367030"/>
                  </a:lnTo>
                  <a:close/>
                </a:path>
                <a:path w="704850" h="560070">
                  <a:moveTo>
                    <a:pt x="698722" y="252730"/>
                  </a:moveTo>
                  <a:lnTo>
                    <a:pt x="679322" y="252730"/>
                  </a:lnTo>
                  <a:lnTo>
                    <a:pt x="679445" y="253981"/>
                  </a:lnTo>
                  <a:lnTo>
                    <a:pt x="679828" y="255486"/>
                  </a:lnTo>
                  <a:lnTo>
                    <a:pt x="682116" y="267970"/>
                  </a:lnTo>
                  <a:lnTo>
                    <a:pt x="682116" y="266700"/>
                  </a:lnTo>
                  <a:lnTo>
                    <a:pt x="701272" y="266700"/>
                  </a:lnTo>
                  <a:lnTo>
                    <a:pt x="700913" y="264160"/>
                  </a:lnTo>
                  <a:lnTo>
                    <a:pt x="698962" y="253981"/>
                  </a:lnTo>
                  <a:lnTo>
                    <a:pt x="698838" y="253338"/>
                  </a:lnTo>
                  <a:lnTo>
                    <a:pt x="698722" y="252730"/>
                  </a:lnTo>
                  <a:close/>
                </a:path>
                <a:path w="704850" h="560070">
                  <a:moveTo>
                    <a:pt x="681574" y="199390"/>
                  </a:moveTo>
                  <a:lnTo>
                    <a:pt x="660907" y="199390"/>
                  </a:lnTo>
                  <a:lnTo>
                    <a:pt x="666643" y="213105"/>
                  </a:lnTo>
                  <a:lnTo>
                    <a:pt x="666604" y="213314"/>
                  </a:lnTo>
                  <a:lnTo>
                    <a:pt x="671702" y="226060"/>
                  </a:lnTo>
                  <a:lnTo>
                    <a:pt x="675893" y="240030"/>
                  </a:lnTo>
                  <a:lnTo>
                    <a:pt x="679445" y="253981"/>
                  </a:lnTo>
                  <a:lnTo>
                    <a:pt x="679322" y="252730"/>
                  </a:lnTo>
                  <a:lnTo>
                    <a:pt x="698722" y="252730"/>
                  </a:lnTo>
                  <a:lnTo>
                    <a:pt x="697991" y="248920"/>
                  </a:lnTo>
                  <a:lnTo>
                    <a:pt x="694181" y="234950"/>
                  </a:lnTo>
                  <a:lnTo>
                    <a:pt x="689609" y="219710"/>
                  </a:lnTo>
                  <a:lnTo>
                    <a:pt x="684402" y="205740"/>
                  </a:lnTo>
                  <a:lnTo>
                    <a:pt x="681574" y="199390"/>
                  </a:lnTo>
                  <a:close/>
                </a:path>
                <a:path w="704850" h="560070">
                  <a:moveTo>
                    <a:pt x="32619" y="228600"/>
                  </a:moveTo>
                  <a:lnTo>
                    <a:pt x="32384" y="228600"/>
                  </a:lnTo>
                  <a:lnTo>
                    <a:pt x="31480" y="231616"/>
                  </a:lnTo>
                  <a:lnTo>
                    <a:pt x="32619" y="228600"/>
                  </a:lnTo>
                  <a:close/>
                </a:path>
                <a:path w="704850" h="560070">
                  <a:moveTo>
                    <a:pt x="675686" y="186690"/>
                  </a:moveTo>
                  <a:lnTo>
                    <a:pt x="654430" y="186690"/>
                  </a:lnTo>
                  <a:lnTo>
                    <a:pt x="661034" y="200660"/>
                  </a:lnTo>
                  <a:lnTo>
                    <a:pt x="660907" y="199390"/>
                  </a:lnTo>
                  <a:lnTo>
                    <a:pt x="681574" y="199390"/>
                  </a:lnTo>
                  <a:lnTo>
                    <a:pt x="678179" y="191770"/>
                  </a:lnTo>
                  <a:lnTo>
                    <a:pt x="675686" y="186690"/>
                  </a:lnTo>
                  <a:close/>
                </a:path>
                <a:path w="704850" h="560070">
                  <a:moveTo>
                    <a:pt x="669035" y="173990"/>
                  </a:moveTo>
                  <a:lnTo>
                    <a:pt x="647191" y="173990"/>
                  </a:lnTo>
                  <a:lnTo>
                    <a:pt x="654684" y="187960"/>
                  </a:lnTo>
                  <a:lnTo>
                    <a:pt x="654430" y="186690"/>
                  </a:lnTo>
                  <a:lnTo>
                    <a:pt x="675686" y="186690"/>
                  </a:lnTo>
                  <a:lnTo>
                    <a:pt x="671321" y="177800"/>
                  </a:lnTo>
                  <a:lnTo>
                    <a:pt x="669035" y="173990"/>
                  </a:lnTo>
                  <a:close/>
                </a:path>
                <a:path w="704850" h="560070">
                  <a:moveTo>
                    <a:pt x="57530" y="175260"/>
                  </a:moveTo>
                  <a:lnTo>
                    <a:pt x="56895" y="175260"/>
                  </a:lnTo>
                  <a:lnTo>
                    <a:pt x="56768" y="176530"/>
                  </a:lnTo>
                  <a:lnTo>
                    <a:pt x="57530" y="175260"/>
                  </a:lnTo>
                  <a:close/>
                </a:path>
                <a:path w="704850" h="560070">
                  <a:moveTo>
                    <a:pt x="594656" y="85090"/>
                  </a:moveTo>
                  <a:lnTo>
                    <a:pt x="564006" y="85090"/>
                  </a:lnTo>
                  <a:lnTo>
                    <a:pt x="577341" y="95250"/>
                  </a:lnTo>
                  <a:lnTo>
                    <a:pt x="576960" y="95250"/>
                  </a:lnTo>
                  <a:lnTo>
                    <a:pt x="589533" y="105410"/>
                  </a:lnTo>
                  <a:lnTo>
                    <a:pt x="589152" y="105410"/>
                  </a:lnTo>
                  <a:lnTo>
                    <a:pt x="600963" y="115570"/>
                  </a:lnTo>
                  <a:lnTo>
                    <a:pt x="600582" y="115570"/>
                  </a:lnTo>
                  <a:lnTo>
                    <a:pt x="611631" y="127000"/>
                  </a:lnTo>
                  <a:lnTo>
                    <a:pt x="611251" y="127000"/>
                  </a:lnTo>
                  <a:lnTo>
                    <a:pt x="621664" y="138430"/>
                  </a:lnTo>
                  <a:lnTo>
                    <a:pt x="621410" y="138430"/>
                  </a:lnTo>
                  <a:lnTo>
                    <a:pt x="631063" y="149860"/>
                  </a:lnTo>
                  <a:lnTo>
                    <a:pt x="630681" y="149860"/>
                  </a:lnTo>
                  <a:lnTo>
                    <a:pt x="639571" y="162560"/>
                  </a:lnTo>
                  <a:lnTo>
                    <a:pt x="639317" y="162560"/>
                  </a:lnTo>
                  <a:lnTo>
                    <a:pt x="647445" y="175260"/>
                  </a:lnTo>
                  <a:lnTo>
                    <a:pt x="647191" y="173990"/>
                  </a:lnTo>
                  <a:lnTo>
                    <a:pt x="669035" y="173990"/>
                  </a:lnTo>
                  <a:lnTo>
                    <a:pt x="646049" y="138430"/>
                  </a:lnTo>
                  <a:lnTo>
                    <a:pt x="614044" y="102870"/>
                  </a:lnTo>
                  <a:lnTo>
                    <a:pt x="601852" y="91440"/>
                  </a:lnTo>
                  <a:lnTo>
                    <a:pt x="594656" y="85090"/>
                  </a:lnTo>
                  <a:close/>
                </a:path>
                <a:path w="704850" h="560070">
                  <a:moveTo>
                    <a:pt x="74803" y="149860"/>
                  </a:moveTo>
                  <a:lnTo>
                    <a:pt x="74167" y="149860"/>
                  </a:lnTo>
                  <a:lnTo>
                    <a:pt x="73787" y="151130"/>
                  </a:lnTo>
                  <a:lnTo>
                    <a:pt x="74803" y="149860"/>
                  </a:lnTo>
                  <a:close/>
                </a:path>
                <a:path w="704850" h="560070">
                  <a:moveTo>
                    <a:pt x="95249" y="125730"/>
                  </a:moveTo>
                  <a:lnTo>
                    <a:pt x="94487" y="125730"/>
                  </a:lnTo>
                  <a:lnTo>
                    <a:pt x="94106" y="127000"/>
                  </a:lnTo>
                  <a:lnTo>
                    <a:pt x="95249" y="125730"/>
                  </a:lnTo>
                  <a:close/>
                </a:path>
                <a:path w="704850" h="560070">
                  <a:moveTo>
                    <a:pt x="106456" y="114300"/>
                  </a:moveTo>
                  <a:lnTo>
                    <a:pt x="105537" y="114300"/>
                  </a:lnTo>
                  <a:lnTo>
                    <a:pt x="105155" y="115570"/>
                  </a:lnTo>
                  <a:lnTo>
                    <a:pt x="106456" y="114300"/>
                  </a:lnTo>
                  <a:close/>
                </a:path>
                <a:path w="704850" h="560070">
                  <a:moveTo>
                    <a:pt x="118420" y="102870"/>
                  </a:moveTo>
                  <a:lnTo>
                    <a:pt x="116711" y="104266"/>
                  </a:lnTo>
                  <a:lnTo>
                    <a:pt x="116961" y="104266"/>
                  </a:lnTo>
                  <a:lnTo>
                    <a:pt x="118420" y="102870"/>
                  </a:lnTo>
                  <a:close/>
                </a:path>
                <a:path w="704850" h="560070">
                  <a:moveTo>
                    <a:pt x="490788" y="45120"/>
                  </a:moveTo>
                  <a:lnTo>
                    <a:pt x="507745" y="52070"/>
                  </a:lnTo>
                  <a:lnTo>
                    <a:pt x="507238" y="52070"/>
                  </a:lnTo>
                  <a:lnTo>
                    <a:pt x="522350" y="59690"/>
                  </a:lnTo>
                  <a:lnTo>
                    <a:pt x="521969" y="59690"/>
                  </a:lnTo>
                  <a:lnTo>
                    <a:pt x="536828" y="67310"/>
                  </a:lnTo>
                  <a:lnTo>
                    <a:pt x="536447" y="67310"/>
                  </a:lnTo>
                  <a:lnTo>
                    <a:pt x="550926" y="76200"/>
                  </a:lnTo>
                  <a:lnTo>
                    <a:pt x="550544" y="76200"/>
                  </a:lnTo>
                  <a:lnTo>
                    <a:pt x="564388" y="86360"/>
                  </a:lnTo>
                  <a:lnTo>
                    <a:pt x="564006" y="85090"/>
                  </a:lnTo>
                  <a:lnTo>
                    <a:pt x="594656" y="85090"/>
                  </a:lnTo>
                  <a:lnTo>
                    <a:pt x="588899" y="80010"/>
                  </a:lnTo>
                  <a:lnTo>
                    <a:pt x="575309" y="69850"/>
                  </a:lnTo>
                  <a:lnTo>
                    <a:pt x="561085" y="60960"/>
                  </a:lnTo>
                  <a:lnTo>
                    <a:pt x="546226" y="50800"/>
                  </a:lnTo>
                  <a:lnTo>
                    <a:pt x="536066" y="45720"/>
                  </a:lnTo>
                  <a:lnTo>
                    <a:pt x="492632" y="45720"/>
                  </a:lnTo>
                  <a:lnTo>
                    <a:pt x="490788" y="45120"/>
                  </a:lnTo>
                  <a:close/>
                </a:path>
                <a:path w="704850" h="560070">
                  <a:moveTo>
                    <a:pt x="184022" y="59690"/>
                  </a:moveTo>
                  <a:lnTo>
                    <a:pt x="181990" y="59690"/>
                  </a:lnTo>
                  <a:lnTo>
                    <a:pt x="181609" y="60960"/>
                  </a:lnTo>
                  <a:lnTo>
                    <a:pt x="184022" y="59690"/>
                  </a:lnTo>
                  <a:close/>
                </a:path>
                <a:path w="704850" h="560070">
                  <a:moveTo>
                    <a:pt x="219354" y="43180"/>
                  </a:moveTo>
                  <a:lnTo>
                    <a:pt x="209973" y="47081"/>
                  </a:lnTo>
                  <a:lnTo>
                    <a:pt x="210224" y="47081"/>
                  </a:lnTo>
                  <a:lnTo>
                    <a:pt x="219354" y="43180"/>
                  </a:lnTo>
                  <a:close/>
                </a:path>
                <a:path w="704850" h="560070">
                  <a:moveTo>
                    <a:pt x="444590" y="30025"/>
                  </a:moveTo>
                  <a:lnTo>
                    <a:pt x="462025" y="35560"/>
                  </a:lnTo>
                  <a:lnTo>
                    <a:pt x="461644" y="35560"/>
                  </a:lnTo>
                  <a:lnTo>
                    <a:pt x="477392" y="40640"/>
                  </a:lnTo>
                  <a:lnTo>
                    <a:pt x="477012" y="40640"/>
                  </a:lnTo>
                  <a:lnTo>
                    <a:pt x="492632" y="45720"/>
                  </a:lnTo>
                  <a:lnTo>
                    <a:pt x="536066" y="45720"/>
                  </a:lnTo>
                  <a:lnTo>
                    <a:pt x="515492" y="35560"/>
                  </a:lnTo>
                  <a:lnTo>
                    <a:pt x="504909" y="30480"/>
                  </a:lnTo>
                  <a:lnTo>
                    <a:pt x="446531" y="30480"/>
                  </a:lnTo>
                  <a:lnTo>
                    <a:pt x="444590" y="30025"/>
                  </a:lnTo>
                  <a:close/>
                </a:path>
                <a:path w="704850" h="560070">
                  <a:moveTo>
                    <a:pt x="228015" y="40640"/>
                  </a:moveTo>
                  <a:lnTo>
                    <a:pt x="225425" y="40640"/>
                  </a:lnTo>
                  <a:lnTo>
                    <a:pt x="224916" y="41910"/>
                  </a:lnTo>
                  <a:lnTo>
                    <a:pt x="228015" y="40640"/>
                  </a:lnTo>
                  <a:close/>
                </a:path>
                <a:path w="704850" h="560070">
                  <a:moveTo>
                    <a:pt x="240971" y="35330"/>
                  </a:moveTo>
                  <a:lnTo>
                    <a:pt x="240029" y="35560"/>
                  </a:lnTo>
                  <a:lnTo>
                    <a:pt x="240410" y="35560"/>
                  </a:lnTo>
                  <a:lnTo>
                    <a:pt x="240971" y="35330"/>
                  </a:lnTo>
                  <a:close/>
                </a:path>
                <a:path w="704850" h="560070">
                  <a:moveTo>
                    <a:pt x="406590" y="22860"/>
                  </a:moveTo>
                  <a:lnTo>
                    <a:pt x="430285" y="26611"/>
                  </a:lnTo>
                  <a:lnTo>
                    <a:pt x="430637" y="26754"/>
                  </a:lnTo>
                  <a:lnTo>
                    <a:pt x="446532" y="30480"/>
                  </a:lnTo>
                  <a:lnTo>
                    <a:pt x="504909" y="30480"/>
                  </a:lnTo>
                  <a:lnTo>
                    <a:pt x="499796" y="28025"/>
                  </a:lnTo>
                  <a:lnTo>
                    <a:pt x="487616" y="24130"/>
                  </a:lnTo>
                  <a:lnTo>
                    <a:pt x="414781" y="24130"/>
                  </a:lnTo>
                  <a:lnTo>
                    <a:pt x="406590" y="22860"/>
                  </a:lnTo>
                  <a:close/>
                </a:path>
                <a:path w="704850" h="560070">
                  <a:moveTo>
                    <a:pt x="430285" y="26611"/>
                  </a:moveTo>
                  <a:lnTo>
                    <a:pt x="430028" y="26611"/>
                  </a:lnTo>
                  <a:lnTo>
                    <a:pt x="430637" y="26754"/>
                  </a:lnTo>
                  <a:lnTo>
                    <a:pt x="430285" y="26611"/>
                  </a:lnTo>
                  <a:close/>
                </a:path>
                <a:path w="704850" h="560070">
                  <a:moveTo>
                    <a:pt x="473862" y="19050"/>
                  </a:moveTo>
                  <a:lnTo>
                    <a:pt x="366267" y="19050"/>
                  </a:lnTo>
                  <a:lnTo>
                    <a:pt x="383533" y="20378"/>
                  </a:lnTo>
                  <a:lnTo>
                    <a:pt x="383146" y="20378"/>
                  </a:lnTo>
                  <a:lnTo>
                    <a:pt x="399524" y="21647"/>
                  </a:lnTo>
                  <a:lnTo>
                    <a:pt x="398771" y="21647"/>
                  </a:lnTo>
                  <a:lnTo>
                    <a:pt x="414781" y="24130"/>
                  </a:lnTo>
                  <a:lnTo>
                    <a:pt x="487616" y="24130"/>
                  </a:lnTo>
                  <a:lnTo>
                    <a:pt x="483615" y="22860"/>
                  </a:lnTo>
                  <a:lnTo>
                    <a:pt x="473862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0569" y="2985642"/>
              <a:ext cx="10582148" cy="3419348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276594" y="5296941"/>
            <a:ext cx="217170" cy="330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45"/>
              </a:lnSpc>
            </a:pP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924171" y="5719724"/>
            <a:ext cx="217170" cy="330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45"/>
              </a:lnSpc>
            </a:pP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573139" y="6084333"/>
            <a:ext cx="217170" cy="330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50"/>
              </a:lnSpc>
            </a:pP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622660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272790" y="4098797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Franklin Gothic Medium"/>
                <a:cs typeface="Franklin Gothic Medium"/>
              </a:rPr>
              <a:t>ε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319386" y="4091432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Franklin Gothic Medium"/>
                <a:cs typeface="Franklin Gothic Medium"/>
              </a:rPr>
              <a:t>ε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375784" y="2694508"/>
            <a:ext cx="4111625" cy="741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081405">
              <a:lnSpc>
                <a:spcPts val="2815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  <a:p>
            <a:pPr algn="ctr">
              <a:lnSpc>
                <a:spcPts val="2815"/>
              </a:lnSpc>
              <a:tabLst>
                <a:tab pos="3404870" algn="l"/>
              </a:tabLst>
            </a:pPr>
            <a:r>
              <a:rPr dirty="0" sz="2400">
                <a:latin typeface="Cambria Math"/>
                <a:cs typeface="Cambria Math"/>
              </a:rPr>
              <a:t>0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r>
              <a:rPr dirty="0" sz="2400">
                <a:latin typeface="Cambria Math"/>
                <a:cs typeface="Cambria Math"/>
              </a:rPr>
              <a:t>	0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2.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5">
                <a:latin typeface="Franklin Gothic Medium"/>
                <a:cs typeface="Franklin Gothic Medium"/>
              </a:rPr>
              <a:t>Remove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repair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damage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recovering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paths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116070" y="3953002"/>
            <a:ext cx="1155700" cy="1168400"/>
            <a:chOff x="4116070" y="3953002"/>
            <a:chExt cx="1155700" cy="1168400"/>
          </a:xfrm>
        </p:grpSpPr>
        <p:sp>
          <p:nvSpPr>
            <p:cNvPr id="11" name="object 11" descr=""/>
            <p:cNvSpPr/>
            <p:nvPr/>
          </p:nvSpPr>
          <p:spPr>
            <a:xfrm>
              <a:off x="4122420" y="3959352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571500" y="0"/>
                  </a:moveTo>
                  <a:lnTo>
                    <a:pt x="524632" y="1914"/>
                  </a:lnTo>
                  <a:lnTo>
                    <a:pt x="478808" y="7559"/>
                  </a:lnTo>
                  <a:lnTo>
                    <a:pt x="434173" y="16784"/>
                  </a:lnTo>
                  <a:lnTo>
                    <a:pt x="390875" y="29443"/>
                  </a:lnTo>
                  <a:lnTo>
                    <a:pt x="349061" y="45386"/>
                  </a:lnTo>
                  <a:lnTo>
                    <a:pt x="308878" y="64465"/>
                  </a:lnTo>
                  <a:lnTo>
                    <a:pt x="270474" y="86530"/>
                  </a:lnTo>
                  <a:lnTo>
                    <a:pt x="233994" y="111434"/>
                  </a:lnTo>
                  <a:lnTo>
                    <a:pt x="199588" y="139028"/>
                  </a:lnTo>
                  <a:lnTo>
                    <a:pt x="167401" y="169163"/>
                  </a:lnTo>
                  <a:lnTo>
                    <a:pt x="137582" y="201691"/>
                  </a:lnTo>
                  <a:lnTo>
                    <a:pt x="110276" y="236463"/>
                  </a:lnTo>
                  <a:lnTo>
                    <a:pt x="85632" y="273331"/>
                  </a:lnTo>
                  <a:lnTo>
                    <a:pt x="63796" y="312145"/>
                  </a:lnTo>
                  <a:lnTo>
                    <a:pt x="44916" y="352758"/>
                  </a:lnTo>
                  <a:lnTo>
                    <a:pt x="29138" y="395020"/>
                  </a:lnTo>
                  <a:lnTo>
                    <a:pt x="16611" y="438784"/>
                  </a:lnTo>
                  <a:lnTo>
                    <a:pt x="7480" y="483900"/>
                  </a:lnTo>
                  <a:lnTo>
                    <a:pt x="1894" y="530220"/>
                  </a:lnTo>
                  <a:lnTo>
                    <a:pt x="0" y="577596"/>
                  </a:lnTo>
                  <a:lnTo>
                    <a:pt x="1894" y="624971"/>
                  </a:lnTo>
                  <a:lnTo>
                    <a:pt x="7480" y="671291"/>
                  </a:lnTo>
                  <a:lnTo>
                    <a:pt x="16611" y="716407"/>
                  </a:lnTo>
                  <a:lnTo>
                    <a:pt x="29138" y="760171"/>
                  </a:lnTo>
                  <a:lnTo>
                    <a:pt x="44916" y="802433"/>
                  </a:lnTo>
                  <a:lnTo>
                    <a:pt x="63796" y="843046"/>
                  </a:lnTo>
                  <a:lnTo>
                    <a:pt x="85632" y="881860"/>
                  </a:lnTo>
                  <a:lnTo>
                    <a:pt x="110276" y="918728"/>
                  </a:lnTo>
                  <a:lnTo>
                    <a:pt x="137582" y="953500"/>
                  </a:lnTo>
                  <a:lnTo>
                    <a:pt x="167401" y="986028"/>
                  </a:lnTo>
                  <a:lnTo>
                    <a:pt x="199588" y="1016163"/>
                  </a:lnTo>
                  <a:lnTo>
                    <a:pt x="233994" y="1043757"/>
                  </a:lnTo>
                  <a:lnTo>
                    <a:pt x="270474" y="1068661"/>
                  </a:lnTo>
                  <a:lnTo>
                    <a:pt x="308878" y="1090726"/>
                  </a:lnTo>
                  <a:lnTo>
                    <a:pt x="349061" y="1109805"/>
                  </a:lnTo>
                  <a:lnTo>
                    <a:pt x="390875" y="1125748"/>
                  </a:lnTo>
                  <a:lnTo>
                    <a:pt x="434173" y="1138407"/>
                  </a:lnTo>
                  <a:lnTo>
                    <a:pt x="478808" y="1147632"/>
                  </a:lnTo>
                  <a:lnTo>
                    <a:pt x="524632" y="1153277"/>
                  </a:lnTo>
                  <a:lnTo>
                    <a:pt x="571500" y="1155192"/>
                  </a:lnTo>
                  <a:lnTo>
                    <a:pt x="618367" y="1153277"/>
                  </a:lnTo>
                  <a:lnTo>
                    <a:pt x="664191" y="1147632"/>
                  </a:lnTo>
                  <a:lnTo>
                    <a:pt x="708826" y="1138407"/>
                  </a:lnTo>
                  <a:lnTo>
                    <a:pt x="752124" y="1125748"/>
                  </a:lnTo>
                  <a:lnTo>
                    <a:pt x="793938" y="1109805"/>
                  </a:lnTo>
                  <a:lnTo>
                    <a:pt x="834121" y="1090726"/>
                  </a:lnTo>
                  <a:lnTo>
                    <a:pt x="872525" y="1068661"/>
                  </a:lnTo>
                  <a:lnTo>
                    <a:pt x="909005" y="1043757"/>
                  </a:lnTo>
                  <a:lnTo>
                    <a:pt x="943411" y="1016163"/>
                  </a:lnTo>
                  <a:lnTo>
                    <a:pt x="975598" y="986028"/>
                  </a:lnTo>
                  <a:lnTo>
                    <a:pt x="1005417" y="953500"/>
                  </a:lnTo>
                  <a:lnTo>
                    <a:pt x="1032723" y="918728"/>
                  </a:lnTo>
                  <a:lnTo>
                    <a:pt x="1057367" y="881860"/>
                  </a:lnTo>
                  <a:lnTo>
                    <a:pt x="1079203" y="843046"/>
                  </a:lnTo>
                  <a:lnTo>
                    <a:pt x="1098083" y="802433"/>
                  </a:lnTo>
                  <a:lnTo>
                    <a:pt x="1113861" y="760171"/>
                  </a:lnTo>
                  <a:lnTo>
                    <a:pt x="1126388" y="716407"/>
                  </a:lnTo>
                  <a:lnTo>
                    <a:pt x="1135519" y="671291"/>
                  </a:lnTo>
                  <a:lnTo>
                    <a:pt x="1141105" y="624971"/>
                  </a:lnTo>
                  <a:lnTo>
                    <a:pt x="1143000" y="577596"/>
                  </a:lnTo>
                  <a:lnTo>
                    <a:pt x="1141105" y="530220"/>
                  </a:lnTo>
                  <a:lnTo>
                    <a:pt x="1135519" y="483900"/>
                  </a:lnTo>
                  <a:lnTo>
                    <a:pt x="1126388" y="438784"/>
                  </a:lnTo>
                  <a:lnTo>
                    <a:pt x="1113861" y="395020"/>
                  </a:lnTo>
                  <a:lnTo>
                    <a:pt x="1098083" y="352758"/>
                  </a:lnTo>
                  <a:lnTo>
                    <a:pt x="1079203" y="312145"/>
                  </a:lnTo>
                  <a:lnTo>
                    <a:pt x="1057367" y="273331"/>
                  </a:lnTo>
                  <a:lnTo>
                    <a:pt x="1032723" y="236463"/>
                  </a:lnTo>
                  <a:lnTo>
                    <a:pt x="1005417" y="201691"/>
                  </a:lnTo>
                  <a:lnTo>
                    <a:pt x="975598" y="169163"/>
                  </a:lnTo>
                  <a:lnTo>
                    <a:pt x="943411" y="139028"/>
                  </a:lnTo>
                  <a:lnTo>
                    <a:pt x="909005" y="111434"/>
                  </a:lnTo>
                  <a:lnTo>
                    <a:pt x="872525" y="86530"/>
                  </a:lnTo>
                  <a:lnTo>
                    <a:pt x="834121" y="64465"/>
                  </a:lnTo>
                  <a:lnTo>
                    <a:pt x="793938" y="45386"/>
                  </a:lnTo>
                  <a:lnTo>
                    <a:pt x="752124" y="29443"/>
                  </a:lnTo>
                  <a:lnTo>
                    <a:pt x="708826" y="16784"/>
                  </a:lnTo>
                  <a:lnTo>
                    <a:pt x="664191" y="7559"/>
                  </a:lnTo>
                  <a:lnTo>
                    <a:pt x="618367" y="191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122420" y="3959352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0" y="577596"/>
                  </a:moveTo>
                  <a:lnTo>
                    <a:pt x="1894" y="530220"/>
                  </a:lnTo>
                  <a:lnTo>
                    <a:pt x="7480" y="483900"/>
                  </a:lnTo>
                  <a:lnTo>
                    <a:pt x="16611" y="438784"/>
                  </a:lnTo>
                  <a:lnTo>
                    <a:pt x="29138" y="395020"/>
                  </a:lnTo>
                  <a:lnTo>
                    <a:pt x="44916" y="352758"/>
                  </a:lnTo>
                  <a:lnTo>
                    <a:pt x="63796" y="312145"/>
                  </a:lnTo>
                  <a:lnTo>
                    <a:pt x="85632" y="273331"/>
                  </a:lnTo>
                  <a:lnTo>
                    <a:pt x="110276" y="236463"/>
                  </a:lnTo>
                  <a:lnTo>
                    <a:pt x="137582" y="201691"/>
                  </a:lnTo>
                  <a:lnTo>
                    <a:pt x="167401" y="169163"/>
                  </a:lnTo>
                  <a:lnTo>
                    <a:pt x="199588" y="139028"/>
                  </a:lnTo>
                  <a:lnTo>
                    <a:pt x="233994" y="111434"/>
                  </a:lnTo>
                  <a:lnTo>
                    <a:pt x="270474" y="86530"/>
                  </a:lnTo>
                  <a:lnTo>
                    <a:pt x="308878" y="64465"/>
                  </a:lnTo>
                  <a:lnTo>
                    <a:pt x="349061" y="45386"/>
                  </a:lnTo>
                  <a:lnTo>
                    <a:pt x="390875" y="29443"/>
                  </a:lnTo>
                  <a:lnTo>
                    <a:pt x="434173" y="16784"/>
                  </a:lnTo>
                  <a:lnTo>
                    <a:pt x="478808" y="7559"/>
                  </a:lnTo>
                  <a:lnTo>
                    <a:pt x="524632" y="1914"/>
                  </a:lnTo>
                  <a:lnTo>
                    <a:pt x="571500" y="0"/>
                  </a:lnTo>
                  <a:lnTo>
                    <a:pt x="618367" y="1914"/>
                  </a:lnTo>
                  <a:lnTo>
                    <a:pt x="664191" y="7559"/>
                  </a:lnTo>
                  <a:lnTo>
                    <a:pt x="708826" y="16784"/>
                  </a:lnTo>
                  <a:lnTo>
                    <a:pt x="752124" y="29443"/>
                  </a:lnTo>
                  <a:lnTo>
                    <a:pt x="793938" y="45386"/>
                  </a:lnTo>
                  <a:lnTo>
                    <a:pt x="834121" y="64465"/>
                  </a:lnTo>
                  <a:lnTo>
                    <a:pt x="872525" y="86530"/>
                  </a:lnTo>
                  <a:lnTo>
                    <a:pt x="909005" y="111434"/>
                  </a:lnTo>
                  <a:lnTo>
                    <a:pt x="943411" y="139028"/>
                  </a:lnTo>
                  <a:lnTo>
                    <a:pt x="975598" y="169163"/>
                  </a:lnTo>
                  <a:lnTo>
                    <a:pt x="1005417" y="201691"/>
                  </a:lnTo>
                  <a:lnTo>
                    <a:pt x="1032723" y="236463"/>
                  </a:lnTo>
                  <a:lnTo>
                    <a:pt x="1057367" y="273331"/>
                  </a:lnTo>
                  <a:lnTo>
                    <a:pt x="1079203" y="312145"/>
                  </a:lnTo>
                  <a:lnTo>
                    <a:pt x="1098083" y="352758"/>
                  </a:lnTo>
                  <a:lnTo>
                    <a:pt x="1113861" y="395020"/>
                  </a:lnTo>
                  <a:lnTo>
                    <a:pt x="1126388" y="438784"/>
                  </a:lnTo>
                  <a:lnTo>
                    <a:pt x="1135519" y="483900"/>
                  </a:lnTo>
                  <a:lnTo>
                    <a:pt x="1141105" y="530220"/>
                  </a:lnTo>
                  <a:lnTo>
                    <a:pt x="1143000" y="577596"/>
                  </a:lnTo>
                  <a:lnTo>
                    <a:pt x="1141105" y="624971"/>
                  </a:lnTo>
                  <a:lnTo>
                    <a:pt x="1135519" y="671291"/>
                  </a:lnTo>
                  <a:lnTo>
                    <a:pt x="1126388" y="716407"/>
                  </a:lnTo>
                  <a:lnTo>
                    <a:pt x="1113861" y="760171"/>
                  </a:lnTo>
                  <a:lnTo>
                    <a:pt x="1098083" y="802433"/>
                  </a:lnTo>
                  <a:lnTo>
                    <a:pt x="1079203" y="843046"/>
                  </a:lnTo>
                  <a:lnTo>
                    <a:pt x="1057367" y="881860"/>
                  </a:lnTo>
                  <a:lnTo>
                    <a:pt x="1032723" y="918728"/>
                  </a:lnTo>
                  <a:lnTo>
                    <a:pt x="1005417" y="953500"/>
                  </a:lnTo>
                  <a:lnTo>
                    <a:pt x="975598" y="986028"/>
                  </a:lnTo>
                  <a:lnTo>
                    <a:pt x="943411" y="1016163"/>
                  </a:lnTo>
                  <a:lnTo>
                    <a:pt x="909005" y="1043757"/>
                  </a:lnTo>
                  <a:lnTo>
                    <a:pt x="872525" y="1068661"/>
                  </a:lnTo>
                  <a:lnTo>
                    <a:pt x="834121" y="1090726"/>
                  </a:lnTo>
                  <a:lnTo>
                    <a:pt x="793938" y="1109805"/>
                  </a:lnTo>
                  <a:lnTo>
                    <a:pt x="752124" y="1125748"/>
                  </a:lnTo>
                  <a:lnTo>
                    <a:pt x="708826" y="1138407"/>
                  </a:lnTo>
                  <a:lnTo>
                    <a:pt x="664191" y="1147632"/>
                  </a:lnTo>
                  <a:lnTo>
                    <a:pt x="618367" y="1153277"/>
                  </a:lnTo>
                  <a:lnTo>
                    <a:pt x="571500" y="1155192"/>
                  </a:lnTo>
                  <a:lnTo>
                    <a:pt x="524632" y="1153277"/>
                  </a:lnTo>
                  <a:lnTo>
                    <a:pt x="478808" y="1147632"/>
                  </a:lnTo>
                  <a:lnTo>
                    <a:pt x="434173" y="1138407"/>
                  </a:lnTo>
                  <a:lnTo>
                    <a:pt x="390875" y="1125748"/>
                  </a:lnTo>
                  <a:lnTo>
                    <a:pt x="349061" y="1109805"/>
                  </a:lnTo>
                  <a:lnTo>
                    <a:pt x="308878" y="1090726"/>
                  </a:lnTo>
                  <a:lnTo>
                    <a:pt x="270474" y="1068661"/>
                  </a:lnTo>
                  <a:lnTo>
                    <a:pt x="233994" y="1043757"/>
                  </a:lnTo>
                  <a:lnTo>
                    <a:pt x="199588" y="1016163"/>
                  </a:lnTo>
                  <a:lnTo>
                    <a:pt x="167401" y="986028"/>
                  </a:lnTo>
                  <a:lnTo>
                    <a:pt x="137582" y="953500"/>
                  </a:lnTo>
                  <a:lnTo>
                    <a:pt x="110276" y="918728"/>
                  </a:lnTo>
                  <a:lnTo>
                    <a:pt x="85632" y="881860"/>
                  </a:lnTo>
                  <a:lnTo>
                    <a:pt x="63796" y="843046"/>
                  </a:lnTo>
                  <a:lnTo>
                    <a:pt x="44916" y="802433"/>
                  </a:lnTo>
                  <a:lnTo>
                    <a:pt x="29138" y="760171"/>
                  </a:lnTo>
                  <a:lnTo>
                    <a:pt x="16611" y="716407"/>
                  </a:lnTo>
                  <a:lnTo>
                    <a:pt x="7480" y="671291"/>
                  </a:lnTo>
                  <a:lnTo>
                    <a:pt x="1894" y="624971"/>
                  </a:lnTo>
                  <a:lnTo>
                    <a:pt x="0" y="577596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476622" y="4334332"/>
            <a:ext cx="356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5266182" y="4496308"/>
            <a:ext cx="2280920" cy="85725"/>
          </a:xfrm>
          <a:custGeom>
            <a:avLst/>
            <a:gdLst/>
            <a:ahLst/>
            <a:cxnLst/>
            <a:rect l="l" t="t" r="r" b="b"/>
            <a:pathLst>
              <a:path w="2280920" h="85725">
                <a:moveTo>
                  <a:pt x="2195194" y="0"/>
                </a:moveTo>
                <a:lnTo>
                  <a:pt x="2195067" y="85725"/>
                </a:lnTo>
                <a:lnTo>
                  <a:pt x="2252302" y="57150"/>
                </a:lnTo>
                <a:lnTo>
                  <a:pt x="2209418" y="57150"/>
                </a:lnTo>
                <a:lnTo>
                  <a:pt x="2209418" y="28575"/>
                </a:lnTo>
                <a:lnTo>
                  <a:pt x="2252175" y="28575"/>
                </a:lnTo>
                <a:lnTo>
                  <a:pt x="2195194" y="0"/>
                </a:lnTo>
                <a:close/>
              </a:path>
              <a:path w="2280920" h="85725">
                <a:moveTo>
                  <a:pt x="0" y="27051"/>
                </a:moveTo>
                <a:lnTo>
                  <a:pt x="0" y="55626"/>
                </a:lnTo>
                <a:lnTo>
                  <a:pt x="2209418" y="57150"/>
                </a:lnTo>
                <a:lnTo>
                  <a:pt x="2195110" y="57150"/>
                </a:lnTo>
                <a:lnTo>
                  <a:pt x="2195152" y="28575"/>
                </a:lnTo>
                <a:lnTo>
                  <a:pt x="2209418" y="28575"/>
                </a:lnTo>
                <a:lnTo>
                  <a:pt x="0" y="27051"/>
                </a:lnTo>
                <a:close/>
              </a:path>
              <a:path w="2280920" h="85725">
                <a:moveTo>
                  <a:pt x="2252175" y="28575"/>
                </a:moveTo>
                <a:lnTo>
                  <a:pt x="2209418" y="28575"/>
                </a:lnTo>
                <a:lnTo>
                  <a:pt x="2209418" y="57150"/>
                </a:lnTo>
                <a:lnTo>
                  <a:pt x="2252302" y="57150"/>
                </a:lnTo>
                <a:lnTo>
                  <a:pt x="2280792" y="42926"/>
                </a:lnTo>
                <a:lnTo>
                  <a:pt x="2252175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6301866" y="4081017"/>
            <a:ext cx="19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50569" y="2985642"/>
            <a:ext cx="10582275" cy="3419475"/>
            <a:chOff x="750569" y="2985642"/>
            <a:chExt cx="10582275" cy="3419475"/>
          </a:xfrm>
        </p:grpSpPr>
        <p:sp>
          <p:nvSpPr>
            <p:cNvPr id="17" name="object 17" descr=""/>
            <p:cNvSpPr/>
            <p:nvPr/>
          </p:nvSpPr>
          <p:spPr>
            <a:xfrm>
              <a:off x="4360544" y="3443731"/>
              <a:ext cx="704850" cy="560070"/>
            </a:xfrm>
            <a:custGeom>
              <a:avLst/>
              <a:gdLst/>
              <a:ahLst/>
              <a:cxnLst/>
              <a:rect l="l" t="t" r="r" b="b"/>
              <a:pathLst>
                <a:path w="704850" h="560070">
                  <a:moveTo>
                    <a:pt x="367156" y="0"/>
                  </a:moveTo>
                  <a:lnTo>
                    <a:pt x="333375" y="0"/>
                  </a:lnTo>
                  <a:lnTo>
                    <a:pt x="316610" y="1270"/>
                  </a:lnTo>
                  <a:lnTo>
                    <a:pt x="266826" y="8890"/>
                  </a:lnTo>
                  <a:lnTo>
                    <a:pt x="218693" y="22860"/>
                  </a:lnTo>
                  <a:lnTo>
                    <a:pt x="158368" y="50800"/>
                  </a:lnTo>
                  <a:lnTo>
                    <a:pt x="130428" y="69850"/>
                  </a:lnTo>
                  <a:lnTo>
                    <a:pt x="117093" y="78740"/>
                  </a:lnTo>
                  <a:lnTo>
                    <a:pt x="80390" y="113030"/>
                  </a:lnTo>
                  <a:lnTo>
                    <a:pt x="49149" y="152400"/>
                  </a:lnTo>
                  <a:lnTo>
                    <a:pt x="25653" y="194310"/>
                  </a:lnTo>
                  <a:lnTo>
                    <a:pt x="9778" y="237490"/>
                  </a:lnTo>
                  <a:lnTo>
                    <a:pt x="1524" y="281940"/>
                  </a:lnTo>
                  <a:lnTo>
                    <a:pt x="0" y="312420"/>
                  </a:lnTo>
                  <a:lnTo>
                    <a:pt x="423" y="322580"/>
                  </a:lnTo>
                  <a:lnTo>
                    <a:pt x="476" y="323850"/>
                  </a:lnTo>
                  <a:lnTo>
                    <a:pt x="582" y="326390"/>
                  </a:lnTo>
                  <a:lnTo>
                    <a:pt x="6984" y="372110"/>
                  </a:lnTo>
                  <a:lnTo>
                    <a:pt x="20574" y="415290"/>
                  </a:lnTo>
                  <a:lnTo>
                    <a:pt x="41275" y="455930"/>
                  </a:lnTo>
                  <a:lnTo>
                    <a:pt x="68833" y="495300"/>
                  </a:lnTo>
                  <a:lnTo>
                    <a:pt x="79501" y="506730"/>
                  </a:lnTo>
                  <a:lnTo>
                    <a:pt x="90931" y="519430"/>
                  </a:lnTo>
                  <a:lnTo>
                    <a:pt x="103124" y="529590"/>
                  </a:lnTo>
                  <a:lnTo>
                    <a:pt x="115950" y="541020"/>
                  </a:lnTo>
                  <a:lnTo>
                    <a:pt x="129539" y="551180"/>
                  </a:lnTo>
                  <a:lnTo>
                    <a:pt x="143637" y="560070"/>
                  </a:lnTo>
                  <a:lnTo>
                    <a:pt x="154431" y="544830"/>
                  </a:lnTo>
                  <a:lnTo>
                    <a:pt x="140768" y="536055"/>
                  </a:lnTo>
                  <a:lnTo>
                    <a:pt x="140993" y="536055"/>
                  </a:lnTo>
                  <a:lnTo>
                    <a:pt x="127634" y="525780"/>
                  </a:lnTo>
                  <a:lnTo>
                    <a:pt x="128015" y="525780"/>
                  </a:lnTo>
                  <a:lnTo>
                    <a:pt x="115442" y="515620"/>
                  </a:lnTo>
                  <a:lnTo>
                    <a:pt x="115824" y="515620"/>
                  </a:lnTo>
                  <a:lnTo>
                    <a:pt x="104012" y="505460"/>
                  </a:lnTo>
                  <a:lnTo>
                    <a:pt x="104393" y="505460"/>
                  </a:lnTo>
                  <a:lnTo>
                    <a:pt x="93344" y="494030"/>
                  </a:lnTo>
                  <a:lnTo>
                    <a:pt x="93599" y="494030"/>
                  </a:lnTo>
                  <a:lnTo>
                    <a:pt x="83184" y="482600"/>
                  </a:lnTo>
                  <a:lnTo>
                    <a:pt x="83565" y="482600"/>
                  </a:lnTo>
                  <a:lnTo>
                    <a:pt x="73913" y="471170"/>
                  </a:lnTo>
                  <a:lnTo>
                    <a:pt x="74294" y="471170"/>
                  </a:lnTo>
                  <a:lnTo>
                    <a:pt x="65404" y="458470"/>
                  </a:lnTo>
                  <a:lnTo>
                    <a:pt x="65658" y="458470"/>
                  </a:lnTo>
                  <a:lnTo>
                    <a:pt x="58229" y="447040"/>
                  </a:lnTo>
                  <a:lnTo>
                    <a:pt x="57657" y="447040"/>
                  </a:lnTo>
                  <a:lnTo>
                    <a:pt x="50961" y="434340"/>
                  </a:lnTo>
                  <a:lnTo>
                    <a:pt x="50545" y="434340"/>
                  </a:lnTo>
                  <a:lnTo>
                    <a:pt x="44426" y="421640"/>
                  </a:lnTo>
                  <a:lnTo>
                    <a:pt x="44068" y="421640"/>
                  </a:lnTo>
                  <a:lnTo>
                    <a:pt x="38226" y="407670"/>
                  </a:lnTo>
                  <a:lnTo>
                    <a:pt x="33146" y="394970"/>
                  </a:lnTo>
                  <a:lnTo>
                    <a:pt x="33400" y="394970"/>
                  </a:lnTo>
                  <a:lnTo>
                    <a:pt x="29360" y="382270"/>
                  </a:lnTo>
                  <a:lnTo>
                    <a:pt x="29082" y="382270"/>
                  </a:lnTo>
                  <a:lnTo>
                    <a:pt x="25823" y="368300"/>
                  </a:lnTo>
                  <a:lnTo>
                    <a:pt x="25653" y="368300"/>
                  </a:lnTo>
                  <a:lnTo>
                    <a:pt x="19661" y="327660"/>
                  </a:lnTo>
                  <a:lnTo>
                    <a:pt x="19050" y="312420"/>
                  </a:lnTo>
                  <a:lnTo>
                    <a:pt x="19303" y="298450"/>
                  </a:lnTo>
                  <a:lnTo>
                    <a:pt x="24764" y="256540"/>
                  </a:lnTo>
                  <a:lnTo>
                    <a:pt x="31497" y="231616"/>
                  </a:lnTo>
                  <a:lnTo>
                    <a:pt x="32384" y="228600"/>
                  </a:lnTo>
                  <a:lnTo>
                    <a:pt x="32619" y="228600"/>
                  </a:lnTo>
                  <a:lnTo>
                    <a:pt x="38301" y="213314"/>
                  </a:lnTo>
                  <a:lnTo>
                    <a:pt x="43052" y="201930"/>
                  </a:lnTo>
                  <a:lnTo>
                    <a:pt x="42799" y="201930"/>
                  </a:lnTo>
                  <a:lnTo>
                    <a:pt x="49656" y="189230"/>
                  </a:lnTo>
                  <a:lnTo>
                    <a:pt x="49275" y="189230"/>
                  </a:lnTo>
                  <a:lnTo>
                    <a:pt x="56895" y="175260"/>
                  </a:lnTo>
                  <a:lnTo>
                    <a:pt x="57530" y="175260"/>
                  </a:lnTo>
                  <a:lnTo>
                    <a:pt x="65150" y="162560"/>
                  </a:lnTo>
                  <a:lnTo>
                    <a:pt x="64769" y="162560"/>
                  </a:lnTo>
                  <a:lnTo>
                    <a:pt x="74167" y="149860"/>
                  </a:lnTo>
                  <a:lnTo>
                    <a:pt x="74803" y="149860"/>
                  </a:lnTo>
                  <a:lnTo>
                    <a:pt x="83946" y="138430"/>
                  </a:lnTo>
                  <a:lnTo>
                    <a:pt x="83565" y="138430"/>
                  </a:lnTo>
                  <a:lnTo>
                    <a:pt x="94487" y="125730"/>
                  </a:lnTo>
                  <a:lnTo>
                    <a:pt x="95249" y="125730"/>
                  </a:lnTo>
                  <a:lnTo>
                    <a:pt x="105537" y="114300"/>
                  </a:lnTo>
                  <a:lnTo>
                    <a:pt x="106456" y="114300"/>
                  </a:lnTo>
                  <a:lnTo>
                    <a:pt x="116733" y="104266"/>
                  </a:lnTo>
                  <a:lnTo>
                    <a:pt x="118379" y="102870"/>
                  </a:lnTo>
                  <a:lnTo>
                    <a:pt x="129158" y="93980"/>
                  </a:lnTo>
                  <a:lnTo>
                    <a:pt x="128777" y="93980"/>
                  </a:lnTo>
                  <a:lnTo>
                    <a:pt x="141731" y="85090"/>
                  </a:lnTo>
                  <a:lnTo>
                    <a:pt x="141350" y="85090"/>
                  </a:lnTo>
                  <a:lnTo>
                    <a:pt x="154685" y="76200"/>
                  </a:lnTo>
                  <a:lnTo>
                    <a:pt x="154304" y="76200"/>
                  </a:lnTo>
                  <a:lnTo>
                    <a:pt x="168147" y="67310"/>
                  </a:lnTo>
                  <a:lnTo>
                    <a:pt x="167766" y="67310"/>
                  </a:lnTo>
                  <a:lnTo>
                    <a:pt x="181990" y="59690"/>
                  </a:lnTo>
                  <a:lnTo>
                    <a:pt x="184022" y="59690"/>
                  </a:lnTo>
                  <a:lnTo>
                    <a:pt x="196087" y="53340"/>
                  </a:lnTo>
                  <a:lnTo>
                    <a:pt x="195579" y="53340"/>
                  </a:lnTo>
                  <a:lnTo>
                    <a:pt x="209982" y="47081"/>
                  </a:lnTo>
                  <a:lnTo>
                    <a:pt x="225425" y="40640"/>
                  </a:lnTo>
                  <a:lnTo>
                    <a:pt x="228015" y="40640"/>
                  </a:lnTo>
                  <a:lnTo>
                    <a:pt x="240410" y="35560"/>
                  </a:lnTo>
                  <a:lnTo>
                    <a:pt x="240029" y="35560"/>
                  </a:lnTo>
                  <a:lnTo>
                    <a:pt x="255650" y="31750"/>
                  </a:lnTo>
                  <a:lnTo>
                    <a:pt x="255142" y="31750"/>
                  </a:lnTo>
                  <a:lnTo>
                    <a:pt x="270784" y="28025"/>
                  </a:lnTo>
                  <a:lnTo>
                    <a:pt x="270223" y="28025"/>
                  </a:lnTo>
                  <a:lnTo>
                    <a:pt x="286765" y="25400"/>
                  </a:lnTo>
                  <a:lnTo>
                    <a:pt x="286384" y="25400"/>
                  </a:lnTo>
                  <a:lnTo>
                    <a:pt x="302640" y="22860"/>
                  </a:lnTo>
                  <a:lnTo>
                    <a:pt x="302259" y="22860"/>
                  </a:lnTo>
                  <a:lnTo>
                    <a:pt x="318144" y="20378"/>
                  </a:lnTo>
                  <a:lnTo>
                    <a:pt x="317385" y="20378"/>
                  </a:lnTo>
                  <a:lnTo>
                    <a:pt x="334517" y="19050"/>
                  </a:lnTo>
                  <a:lnTo>
                    <a:pt x="473862" y="19050"/>
                  </a:lnTo>
                  <a:lnTo>
                    <a:pt x="467359" y="16510"/>
                  </a:lnTo>
                  <a:lnTo>
                    <a:pt x="417702" y="5080"/>
                  </a:lnTo>
                  <a:lnTo>
                    <a:pt x="400938" y="2540"/>
                  </a:lnTo>
                  <a:lnTo>
                    <a:pt x="367156" y="0"/>
                  </a:lnTo>
                  <a:close/>
                </a:path>
                <a:path w="704850" h="560070">
                  <a:moveTo>
                    <a:pt x="584453" y="481330"/>
                  </a:moveTo>
                  <a:lnTo>
                    <a:pt x="547624" y="557530"/>
                  </a:lnTo>
                  <a:lnTo>
                    <a:pt x="631189" y="541020"/>
                  </a:lnTo>
                  <a:lnTo>
                    <a:pt x="620251" y="527050"/>
                  </a:lnTo>
                  <a:lnTo>
                    <a:pt x="603884" y="527050"/>
                  </a:lnTo>
                  <a:lnTo>
                    <a:pt x="591819" y="511810"/>
                  </a:lnTo>
                  <a:lnTo>
                    <a:pt x="602041" y="503792"/>
                  </a:lnTo>
                  <a:lnTo>
                    <a:pt x="584453" y="481330"/>
                  </a:lnTo>
                  <a:close/>
                </a:path>
                <a:path w="704850" h="560070">
                  <a:moveTo>
                    <a:pt x="140993" y="536055"/>
                  </a:moveTo>
                  <a:lnTo>
                    <a:pt x="140768" y="536055"/>
                  </a:lnTo>
                  <a:lnTo>
                    <a:pt x="142127" y="536927"/>
                  </a:lnTo>
                  <a:lnTo>
                    <a:pt x="140993" y="536055"/>
                  </a:lnTo>
                  <a:close/>
                </a:path>
                <a:path w="704850" h="560070">
                  <a:moveTo>
                    <a:pt x="602041" y="503792"/>
                  </a:moveTo>
                  <a:lnTo>
                    <a:pt x="591819" y="511810"/>
                  </a:lnTo>
                  <a:lnTo>
                    <a:pt x="603884" y="527050"/>
                  </a:lnTo>
                  <a:lnTo>
                    <a:pt x="613716" y="518702"/>
                  </a:lnTo>
                  <a:lnTo>
                    <a:pt x="602041" y="503792"/>
                  </a:lnTo>
                  <a:close/>
                </a:path>
                <a:path w="704850" h="560070">
                  <a:moveTo>
                    <a:pt x="613716" y="518702"/>
                  </a:moveTo>
                  <a:lnTo>
                    <a:pt x="603884" y="527050"/>
                  </a:lnTo>
                  <a:lnTo>
                    <a:pt x="620251" y="527050"/>
                  </a:lnTo>
                  <a:lnTo>
                    <a:pt x="613716" y="518702"/>
                  </a:lnTo>
                  <a:close/>
                </a:path>
                <a:path w="704850" h="560070">
                  <a:moveTo>
                    <a:pt x="648207" y="444500"/>
                  </a:moveTo>
                  <a:lnTo>
                    <a:pt x="639826" y="458470"/>
                  </a:lnTo>
                  <a:lnTo>
                    <a:pt x="640079" y="458470"/>
                  </a:lnTo>
                  <a:lnTo>
                    <a:pt x="630808" y="471170"/>
                  </a:lnTo>
                  <a:lnTo>
                    <a:pt x="631063" y="471170"/>
                  </a:lnTo>
                  <a:lnTo>
                    <a:pt x="621029" y="482600"/>
                  </a:lnTo>
                  <a:lnTo>
                    <a:pt x="621410" y="482600"/>
                  </a:lnTo>
                  <a:lnTo>
                    <a:pt x="603757" y="501650"/>
                  </a:lnTo>
                  <a:lnTo>
                    <a:pt x="604774" y="501650"/>
                  </a:lnTo>
                  <a:lnTo>
                    <a:pt x="602041" y="503792"/>
                  </a:lnTo>
                  <a:lnTo>
                    <a:pt x="613716" y="518702"/>
                  </a:lnTo>
                  <a:lnTo>
                    <a:pt x="617346" y="515620"/>
                  </a:lnTo>
                  <a:lnTo>
                    <a:pt x="635762" y="495300"/>
                  </a:lnTo>
                  <a:lnTo>
                    <a:pt x="646176" y="482600"/>
                  </a:lnTo>
                  <a:lnTo>
                    <a:pt x="655701" y="468630"/>
                  </a:lnTo>
                  <a:lnTo>
                    <a:pt x="664463" y="454660"/>
                  </a:lnTo>
                  <a:lnTo>
                    <a:pt x="669393" y="445770"/>
                  </a:lnTo>
                  <a:lnTo>
                    <a:pt x="647953" y="445770"/>
                  </a:lnTo>
                  <a:lnTo>
                    <a:pt x="648207" y="444500"/>
                  </a:lnTo>
                  <a:close/>
                </a:path>
                <a:path w="704850" h="560070">
                  <a:moveTo>
                    <a:pt x="57403" y="445770"/>
                  </a:moveTo>
                  <a:lnTo>
                    <a:pt x="57657" y="447040"/>
                  </a:lnTo>
                  <a:lnTo>
                    <a:pt x="58229" y="447040"/>
                  </a:lnTo>
                  <a:lnTo>
                    <a:pt x="57403" y="445770"/>
                  </a:lnTo>
                  <a:close/>
                </a:path>
                <a:path w="704850" h="560070">
                  <a:moveTo>
                    <a:pt x="667765" y="405130"/>
                  </a:moveTo>
                  <a:lnTo>
                    <a:pt x="661924" y="419100"/>
                  </a:lnTo>
                  <a:lnTo>
                    <a:pt x="662177" y="419100"/>
                  </a:lnTo>
                  <a:lnTo>
                    <a:pt x="655319" y="431800"/>
                  </a:lnTo>
                  <a:lnTo>
                    <a:pt x="647953" y="445770"/>
                  </a:lnTo>
                  <a:lnTo>
                    <a:pt x="669393" y="445770"/>
                  </a:lnTo>
                  <a:lnTo>
                    <a:pt x="672210" y="440690"/>
                  </a:lnTo>
                  <a:lnTo>
                    <a:pt x="679322" y="426720"/>
                  </a:lnTo>
                  <a:lnTo>
                    <a:pt x="685418" y="412750"/>
                  </a:lnTo>
                  <a:lnTo>
                    <a:pt x="687641" y="406400"/>
                  </a:lnTo>
                  <a:lnTo>
                    <a:pt x="667638" y="406400"/>
                  </a:lnTo>
                  <a:lnTo>
                    <a:pt x="667765" y="405130"/>
                  </a:lnTo>
                  <a:close/>
                </a:path>
                <a:path w="704850" h="560070">
                  <a:moveTo>
                    <a:pt x="50291" y="433070"/>
                  </a:moveTo>
                  <a:lnTo>
                    <a:pt x="50545" y="434340"/>
                  </a:lnTo>
                  <a:lnTo>
                    <a:pt x="50961" y="434340"/>
                  </a:lnTo>
                  <a:lnTo>
                    <a:pt x="50291" y="433070"/>
                  </a:lnTo>
                  <a:close/>
                </a:path>
                <a:path w="704850" h="560070">
                  <a:moveTo>
                    <a:pt x="43814" y="420370"/>
                  </a:moveTo>
                  <a:lnTo>
                    <a:pt x="44068" y="421640"/>
                  </a:lnTo>
                  <a:lnTo>
                    <a:pt x="44426" y="421640"/>
                  </a:lnTo>
                  <a:lnTo>
                    <a:pt x="43814" y="420370"/>
                  </a:lnTo>
                  <a:close/>
                </a:path>
                <a:path w="704850" h="560070">
                  <a:moveTo>
                    <a:pt x="672718" y="391160"/>
                  </a:moveTo>
                  <a:lnTo>
                    <a:pt x="667638" y="406400"/>
                  </a:lnTo>
                  <a:lnTo>
                    <a:pt x="687641" y="406400"/>
                  </a:lnTo>
                  <a:lnTo>
                    <a:pt x="690752" y="397510"/>
                  </a:lnTo>
                  <a:lnTo>
                    <a:pt x="692369" y="392430"/>
                  </a:lnTo>
                  <a:lnTo>
                    <a:pt x="672591" y="392430"/>
                  </a:lnTo>
                  <a:lnTo>
                    <a:pt x="672718" y="391160"/>
                  </a:lnTo>
                  <a:close/>
                </a:path>
                <a:path w="704850" h="560070">
                  <a:moveTo>
                    <a:pt x="701272" y="266700"/>
                  </a:moveTo>
                  <a:lnTo>
                    <a:pt x="682116" y="266700"/>
                  </a:lnTo>
                  <a:lnTo>
                    <a:pt x="684149" y="280670"/>
                  </a:lnTo>
                  <a:lnTo>
                    <a:pt x="685303" y="293370"/>
                  </a:lnTo>
                  <a:lnTo>
                    <a:pt x="685418" y="294640"/>
                  </a:lnTo>
                  <a:lnTo>
                    <a:pt x="685800" y="308610"/>
                  </a:lnTo>
                  <a:lnTo>
                    <a:pt x="685545" y="322580"/>
                  </a:lnTo>
                  <a:lnTo>
                    <a:pt x="679640" y="366818"/>
                  </a:lnTo>
                  <a:lnTo>
                    <a:pt x="672591" y="392430"/>
                  </a:lnTo>
                  <a:lnTo>
                    <a:pt x="692369" y="392430"/>
                  </a:lnTo>
                  <a:lnTo>
                    <a:pt x="701547" y="353060"/>
                  </a:lnTo>
                  <a:lnTo>
                    <a:pt x="704786" y="312420"/>
                  </a:lnTo>
                  <a:lnTo>
                    <a:pt x="704850" y="308610"/>
                  </a:lnTo>
                  <a:lnTo>
                    <a:pt x="704511" y="298450"/>
                  </a:lnTo>
                  <a:lnTo>
                    <a:pt x="704384" y="294640"/>
                  </a:lnTo>
                  <a:lnTo>
                    <a:pt x="704341" y="293370"/>
                  </a:lnTo>
                  <a:lnTo>
                    <a:pt x="703302" y="281940"/>
                  </a:lnTo>
                  <a:lnTo>
                    <a:pt x="703187" y="280670"/>
                  </a:lnTo>
                  <a:lnTo>
                    <a:pt x="703071" y="279400"/>
                  </a:lnTo>
                  <a:lnTo>
                    <a:pt x="701272" y="266700"/>
                  </a:lnTo>
                  <a:close/>
                </a:path>
                <a:path w="704850" h="560070">
                  <a:moveTo>
                    <a:pt x="28955" y="381000"/>
                  </a:moveTo>
                  <a:lnTo>
                    <a:pt x="29082" y="382270"/>
                  </a:lnTo>
                  <a:lnTo>
                    <a:pt x="29360" y="382270"/>
                  </a:lnTo>
                  <a:lnTo>
                    <a:pt x="28955" y="381000"/>
                  </a:lnTo>
                  <a:close/>
                </a:path>
                <a:path w="704850" h="560070">
                  <a:moveTo>
                    <a:pt x="25526" y="367030"/>
                  </a:moveTo>
                  <a:lnTo>
                    <a:pt x="25653" y="368300"/>
                  </a:lnTo>
                  <a:lnTo>
                    <a:pt x="25823" y="368300"/>
                  </a:lnTo>
                  <a:lnTo>
                    <a:pt x="25526" y="367030"/>
                  </a:lnTo>
                  <a:close/>
                </a:path>
                <a:path w="704850" h="560070">
                  <a:moveTo>
                    <a:pt x="698722" y="252730"/>
                  </a:moveTo>
                  <a:lnTo>
                    <a:pt x="679322" y="252730"/>
                  </a:lnTo>
                  <a:lnTo>
                    <a:pt x="679445" y="253981"/>
                  </a:lnTo>
                  <a:lnTo>
                    <a:pt x="679828" y="255486"/>
                  </a:lnTo>
                  <a:lnTo>
                    <a:pt x="682116" y="267970"/>
                  </a:lnTo>
                  <a:lnTo>
                    <a:pt x="682116" y="266700"/>
                  </a:lnTo>
                  <a:lnTo>
                    <a:pt x="701272" y="266700"/>
                  </a:lnTo>
                  <a:lnTo>
                    <a:pt x="700913" y="264160"/>
                  </a:lnTo>
                  <a:lnTo>
                    <a:pt x="698962" y="253981"/>
                  </a:lnTo>
                  <a:lnTo>
                    <a:pt x="698838" y="253338"/>
                  </a:lnTo>
                  <a:lnTo>
                    <a:pt x="698722" y="252730"/>
                  </a:lnTo>
                  <a:close/>
                </a:path>
                <a:path w="704850" h="560070">
                  <a:moveTo>
                    <a:pt x="681574" y="199390"/>
                  </a:moveTo>
                  <a:lnTo>
                    <a:pt x="660907" y="199390"/>
                  </a:lnTo>
                  <a:lnTo>
                    <a:pt x="666643" y="213105"/>
                  </a:lnTo>
                  <a:lnTo>
                    <a:pt x="666604" y="213314"/>
                  </a:lnTo>
                  <a:lnTo>
                    <a:pt x="671702" y="226060"/>
                  </a:lnTo>
                  <a:lnTo>
                    <a:pt x="675893" y="240030"/>
                  </a:lnTo>
                  <a:lnTo>
                    <a:pt x="679445" y="253981"/>
                  </a:lnTo>
                  <a:lnTo>
                    <a:pt x="679322" y="252730"/>
                  </a:lnTo>
                  <a:lnTo>
                    <a:pt x="698722" y="252730"/>
                  </a:lnTo>
                  <a:lnTo>
                    <a:pt x="697991" y="248920"/>
                  </a:lnTo>
                  <a:lnTo>
                    <a:pt x="694181" y="234950"/>
                  </a:lnTo>
                  <a:lnTo>
                    <a:pt x="689609" y="219710"/>
                  </a:lnTo>
                  <a:lnTo>
                    <a:pt x="684402" y="205740"/>
                  </a:lnTo>
                  <a:lnTo>
                    <a:pt x="681574" y="199390"/>
                  </a:lnTo>
                  <a:close/>
                </a:path>
                <a:path w="704850" h="560070">
                  <a:moveTo>
                    <a:pt x="32619" y="228600"/>
                  </a:moveTo>
                  <a:lnTo>
                    <a:pt x="32384" y="228600"/>
                  </a:lnTo>
                  <a:lnTo>
                    <a:pt x="31480" y="231616"/>
                  </a:lnTo>
                  <a:lnTo>
                    <a:pt x="32619" y="228600"/>
                  </a:lnTo>
                  <a:close/>
                </a:path>
                <a:path w="704850" h="560070">
                  <a:moveTo>
                    <a:pt x="675686" y="186690"/>
                  </a:moveTo>
                  <a:lnTo>
                    <a:pt x="654430" y="186690"/>
                  </a:lnTo>
                  <a:lnTo>
                    <a:pt x="661034" y="200660"/>
                  </a:lnTo>
                  <a:lnTo>
                    <a:pt x="660907" y="199390"/>
                  </a:lnTo>
                  <a:lnTo>
                    <a:pt x="681574" y="199390"/>
                  </a:lnTo>
                  <a:lnTo>
                    <a:pt x="678179" y="191770"/>
                  </a:lnTo>
                  <a:lnTo>
                    <a:pt x="675686" y="186690"/>
                  </a:lnTo>
                  <a:close/>
                </a:path>
                <a:path w="704850" h="560070">
                  <a:moveTo>
                    <a:pt x="669035" y="173990"/>
                  </a:moveTo>
                  <a:lnTo>
                    <a:pt x="647191" y="173990"/>
                  </a:lnTo>
                  <a:lnTo>
                    <a:pt x="654684" y="187960"/>
                  </a:lnTo>
                  <a:lnTo>
                    <a:pt x="654430" y="186690"/>
                  </a:lnTo>
                  <a:lnTo>
                    <a:pt x="675686" y="186690"/>
                  </a:lnTo>
                  <a:lnTo>
                    <a:pt x="671321" y="177800"/>
                  </a:lnTo>
                  <a:lnTo>
                    <a:pt x="669035" y="173990"/>
                  </a:lnTo>
                  <a:close/>
                </a:path>
                <a:path w="704850" h="560070">
                  <a:moveTo>
                    <a:pt x="57530" y="175260"/>
                  </a:moveTo>
                  <a:lnTo>
                    <a:pt x="56895" y="175260"/>
                  </a:lnTo>
                  <a:lnTo>
                    <a:pt x="56768" y="176530"/>
                  </a:lnTo>
                  <a:lnTo>
                    <a:pt x="57530" y="175260"/>
                  </a:lnTo>
                  <a:close/>
                </a:path>
                <a:path w="704850" h="560070">
                  <a:moveTo>
                    <a:pt x="594656" y="85090"/>
                  </a:moveTo>
                  <a:lnTo>
                    <a:pt x="564006" y="85090"/>
                  </a:lnTo>
                  <a:lnTo>
                    <a:pt x="577341" y="95250"/>
                  </a:lnTo>
                  <a:lnTo>
                    <a:pt x="576960" y="95250"/>
                  </a:lnTo>
                  <a:lnTo>
                    <a:pt x="589533" y="105410"/>
                  </a:lnTo>
                  <a:lnTo>
                    <a:pt x="589152" y="105410"/>
                  </a:lnTo>
                  <a:lnTo>
                    <a:pt x="600963" y="115570"/>
                  </a:lnTo>
                  <a:lnTo>
                    <a:pt x="600582" y="115570"/>
                  </a:lnTo>
                  <a:lnTo>
                    <a:pt x="611631" y="127000"/>
                  </a:lnTo>
                  <a:lnTo>
                    <a:pt x="611251" y="127000"/>
                  </a:lnTo>
                  <a:lnTo>
                    <a:pt x="621664" y="138430"/>
                  </a:lnTo>
                  <a:lnTo>
                    <a:pt x="621410" y="138430"/>
                  </a:lnTo>
                  <a:lnTo>
                    <a:pt x="631063" y="149860"/>
                  </a:lnTo>
                  <a:lnTo>
                    <a:pt x="630681" y="149860"/>
                  </a:lnTo>
                  <a:lnTo>
                    <a:pt x="639571" y="162560"/>
                  </a:lnTo>
                  <a:lnTo>
                    <a:pt x="639317" y="162560"/>
                  </a:lnTo>
                  <a:lnTo>
                    <a:pt x="647445" y="175260"/>
                  </a:lnTo>
                  <a:lnTo>
                    <a:pt x="647191" y="173990"/>
                  </a:lnTo>
                  <a:lnTo>
                    <a:pt x="669035" y="173990"/>
                  </a:lnTo>
                  <a:lnTo>
                    <a:pt x="646049" y="138430"/>
                  </a:lnTo>
                  <a:lnTo>
                    <a:pt x="614044" y="102870"/>
                  </a:lnTo>
                  <a:lnTo>
                    <a:pt x="601852" y="91440"/>
                  </a:lnTo>
                  <a:lnTo>
                    <a:pt x="594656" y="85090"/>
                  </a:lnTo>
                  <a:close/>
                </a:path>
                <a:path w="704850" h="560070">
                  <a:moveTo>
                    <a:pt x="74803" y="149860"/>
                  </a:moveTo>
                  <a:lnTo>
                    <a:pt x="74167" y="149860"/>
                  </a:lnTo>
                  <a:lnTo>
                    <a:pt x="73787" y="151130"/>
                  </a:lnTo>
                  <a:lnTo>
                    <a:pt x="74803" y="149860"/>
                  </a:lnTo>
                  <a:close/>
                </a:path>
                <a:path w="704850" h="560070">
                  <a:moveTo>
                    <a:pt x="95249" y="125730"/>
                  </a:moveTo>
                  <a:lnTo>
                    <a:pt x="94487" y="125730"/>
                  </a:lnTo>
                  <a:lnTo>
                    <a:pt x="94106" y="127000"/>
                  </a:lnTo>
                  <a:lnTo>
                    <a:pt x="95249" y="125730"/>
                  </a:lnTo>
                  <a:close/>
                </a:path>
                <a:path w="704850" h="560070">
                  <a:moveTo>
                    <a:pt x="106456" y="114300"/>
                  </a:moveTo>
                  <a:lnTo>
                    <a:pt x="105537" y="114300"/>
                  </a:lnTo>
                  <a:lnTo>
                    <a:pt x="105155" y="115570"/>
                  </a:lnTo>
                  <a:lnTo>
                    <a:pt x="106456" y="114300"/>
                  </a:lnTo>
                  <a:close/>
                </a:path>
                <a:path w="704850" h="560070">
                  <a:moveTo>
                    <a:pt x="118420" y="102870"/>
                  </a:moveTo>
                  <a:lnTo>
                    <a:pt x="116711" y="104266"/>
                  </a:lnTo>
                  <a:lnTo>
                    <a:pt x="116961" y="104266"/>
                  </a:lnTo>
                  <a:lnTo>
                    <a:pt x="118420" y="102870"/>
                  </a:lnTo>
                  <a:close/>
                </a:path>
                <a:path w="704850" h="560070">
                  <a:moveTo>
                    <a:pt x="490788" y="45120"/>
                  </a:moveTo>
                  <a:lnTo>
                    <a:pt x="507745" y="52070"/>
                  </a:lnTo>
                  <a:lnTo>
                    <a:pt x="507238" y="52070"/>
                  </a:lnTo>
                  <a:lnTo>
                    <a:pt x="522350" y="59690"/>
                  </a:lnTo>
                  <a:lnTo>
                    <a:pt x="521969" y="59690"/>
                  </a:lnTo>
                  <a:lnTo>
                    <a:pt x="536828" y="67310"/>
                  </a:lnTo>
                  <a:lnTo>
                    <a:pt x="536447" y="67310"/>
                  </a:lnTo>
                  <a:lnTo>
                    <a:pt x="550926" y="76200"/>
                  </a:lnTo>
                  <a:lnTo>
                    <a:pt x="550544" y="76200"/>
                  </a:lnTo>
                  <a:lnTo>
                    <a:pt x="564388" y="86360"/>
                  </a:lnTo>
                  <a:lnTo>
                    <a:pt x="564006" y="85090"/>
                  </a:lnTo>
                  <a:lnTo>
                    <a:pt x="594656" y="85090"/>
                  </a:lnTo>
                  <a:lnTo>
                    <a:pt x="588899" y="80010"/>
                  </a:lnTo>
                  <a:lnTo>
                    <a:pt x="575309" y="69850"/>
                  </a:lnTo>
                  <a:lnTo>
                    <a:pt x="561085" y="60960"/>
                  </a:lnTo>
                  <a:lnTo>
                    <a:pt x="546226" y="50800"/>
                  </a:lnTo>
                  <a:lnTo>
                    <a:pt x="536066" y="45720"/>
                  </a:lnTo>
                  <a:lnTo>
                    <a:pt x="492632" y="45720"/>
                  </a:lnTo>
                  <a:lnTo>
                    <a:pt x="490788" y="45120"/>
                  </a:lnTo>
                  <a:close/>
                </a:path>
                <a:path w="704850" h="560070">
                  <a:moveTo>
                    <a:pt x="184022" y="59690"/>
                  </a:moveTo>
                  <a:lnTo>
                    <a:pt x="181990" y="59690"/>
                  </a:lnTo>
                  <a:lnTo>
                    <a:pt x="181609" y="60960"/>
                  </a:lnTo>
                  <a:lnTo>
                    <a:pt x="184022" y="59690"/>
                  </a:lnTo>
                  <a:close/>
                </a:path>
                <a:path w="704850" h="560070">
                  <a:moveTo>
                    <a:pt x="219354" y="43180"/>
                  </a:moveTo>
                  <a:lnTo>
                    <a:pt x="209973" y="47081"/>
                  </a:lnTo>
                  <a:lnTo>
                    <a:pt x="210224" y="47081"/>
                  </a:lnTo>
                  <a:lnTo>
                    <a:pt x="219354" y="43180"/>
                  </a:lnTo>
                  <a:close/>
                </a:path>
                <a:path w="704850" h="560070">
                  <a:moveTo>
                    <a:pt x="444590" y="30025"/>
                  </a:moveTo>
                  <a:lnTo>
                    <a:pt x="462025" y="35560"/>
                  </a:lnTo>
                  <a:lnTo>
                    <a:pt x="461644" y="35560"/>
                  </a:lnTo>
                  <a:lnTo>
                    <a:pt x="477392" y="40640"/>
                  </a:lnTo>
                  <a:lnTo>
                    <a:pt x="477012" y="40640"/>
                  </a:lnTo>
                  <a:lnTo>
                    <a:pt x="492632" y="45720"/>
                  </a:lnTo>
                  <a:lnTo>
                    <a:pt x="536066" y="45720"/>
                  </a:lnTo>
                  <a:lnTo>
                    <a:pt x="515492" y="35560"/>
                  </a:lnTo>
                  <a:lnTo>
                    <a:pt x="504909" y="30480"/>
                  </a:lnTo>
                  <a:lnTo>
                    <a:pt x="446531" y="30480"/>
                  </a:lnTo>
                  <a:lnTo>
                    <a:pt x="444590" y="30025"/>
                  </a:lnTo>
                  <a:close/>
                </a:path>
                <a:path w="704850" h="560070">
                  <a:moveTo>
                    <a:pt x="228015" y="40640"/>
                  </a:moveTo>
                  <a:lnTo>
                    <a:pt x="225425" y="40640"/>
                  </a:lnTo>
                  <a:lnTo>
                    <a:pt x="224916" y="41910"/>
                  </a:lnTo>
                  <a:lnTo>
                    <a:pt x="228015" y="40640"/>
                  </a:lnTo>
                  <a:close/>
                </a:path>
                <a:path w="704850" h="560070">
                  <a:moveTo>
                    <a:pt x="240971" y="35330"/>
                  </a:moveTo>
                  <a:lnTo>
                    <a:pt x="240029" y="35560"/>
                  </a:lnTo>
                  <a:lnTo>
                    <a:pt x="240410" y="35560"/>
                  </a:lnTo>
                  <a:lnTo>
                    <a:pt x="240971" y="35330"/>
                  </a:lnTo>
                  <a:close/>
                </a:path>
                <a:path w="704850" h="560070">
                  <a:moveTo>
                    <a:pt x="406590" y="22860"/>
                  </a:moveTo>
                  <a:lnTo>
                    <a:pt x="430285" y="26611"/>
                  </a:lnTo>
                  <a:lnTo>
                    <a:pt x="430637" y="26754"/>
                  </a:lnTo>
                  <a:lnTo>
                    <a:pt x="446532" y="30480"/>
                  </a:lnTo>
                  <a:lnTo>
                    <a:pt x="504909" y="30480"/>
                  </a:lnTo>
                  <a:lnTo>
                    <a:pt x="499796" y="28025"/>
                  </a:lnTo>
                  <a:lnTo>
                    <a:pt x="487616" y="24130"/>
                  </a:lnTo>
                  <a:lnTo>
                    <a:pt x="414781" y="24130"/>
                  </a:lnTo>
                  <a:lnTo>
                    <a:pt x="406590" y="22860"/>
                  </a:lnTo>
                  <a:close/>
                </a:path>
                <a:path w="704850" h="560070">
                  <a:moveTo>
                    <a:pt x="430285" y="26611"/>
                  </a:moveTo>
                  <a:lnTo>
                    <a:pt x="430028" y="26611"/>
                  </a:lnTo>
                  <a:lnTo>
                    <a:pt x="430637" y="26754"/>
                  </a:lnTo>
                  <a:lnTo>
                    <a:pt x="430285" y="26611"/>
                  </a:lnTo>
                  <a:close/>
                </a:path>
                <a:path w="704850" h="560070">
                  <a:moveTo>
                    <a:pt x="473862" y="19050"/>
                  </a:moveTo>
                  <a:lnTo>
                    <a:pt x="366267" y="19050"/>
                  </a:lnTo>
                  <a:lnTo>
                    <a:pt x="383533" y="20378"/>
                  </a:lnTo>
                  <a:lnTo>
                    <a:pt x="383146" y="20378"/>
                  </a:lnTo>
                  <a:lnTo>
                    <a:pt x="399524" y="21647"/>
                  </a:lnTo>
                  <a:lnTo>
                    <a:pt x="398771" y="21647"/>
                  </a:lnTo>
                  <a:lnTo>
                    <a:pt x="414781" y="24130"/>
                  </a:lnTo>
                  <a:lnTo>
                    <a:pt x="487616" y="24130"/>
                  </a:lnTo>
                  <a:lnTo>
                    <a:pt x="483615" y="22860"/>
                  </a:lnTo>
                  <a:lnTo>
                    <a:pt x="473862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0569" y="2985642"/>
              <a:ext cx="10582148" cy="3419348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276594" y="5296941"/>
            <a:ext cx="217170" cy="330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45"/>
              </a:lnSpc>
            </a:pP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924171" y="5719724"/>
            <a:ext cx="217170" cy="330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45"/>
              </a:lnSpc>
            </a:pP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573139" y="6084333"/>
            <a:ext cx="217170" cy="330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50"/>
              </a:lnSpc>
            </a:pP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622660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272790" y="4098797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Franklin Gothic Medium"/>
                <a:cs typeface="Franklin Gothic Medium"/>
              </a:rPr>
              <a:t>ε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319386" y="4091432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Franklin Gothic Medium"/>
                <a:cs typeface="Franklin Gothic Medium"/>
              </a:rPr>
              <a:t>ε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375784" y="2694508"/>
            <a:ext cx="4111625" cy="741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081405">
              <a:lnSpc>
                <a:spcPts val="2815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  <a:p>
            <a:pPr algn="ctr">
              <a:lnSpc>
                <a:spcPts val="2815"/>
              </a:lnSpc>
              <a:tabLst>
                <a:tab pos="3404870" algn="l"/>
              </a:tabLst>
            </a:pPr>
            <a:r>
              <a:rPr dirty="0" sz="2400">
                <a:latin typeface="Cambria Math"/>
                <a:cs typeface="Cambria Math"/>
              </a:rPr>
              <a:t>0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r>
              <a:rPr dirty="0" sz="2400">
                <a:latin typeface="Cambria Math"/>
                <a:cs typeface="Cambria Math"/>
              </a:rPr>
              <a:t>	0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122420" y="3959352"/>
            <a:ext cx="1143000" cy="1155700"/>
          </a:xfrm>
          <a:custGeom>
            <a:avLst/>
            <a:gdLst/>
            <a:ahLst/>
            <a:cxnLst/>
            <a:rect l="l" t="t" r="r" b="b"/>
            <a:pathLst>
              <a:path w="1143000" h="1155700">
                <a:moveTo>
                  <a:pt x="0" y="577596"/>
                </a:moveTo>
                <a:lnTo>
                  <a:pt x="1894" y="530220"/>
                </a:lnTo>
                <a:lnTo>
                  <a:pt x="7480" y="483900"/>
                </a:lnTo>
                <a:lnTo>
                  <a:pt x="16611" y="438784"/>
                </a:lnTo>
                <a:lnTo>
                  <a:pt x="29138" y="395020"/>
                </a:lnTo>
                <a:lnTo>
                  <a:pt x="44916" y="352758"/>
                </a:lnTo>
                <a:lnTo>
                  <a:pt x="63796" y="312145"/>
                </a:lnTo>
                <a:lnTo>
                  <a:pt x="85632" y="273331"/>
                </a:lnTo>
                <a:lnTo>
                  <a:pt x="110276" y="236463"/>
                </a:lnTo>
                <a:lnTo>
                  <a:pt x="137582" y="201691"/>
                </a:lnTo>
                <a:lnTo>
                  <a:pt x="167401" y="169163"/>
                </a:lnTo>
                <a:lnTo>
                  <a:pt x="199588" y="139028"/>
                </a:lnTo>
                <a:lnTo>
                  <a:pt x="233994" y="111434"/>
                </a:lnTo>
                <a:lnTo>
                  <a:pt x="270474" y="86530"/>
                </a:lnTo>
                <a:lnTo>
                  <a:pt x="308878" y="64465"/>
                </a:lnTo>
                <a:lnTo>
                  <a:pt x="349061" y="45386"/>
                </a:lnTo>
                <a:lnTo>
                  <a:pt x="390875" y="29443"/>
                </a:lnTo>
                <a:lnTo>
                  <a:pt x="434173" y="16784"/>
                </a:lnTo>
                <a:lnTo>
                  <a:pt x="478808" y="7559"/>
                </a:lnTo>
                <a:lnTo>
                  <a:pt x="524632" y="1914"/>
                </a:lnTo>
                <a:lnTo>
                  <a:pt x="571500" y="0"/>
                </a:lnTo>
                <a:lnTo>
                  <a:pt x="618367" y="1914"/>
                </a:lnTo>
                <a:lnTo>
                  <a:pt x="664191" y="7559"/>
                </a:lnTo>
                <a:lnTo>
                  <a:pt x="708826" y="16784"/>
                </a:lnTo>
                <a:lnTo>
                  <a:pt x="752124" y="29443"/>
                </a:lnTo>
                <a:lnTo>
                  <a:pt x="793938" y="45386"/>
                </a:lnTo>
                <a:lnTo>
                  <a:pt x="834121" y="64465"/>
                </a:lnTo>
                <a:lnTo>
                  <a:pt x="872525" y="86530"/>
                </a:lnTo>
                <a:lnTo>
                  <a:pt x="909005" y="111434"/>
                </a:lnTo>
                <a:lnTo>
                  <a:pt x="943411" y="139028"/>
                </a:lnTo>
                <a:lnTo>
                  <a:pt x="975598" y="169163"/>
                </a:lnTo>
                <a:lnTo>
                  <a:pt x="1005417" y="201691"/>
                </a:lnTo>
                <a:lnTo>
                  <a:pt x="1032723" y="236463"/>
                </a:lnTo>
                <a:lnTo>
                  <a:pt x="1057367" y="273331"/>
                </a:lnTo>
                <a:lnTo>
                  <a:pt x="1079203" y="312145"/>
                </a:lnTo>
                <a:lnTo>
                  <a:pt x="1098083" y="352758"/>
                </a:lnTo>
                <a:lnTo>
                  <a:pt x="1113861" y="395020"/>
                </a:lnTo>
                <a:lnTo>
                  <a:pt x="1126388" y="438784"/>
                </a:lnTo>
                <a:lnTo>
                  <a:pt x="1135519" y="483900"/>
                </a:lnTo>
                <a:lnTo>
                  <a:pt x="1141105" y="530220"/>
                </a:lnTo>
                <a:lnTo>
                  <a:pt x="1143000" y="577596"/>
                </a:lnTo>
                <a:lnTo>
                  <a:pt x="1141105" y="624971"/>
                </a:lnTo>
                <a:lnTo>
                  <a:pt x="1135519" y="671291"/>
                </a:lnTo>
                <a:lnTo>
                  <a:pt x="1126388" y="716407"/>
                </a:lnTo>
                <a:lnTo>
                  <a:pt x="1113861" y="760171"/>
                </a:lnTo>
                <a:lnTo>
                  <a:pt x="1098083" y="802433"/>
                </a:lnTo>
                <a:lnTo>
                  <a:pt x="1079203" y="843046"/>
                </a:lnTo>
                <a:lnTo>
                  <a:pt x="1057367" y="881860"/>
                </a:lnTo>
                <a:lnTo>
                  <a:pt x="1032723" y="918728"/>
                </a:lnTo>
                <a:lnTo>
                  <a:pt x="1005417" y="953500"/>
                </a:lnTo>
                <a:lnTo>
                  <a:pt x="975598" y="986028"/>
                </a:lnTo>
                <a:lnTo>
                  <a:pt x="943411" y="1016163"/>
                </a:lnTo>
                <a:lnTo>
                  <a:pt x="909005" y="1043757"/>
                </a:lnTo>
                <a:lnTo>
                  <a:pt x="872525" y="1068661"/>
                </a:lnTo>
                <a:lnTo>
                  <a:pt x="834121" y="1090726"/>
                </a:lnTo>
                <a:lnTo>
                  <a:pt x="793938" y="1109805"/>
                </a:lnTo>
                <a:lnTo>
                  <a:pt x="752124" y="1125748"/>
                </a:lnTo>
                <a:lnTo>
                  <a:pt x="708826" y="1138407"/>
                </a:lnTo>
                <a:lnTo>
                  <a:pt x="664191" y="1147632"/>
                </a:lnTo>
                <a:lnTo>
                  <a:pt x="618367" y="1153277"/>
                </a:lnTo>
                <a:lnTo>
                  <a:pt x="571500" y="1155192"/>
                </a:lnTo>
                <a:lnTo>
                  <a:pt x="524632" y="1153277"/>
                </a:lnTo>
                <a:lnTo>
                  <a:pt x="478808" y="1147632"/>
                </a:lnTo>
                <a:lnTo>
                  <a:pt x="434173" y="1138407"/>
                </a:lnTo>
                <a:lnTo>
                  <a:pt x="390875" y="1125748"/>
                </a:lnTo>
                <a:lnTo>
                  <a:pt x="349061" y="1109805"/>
                </a:lnTo>
                <a:lnTo>
                  <a:pt x="308878" y="1090726"/>
                </a:lnTo>
                <a:lnTo>
                  <a:pt x="270474" y="1068661"/>
                </a:lnTo>
                <a:lnTo>
                  <a:pt x="233994" y="1043757"/>
                </a:lnTo>
                <a:lnTo>
                  <a:pt x="199588" y="1016163"/>
                </a:lnTo>
                <a:lnTo>
                  <a:pt x="167401" y="986028"/>
                </a:lnTo>
                <a:lnTo>
                  <a:pt x="137582" y="953500"/>
                </a:lnTo>
                <a:lnTo>
                  <a:pt x="110276" y="918728"/>
                </a:lnTo>
                <a:lnTo>
                  <a:pt x="85632" y="881860"/>
                </a:lnTo>
                <a:lnTo>
                  <a:pt x="63796" y="843046"/>
                </a:lnTo>
                <a:lnTo>
                  <a:pt x="44916" y="802433"/>
                </a:lnTo>
                <a:lnTo>
                  <a:pt x="29138" y="760171"/>
                </a:lnTo>
                <a:lnTo>
                  <a:pt x="16611" y="716407"/>
                </a:lnTo>
                <a:lnTo>
                  <a:pt x="7480" y="671291"/>
                </a:lnTo>
                <a:lnTo>
                  <a:pt x="1894" y="624971"/>
                </a:lnTo>
                <a:lnTo>
                  <a:pt x="0" y="577596"/>
                </a:lnTo>
                <a:close/>
              </a:path>
            </a:pathLst>
          </a:custGeom>
          <a:ln w="12700">
            <a:solidFill>
              <a:srgbClr val="C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4476622" y="4334332"/>
            <a:ext cx="356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266182" y="4496308"/>
            <a:ext cx="2280920" cy="85725"/>
          </a:xfrm>
          <a:custGeom>
            <a:avLst/>
            <a:gdLst/>
            <a:ahLst/>
            <a:cxnLst/>
            <a:rect l="l" t="t" r="r" b="b"/>
            <a:pathLst>
              <a:path w="2280920" h="85725">
                <a:moveTo>
                  <a:pt x="0" y="27051"/>
                </a:moveTo>
                <a:lnTo>
                  <a:pt x="0" y="55626"/>
                </a:lnTo>
                <a:lnTo>
                  <a:pt x="228600" y="55880"/>
                </a:lnTo>
                <a:lnTo>
                  <a:pt x="228600" y="27305"/>
                </a:lnTo>
                <a:lnTo>
                  <a:pt x="0" y="27051"/>
                </a:lnTo>
                <a:close/>
              </a:path>
              <a:path w="2280920" h="85725">
                <a:moveTo>
                  <a:pt x="542925" y="27432"/>
                </a:moveTo>
                <a:lnTo>
                  <a:pt x="314325" y="27432"/>
                </a:lnTo>
                <a:lnTo>
                  <a:pt x="314325" y="56007"/>
                </a:lnTo>
                <a:lnTo>
                  <a:pt x="542925" y="56007"/>
                </a:lnTo>
                <a:lnTo>
                  <a:pt x="542925" y="27432"/>
                </a:lnTo>
                <a:close/>
              </a:path>
              <a:path w="2280920" h="85725">
                <a:moveTo>
                  <a:pt x="857250" y="27686"/>
                </a:moveTo>
                <a:lnTo>
                  <a:pt x="628650" y="27686"/>
                </a:lnTo>
                <a:lnTo>
                  <a:pt x="628650" y="56261"/>
                </a:lnTo>
                <a:lnTo>
                  <a:pt x="857250" y="56261"/>
                </a:lnTo>
                <a:lnTo>
                  <a:pt x="857250" y="27686"/>
                </a:lnTo>
                <a:close/>
              </a:path>
              <a:path w="2280920" h="85725">
                <a:moveTo>
                  <a:pt x="1171575" y="27813"/>
                </a:moveTo>
                <a:lnTo>
                  <a:pt x="942975" y="27813"/>
                </a:lnTo>
                <a:lnTo>
                  <a:pt x="942975" y="56388"/>
                </a:lnTo>
                <a:lnTo>
                  <a:pt x="1171575" y="56388"/>
                </a:lnTo>
                <a:lnTo>
                  <a:pt x="1171575" y="27813"/>
                </a:lnTo>
                <a:close/>
              </a:path>
              <a:path w="2280920" h="85725">
                <a:moveTo>
                  <a:pt x="1485899" y="28067"/>
                </a:moveTo>
                <a:lnTo>
                  <a:pt x="1257299" y="28067"/>
                </a:lnTo>
                <a:lnTo>
                  <a:pt x="1257299" y="56642"/>
                </a:lnTo>
                <a:lnTo>
                  <a:pt x="1485899" y="56642"/>
                </a:lnTo>
                <a:lnTo>
                  <a:pt x="1485899" y="28067"/>
                </a:lnTo>
                <a:close/>
              </a:path>
              <a:path w="2280920" h="85725">
                <a:moveTo>
                  <a:pt x="1571624" y="28194"/>
                </a:moveTo>
                <a:lnTo>
                  <a:pt x="1571624" y="56769"/>
                </a:lnTo>
                <a:lnTo>
                  <a:pt x="1800224" y="56896"/>
                </a:lnTo>
                <a:lnTo>
                  <a:pt x="1800224" y="28321"/>
                </a:lnTo>
                <a:lnTo>
                  <a:pt x="1571624" y="28194"/>
                </a:lnTo>
                <a:close/>
              </a:path>
              <a:path w="2280920" h="85725">
                <a:moveTo>
                  <a:pt x="2114549" y="28448"/>
                </a:moveTo>
                <a:lnTo>
                  <a:pt x="1885949" y="28448"/>
                </a:lnTo>
                <a:lnTo>
                  <a:pt x="1885949" y="57023"/>
                </a:lnTo>
                <a:lnTo>
                  <a:pt x="2114549" y="57023"/>
                </a:lnTo>
                <a:lnTo>
                  <a:pt x="2114549" y="28448"/>
                </a:lnTo>
                <a:close/>
              </a:path>
              <a:path w="2280920" h="85725">
                <a:moveTo>
                  <a:pt x="2195194" y="0"/>
                </a:moveTo>
                <a:lnTo>
                  <a:pt x="2195067" y="85725"/>
                </a:lnTo>
                <a:lnTo>
                  <a:pt x="2252302" y="57150"/>
                </a:lnTo>
                <a:lnTo>
                  <a:pt x="2200274" y="57150"/>
                </a:lnTo>
                <a:lnTo>
                  <a:pt x="2200274" y="28575"/>
                </a:lnTo>
                <a:lnTo>
                  <a:pt x="2252175" y="28575"/>
                </a:lnTo>
                <a:lnTo>
                  <a:pt x="2195194" y="0"/>
                </a:lnTo>
                <a:close/>
              </a:path>
              <a:path w="2280920" h="85725">
                <a:moveTo>
                  <a:pt x="2209418" y="28575"/>
                </a:moveTo>
                <a:lnTo>
                  <a:pt x="2200274" y="28575"/>
                </a:lnTo>
                <a:lnTo>
                  <a:pt x="2200274" y="57150"/>
                </a:lnTo>
                <a:lnTo>
                  <a:pt x="2209418" y="57150"/>
                </a:lnTo>
                <a:lnTo>
                  <a:pt x="2209418" y="28575"/>
                </a:lnTo>
                <a:close/>
              </a:path>
              <a:path w="2280920" h="85725">
                <a:moveTo>
                  <a:pt x="2252175" y="28575"/>
                </a:moveTo>
                <a:lnTo>
                  <a:pt x="2209418" y="28575"/>
                </a:lnTo>
                <a:lnTo>
                  <a:pt x="2209418" y="57150"/>
                </a:lnTo>
                <a:lnTo>
                  <a:pt x="2252302" y="57150"/>
                </a:lnTo>
                <a:lnTo>
                  <a:pt x="2280792" y="42926"/>
                </a:lnTo>
                <a:lnTo>
                  <a:pt x="2252175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6301866" y="4081017"/>
            <a:ext cx="19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566417" y="3443604"/>
            <a:ext cx="6903720" cy="1657985"/>
            <a:chOff x="1566417" y="3443604"/>
            <a:chExt cx="6903720" cy="1657985"/>
          </a:xfrm>
        </p:grpSpPr>
        <p:sp>
          <p:nvSpPr>
            <p:cNvPr id="14" name="object 14" descr=""/>
            <p:cNvSpPr/>
            <p:nvPr/>
          </p:nvSpPr>
          <p:spPr>
            <a:xfrm>
              <a:off x="2716276" y="3443604"/>
              <a:ext cx="5753735" cy="1135380"/>
            </a:xfrm>
            <a:custGeom>
              <a:avLst/>
              <a:gdLst/>
              <a:ahLst/>
              <a:cxnLst/>
              <a:rect l="l" t="t" r="r" b="b"/>
              <a:pathLst>
                <a:path w="5753734" h="1135379">
                  <a:moveTo>
                    <a:pt x="228981" y="1063117"/>
                  </a:moveTo>
                  <a:lnTo>
                    <a:pt x="508" y="1059942"/>
                  </a:lnTo>
                  <a:lnTo>
                    <a:pt x="0" y="1088517"/>
                  </a:lnTo>
                  <a:lnTo>
                    <a:pt x="228600" y="1091692"/>
                  </a:lnTo>
                  <a:lnTo>
                    <a:pt x="228981" y="1063117"/>
                  </a:lnTo>
                  <a:close/>
                </a:path>
                <a:path w="5753734" h="1135379">
                  <a:moveTo>
                    <a:pt x="543306" y="1067435"/>
                  </a:moveTo>
                  <a:lnTo>
                    <a:pt x="314706" y="1064260"/>
                  </a:lnTo>
                  <a:lnTo>
                    <a:pt x="314325" y="1092835"/>
                  </a:lnTo>
                  <a:lnTo>
                    <a:pt x="542925" y="1096010"/>
                  </a:lnTo>
                  <a:lnTo>
                    <a:pt x="543306" y="1067435"/>
                  </a:lnTo>
                  <a:close/>
                </a:path>
                <a:path w="5753734" h="1135379">
                  <a:moveTo>
                    <a:pt x="857631" y="1071753"/>
                  </a:moveTo>
                  <a:lnTo>
                    <a:pt x="629031" y="1068578"/>
                  </a:lnTo>
                  <a:lnTo>
                    <a:pt x="628650" y="1097153"/>
                  </a:lnTo>
                  <a:lnTo>
                    <a:pt x="857250" y="1100328"/>
                  </a:lnTo>
                  <a:lnTo>
                    <a:pt x="857631" y="1071753"/>
                  </a:lnTo>
                  <a:close/>
                </a:path>
                <a:path w="5753734" h="1135379">
                  <a:moveTo>
                    <a:pt x="1171956" y="1075944"/>
                  </a:moveTo>
                  <a:lnTo>
                    <a:pt x="943356" y="1072896"/>
                  </a:lnTo>
                  <a:lnTo>
                    <a:pt x="942975" y="1101471"/>
                  </a:lnTo>
                  <a:lnTo>
                    <a:pt x="1171575" y="1104519"/>
                  </a:lnTo>
                  <a:lnTo>
                    <a:pt x="1171956" y="1075944"/>
                  </a:lnTo>
                  <a:close/>
                </a:path>
                <a:path w="5753734" h="1135379">
                  <a:moveTo>
                    <a:pt x="1378407" y="1106805"/>
                  </a:moveTo>
                  <a:lnTo>
                    <a:pt x="1334389" y="1106805"/>
                  </a:lnTo>
                  <a:lnTo>
                    <a:pt x="1320152" y="1106805"/>
                  </a:lnTo>
                  <a:lnTo>
                    <a:pt x="1319784" y="1135126"/>
                  </a:lnTo>
                  <a:lnTo>
                    <a:pt x="1378407" y="1106805"/>
                  </a:lnTo>
                  <a:close/>
                </a:path>
                <a:path w="5753734" h="1135379">
                  <a:moveTo>
                    <a:pt x="1406017" y="1093470"/>
                  </a:moveTo>
                  <a:lnTo>
                    <a:pt x="1320927" y="1049401"/>
                  </a:lnTo>
                  <a:lnTo>
                    <a:pt x="1320546" y="1077214"/>
                  </a:lnTo>
                  <a:lnTo>
                    <a:pt x="1320533" y="1078052"/>
                  </a:lnTo>
                  <a:lnTo>
                    <a:pt x="1257681" y="1077214"/>
                  </a:lnTo>
                  <a:lnTo>
                    <a:pt x="1257300" y="1105789"/>
                  </a:lnTo>
                  <a:lnTo>
                    <a:pt x="1320152" y="1106627"/>
                  </a:lnTo>
                  <a:lnTo>
                    <a:pt x="1320292" y="1095286"/>
                  </a:lnTo>
                  <a:lnTo>
                    <a:pt x="1320165" y="1105789"/>
                  </a:lnTo>
                  <a:lnTo>
                    <a:pt x="1320152" y="1106627"/>
                  </a:lnTo>
                  <a:lnTo>
                    <a:pt x="1334389" y="1106627"/>
                  </a:lnTo>
                  <a:lnTo>
                    <a:pt x="1378788" y="1106627"/>
                  </a:lnTo>
                  <a:lnTo>
                    <a:pt x="1406017" y="1093470"/>
                  </a:lnTo>
                  <a:close/>
                </a:path>
                <a:path w="5753734" h="1135379">
                  <a:moveTo>
                    <a:pt x="1675511" y="387985"/>
                  </a:moveTo>
                  <a:lnTo>
                    <a:pt x="1665135" y="340499"/>
                  </a:lnTo>
                  <a:lnTo>
                    <a:pt x="1663827" y="325640"/>
                  </a:lnTo>
                  <a:lnTo>
                    <a:pt x="1663801" y="325386"/>
                  </a:lnTo>
                  <a:lnTo>
                    <a:pt x="1663331" y="312039"/>
                  </a:lnTo>
                  <a:lnTo>
                    <a:pt x="1663319" y="311531"/>
                  </a:lnTo>
                  <a:lnTo>
                    <a:pt x="1663547" y="298386"/>
                  </a:lnTo>
                  <a:lnTo>
                    <a:pt x="1668907" y="256413"/>
                  </a:lnTo>
                  <a:lnTo>
                    <a:pt x="1669986" y="252095"/>
                  </a:lnTo>
                  <a:lnTo>
                    <a:pt x="1672336" y="242824"/>
                  </a:lnTo>
                  <a:lnTo>
                    <a:pt x="1645793" y="281940"/>
                  </a:lnTo>
                  <a:lnTo>
                    <a:pt x="1644269" y="311531"/>
                  </a:lnTo>
                  <a:lnTo>
                    <a:pt x="1644269" y="312039"/>
                  </a:lnTo>
                  <a:lnTo>
                    <a:pt x="1648333" y="356743"/>
                  </a:lnTo>
                  <a:lnTo>
                    <a:pt x="1657350" y="393700"/>
                  </a:lnTo>
                  <a:lnTo>
                    <a:pt x="1675511" y="387985"/>
                  </a:lnTo>
                  <a:close/>
                </a:path>
                <a:path w="5753734" h="1135379">
                  <a:moveTo>
                    <a:pt x="1788922" y="82169"/>
                  </a:moveTo>
                  <a:lnTo>
                    <a:pt x="1778254" y="66421"/>
                  </a:lnTo>
                  <a:lnTo>
                    <a:pt x="1774698" y="68834"/>
                  </a:lnTo>
                  <a:lnTo>
                    <a:pt x="1761363" y="78740"/>
                  </a:lnTo>
                  <a:lnTo>
                    <a:pt x="1724660" y="112776"/>
                  </a:lnTo>
                  <a:lnTo>
                    <a:pt x="1693418" y="151777"/>
                  </a:lnTo>
                  <a:lnTo>
                    <a:pt x="1675130" y="183134"/>
                  </a:lnTo>
                  <a:lnTo>
                    <a:pt x="1692148" y="191516"/>
                  </a:lnTo>
                  <a:lnTo>
                    <a:pt x="1694738" y="186486"/>
                  </a:lnTo>
                  <a:lnTo>
                    <a:pt x="1700123" y="176961"/>
                  </a:lnTo>
                  <a:lnTo>
                    <a:pt x="1728546" y="137007"/>
                  </a:lnTo>
                  <a:lnTo>
                    <a:pt x="1760893" y="104076"/>
                  </a:lnTo>
                  <a:lnTo>
                    <a:pt x="1786178" y="84074"/>
                  </a:lnTo>
                  <a:lnTo>
                    <a:pt x="1788922" y="82169"/>
                  </a:lnTo>
                  <a:close/>
                </a:path>
                <a:path w="5753734" h="1135379">
                  <a:moveTo>
                    <a:pt x="1798701" y="544449"/>
                  </a:moveTo>
                  <a:lnTo>
                    <a:pt x="1759369" y="514718"/>
                  </a:lnTo>
                  <a:lnTo>
                    <a:pt x="1728190" y="482803"/>
                  </a:lnTo>
                  <a:lnTo>
                    <a:pt x="1701393" y="445363"/>
                  </a:lnTo>
                  <a:lnTo>
                    <a:pt x="1697482" y="438404"/>
                  </a:lnTo>
                  <a:lnTo>
                    <a:pt x="1680972" y="447802"/>
                  </a:lnTo>
                  <a:lnTo>
                    <a:pt x="1703197" y="481965"/>
                  </a:lnTo>
                  <a:lnTo>
                    <a:pt x="1735201" y="518287"/>
                  </a:lnTo>
                  <a:lnTo>
                    <a:pt x="1773809" y="550545"/>
                  </a:lnTo>
                  <a:lnTo>
                    <a:pt x="1787906" y="560197"/>
                  </a:lnTo>
                  <a:lnTo>
                    <a:pt x="1798701" y="544449"/>
                  </a:lnTo>
                  <a:close/>
                </a:path>
                <a:path w="5753734" h="1135379">
                  <a:moveTo>
                    <a:pt x="1980184" y="19050"/>
                  </a:moveTo>
                  <a:lnTo>
                    <a:pt x="1980133" y="17399"/>
                  </a:lnTo>
                  <a:lnTo>
                    <a:pt x="1980006" y="12700"/>
                  </a:lnTo>
                  <a:lnTo>
                    <a:pt x="1979904" y="8890"/>
                  </a:lnTo>
                  <a:lnTo>
                    <a:pt x="1979828" y="5588"/>
                  </a:lnTo>
                  <a:lnTo>
                    <a:pt x="1979701" y="1143"/>
                  </a:lnTo>
                  <a:lnTo>
                    <a:pt x="1979676" y="0"/>
                  </a:lnTo>
                  <a:lnTo>
                    <a:pt x="1977644" y="0"/>
                  </a:lnTo>
                  <a:lnTo>
                    <a:pt x="1927479" y="5588"/>
                  </a:lnTo>
                  <a:lnTo>
                    <a:pt x="1878838" y="17399"/>
                  </a:lnTo>
                  <a:lnTo>
                    <a:pt x="1831594" y="35687"/>
                  </a:lnTo>
                  <a:lnTo>
                    <a:pt x="1828800" y="37084"/>
                  </a:lnTo>
                  <a:lnTo>
                    <a:pt x="1837182" y="54102"/>
                  </a:lnTo>
                  <a:lnTo>
                    <a:pt x="1839607" y="52933"/>
                  </a:lnTo>
                  <a:lnTo>
                    <a:pt x="1854085" y="46634"/>
                  </a:lnTo>
                  <a:lnTo>
                    <a:pt x="1899475" y="31242"/>
                  </a:lnTo>
                  <a:lnTo>
                    <a:pt x="1944966" y="22161"/>
                  </a:lnTo>
                  <a:lnTo>
                    <a:pt x="1978787" y="19050"/>
                  </a:lnTo>
                  <a:lnTo>
                    <a:pt x="1980184" y="19050"/>
                  </a:lnTo>
                  <a:close/>
                </a:path>
                <a:path w="5753734" h="1135379">
                  <a:moveTo>
                    <a:pt x="2185924" y="48133"/>
                  </a:moveTo>
                  <a:lnTo>
                    <a:pt x="2175256" y="42291"/>
                  </a:lnTo>
                  <a:lnTo>
                    <a:pt x="2159762" y="34683"/>
                  </a:lnTo>
                  <a:lnTo>
                    <a:pt x="2143887" y="27813"/>
                  </a:lnTo>
                  <a:lnTo>
                    <a:pt x="2140788" y="26644"/>
                  </a:lnTo>
                  <a:lnTo>
                    <a:pt x="2133066" y="23698"/>
                  </a:lnTo>
                  <a:lnTo>
                    <a:pt x="2095246" y="11811"/>
                  </a:lnTo>
                  <a:lnTo>
                    <a:pt x="2045208" y="2413"/>
                  </a:lnTo>
                  <a:lnTo>
                    <a:pt x="2037969" y="1651"/>
                  </a:lnTo>
                  <a:lnTo>
                    <a:pt x="2036064" y="20701"/>
                  </a:lnTo>
                  <a:lnTo>
                    <a:pt x="2043620" y="21399"/>
                  </a:lnTo>
                  <a:lnTo>
                    <a:pt x="2043049" y="21399"/>
                  </a:lnTo>
                  <a:lnTo>
                    <a:pt x="2090750" y="30353"/>
                  </a:lnTo>
                  <a:lnTo>
                    <a:pt x="2136889" y="45529"/>
                  </a:lnTo>
                  <a:lnTo>
                    <a:pt x="2136698" y="45529"/>
                  </a:lnTo>
                  <a:lnTo>
                    <a:pt x="2138121" y="46075"/>
                  </a:lnTo>
                  <a:lnTo>
                    <a:pt x="2152065" y="52108"/>
                  </a:lnTo>
                  <a:lnTo>
                    <a:pt x="2167344" y="59677"/>
                  </a:lnTo>
                  <a:lnTo>
                    <a:pt x="2176780" y="64897"/>
                  </a:lnTo>
                  <a:lnTo>
                    <a:pt x="2185924" y="48133"/>
                  </a:lnTo>
                  <a:close/>
                </a:path>
                <a:path w="5753734" h="1135379">
                  <a:moveTo>
                    <a:pt x="2275459" y="540766"/>
                  </a:moveTo>
                  <a:lnTo>
                    <a:pt x="2263914" y="525907"/>
                  </a:lnTo>
                  <a:lnTo>
                    <a:pt x="2257818" y="518058"/>
                  </a:lnTo>
                  <a:lnTo>
                    <a:pt x="2261616" y="514985"/>
                  </a:lnTo>
                  <a:lnTo>
                    <a:pt x="2273770" y="501650"/>
                  </a:lnTo>
                  <a:lnTo>
                    <a:pt x="2248027" y="501650"/>
                  </a:lnTo>
                  <a:lnTo>
                    <a:pt x="2247773" y="501650"/>
                  </a:lnTo>
                  <a:lnTo>
                    <a:pt x="2246122" y="502983"/>
                  </a:lnTo>
                  <a:lnTo>
                    <a:pt x="2228723" y="480568"/>
                  </a:lnTo>
                  <a:lnTo>
                    <a:pt x="2191893" y="557403"/>
                  </a:lnTo>
                  <a:lnTo>
                    <a:pt x="2275459" y="540766"/>
                  </a:lnTo>
                  <a:close/>
                </a:path>
                <a:path w="5753734" h="1135379">
                  <a:moveTo>
                    <a:pt x="2299716" y="468630"/>
                  </a:moveTo>
                  <a:lnTo>
                    <a:pt x="2284095" y="457581"/>
                  </a:lnTo>
                  <a:lnTo>
                    <a:pt x="2275446" y="469887"/>
                  </a:lnTo>
                  <a:lnTo>
                    <a:pt x="2265045" y="482917"/>
                  </a:lnTo>
                  <a:lnTo>
                    <a:pt x="2254250" y="494792"/>
                  </a:lnTo>
                  <a:lnTo>
                    <a:pt x="2249043" y="500634"/>
                  </a:lnTo>
                  <a:lnTo>
                    <a:pt x="2248687" y="500913"/>
                  </a:lnTo>
                  <a:lnTo>
                    <a:pt x="2248027" y="501650"/>
                  </a:lnTo>
                  <a:lnTo>
                    <a:pt x="2248763" y="500913"/>
                  </a:lnTo>
                  <a:lnTo>
                    <a:pt x="2274443" y="500913"/>
                  </a:lnTo>
                  <a:lnTo>
                    <a:pt x="2280031" y="494792"/>
                  </a:lnTo>
                  <a:lnTo>
                    <a:pt x="2290445" y="481711"/>
                  </a:lnTo>
                  <a:lnTo>
                    <a:pt x="2299716" y="468630"/>
                  </a:lnTo>
                  <a:close/>
                </a:path>
                <a:path w="5753734" h="1135379">
                  <a:moveTo>
                    <a:pt x="2328418" y="204851"/>
                  </a:moveTo>
                  <a:lnTo>
                    <a:pt x="2307971" y="164084"/>
                  </a:lnTo>
                  <a:lnTo>
                    <a:pt x="2280412" y="125730"/>
                  </a:lnTo>
                  <a:lnTo>
                    <a:pt x="2246122" y="90690"/>
                  </a:lnTo>
                  <a:lnTo>
                    <a:pt x="2234819" y="81153"/>
                  </a:lnTo>
                  <a:lnTo>
                    <a:pt x="2222627" y="95758"/>
                  </a:lnTo>
                  <a:lnTo>
                    <a:pt x="2234133" y="105448"/>
                  </a:lnTo>
                  <a:lnTo>
                    <a:pt x="2245220" y="115697"/>
                  </a:lnTo>
                  <a:lnTo>
                    <a:pt x="2255520" y="126238"/>
                  </a:lnTo>
                  <a:lnTo>
                    <a:pt x="2265629" y="137718"/>
                  </a:lnTo>
                  <a:lnTo>
                    <a:pt x="2265959" y="138036"/>
                  </a:lnTo>
                  <a:lnTo>
                    <a:pt x="2266035" y="138176"/>
                  </a:lnTo>
                  <a:lnTo>
                    <a:pt x="2266391" y="138582"/>
                  </a:lnTo>
                  <a:lnTo>
                    <a:pt x="2274125" y="148348"/>
                  </a:lnTo>
                  <a:lnTo>
                    <a:pt x="2298941" y="186817"/>
                  </a:lnTo>
                  <a:lnTo>
                    <a:pt x="2310892" y="212471"/>
                  </a:lnTo>
                  <a:lnTo>
                    <a:pt x="2328418" y="204851"/>
                  </a:lnTo>
                  <a:close/>
                </a:path>
                <a:path w="5753734" h="1135379">
                  <a:moveTo>
                    <a:pt x="2349119" y="308102"/>
                  </a:moveTo>
                  <a:lnTo>
                    <a:pt x="2345182" y="263271"/>
                  </a:lnTo>
                  <a:lnTo>
                    <a:pt x="2344801" y="261620"/>
                  </a:lnTo>
                  <a:lnTo>
                    <a:pt x="2326132" y="265430"/>
                  </a:lnTo>
                  <a:lnTo>
                    <a:pt x="2326386" y="266319"/>
                  </a:lnTo>
                  <a:lnTo>
                    <a:pt x="2328341" y="280174"/>
                  </a:lnTo>
                  <a:lnTo>
                    <a:pt x="2328456" y="280670"/>
                  </a:lnTo>
                  <a:lnTo>
                    <a:pt x="2329497" y="292481"/>
                  </a:lnTo>
                  <a:lnTo>
                    <a:pt x="2330043" y="308102"/>
                  </a:lnTo>
                  <a:lnTo>
                    <a:pt x="2330056" y="308483"/>
                  </a:lnTo>
                  <a:lnTo>
                    <a:pt x="2329891" y="321945"/>
                  </a:lnTo>
                  <a:lnTo>
                    <a:pt x="2324189" y="364934"/>
                  </a:lnTo>
                  <a:lnTo>
                    <a:pt x="2312378" y="403936"/>
                  </a:lnTo>
                  <a:lnTo>
                    <a:pt x="2310130" y="409194"/>
                  </a:lnTo>
                  <a:lnTo>
                    <a:pt x="2327783" y="416560"/>
                  </a:lnTo>
                  <a:lnTo>
                    <a:pt x="2343023" y="367919"/>
                  </a:lnTo>
                  <a:lnTo>
                    <a:pt x="2348801" y="323837"/>
                  </a:lnTo>
                  <a:lnTo>
                    <a:pt x="2349106" y="308483"/>
                  </a:lnTo>
                  <a:lnTo>
                    <a:pt x="2349119" y="308102"/>
                  </a:lnTo>
                  <a:close/>
                </a:path>
                <a:path w="5753734" h="1135379">
                  <a:moveTo>
                    <a:pt x="5753735" y="308737"/>
                  </a:moveTo>
                  <a:lnTo>
                    <a:pt x="5753392" y="298577"/>
                  </a:lnTo>
                  <a:lnTo>
                    <a:pt x="5753265" y="294767"/>
                  </a:lnTo>
                  <a:lnTo>
                    <a:pt x="5753227" y="293497"/>
                  </a:lnTo>
                  <a:lnTo>
                    <a:pt x="5752185" y="282067"/>
                  </a:lnTo>
                  <a:lnTo>
                    <a:pt x="5752071" y="280797"/>
                  </a:lnTo>
                  <a:lnTo>
                    <a:pt x="5751957" y="279527"/>
                  </a:lnTo>
                  <a:lnTo>
                    <a:pt x="5750153" y="266827"/>
                  </a:lnTo>
                  <a:lnTo>
                    <a:pt x="5749798" y="264287"/>
                  </a:lnTo>
                  <a:lnTo>
                    <a:pt x="5747842" y="254114"/>
                  </a:lnTo>
                  <a:lnTo>
                    <a:pt x="5747715" y="253466"/>
                  </a:lnTo>
                  <a:lnTo>
                    <a:pt x="5747601" y="252857"/>
                  </a:lnTo>
                  <a:lnTo>
                    <a:pt x="5733288" y="205867"/>
                  </a:lnTo>
                  <a:lnTo>
                    <a:pt x="5730456" y="199517"/>
                  </a:lnTo>
                  <a:lnTo>
                    <a:pt x="5727065" y="191897"/>
                  </a:lnTo>
                  <a:lnTo>
                    <a:pt x="5724563" y="186817"/>
                  </a:lnTo>
                  <a:lnTo>
                    <a:pt x="5720207" y="177927"/>
                  </a:lnTo>
                  <a:lnTo>
                    <a:pt x="5717921" y="174117"/>
                  </a:lnTo>
                  <a:lnTo>
                    <a:pt x="5694934" y="138557"/>
                  </a:lnTo>
                  <a:lnTo>
                    <a:pt x="5662930" y="102997"/>
                  </a:lnTo>
                  <a:lnTo>
                    <a:pt x="5643537" y="85217"/>
                  </a:lnTo>
                  <a:lnTo>
                    <a:pt x="5637784" y="80137"/>
                  </a:lnTo>
                  <a:lnTo>
                    <a:pt x="5624195" y="69977"/>
                  </a:lnTo>
                  <a:lnTo>
                    <a:pt x="5609971" y="61087"/>
                  </a:lnTo>
                  <a:lnTo>
                    <a:pt x="5595112" y="50927"/>
                  </a:lnTo>
                  <a:lnTo>
                    <a:pt x="5584952" y="45847"/>
                  </a:lnTo>
                  <a:lnTo>
                    <a:pt x="5564378" y="35687"/>
                  </a:lnTo>
                  <a:lnTo>
                    <a:pt x="5553786" y="30607"/>
                  </a:lnTo>
                  <a:lnTo>
                    <a:pt x="5548681" y="28155"/>
                  </a:lnTo>
                  <a:lnTo>
                    <a:pt x="5536501" y="24257"/>
                  </a:lnTo>
                  <a:lnTo>
                    <a:pt x="5532501" y="22987"/>
                  </a:lnTo>
                  <a:lnTo>
                    <a:pt x="5522747" y="19177"/>
                  </a:lnTo>
                  <a:lnTo>
                    <a:pt x="5516245" y="16637"/>
                  </a:lnTo>
                  <a:lnTo>
                    <a:pt x="5466588" y="5207"/>
                  </a:lnTo>
                  <a:lnTo>
                    <a:pt x="5449824" y="2667"/>
                  </a:lnTo>
                  <a:lnTo>
                    <a:pt x="5416042" y="127"/>
                  </a:lnTo>
                  <a:lnTo>
                    <a:pt x="5382260" y="127"/>
                  </a:lnTo>
                  <a:lnTo>
                    <a:pt x="5315712" y="9017"/>
                  </a:lnTo>
                  <a:lnTo>
                    <a:pt x="5267579" y="22987"/>
                  </a:lnTo>
                  <a:lnTo>
                    <a:pt x="5207254" y="50927"/>
                  </a:lnTo>
                  <a:lnTo>
                    <a:pt x="5179314" y="69977"/>
                  </a:lnTo>
                  <a:lnTo>
                    <a:pt x="5165979" y="78867"/>
                  </a:lnTo>
                  <a:lnTo>
                    <a:pt x="5129276" y="113157"/>
                  </a:lnTo>
                  <a:lnTo>
                    <a:pt x="5098034" y="152527"/>
                  </a:lnTo>
                  <a:lnTo>
                    <a:pt x="5074539" y="194437"/>
                  </a:lnTo>
                  <a:lnTo>
                    <a:pt x="5058664" y="237617"/>
                  </a:lnTo>
                  <a:lnTo>
                    <a:pt x="5050409" y="282067"/>
                  </a:lnTo>
                  <a:lnTo>
                    <a:pt x="5048948" y="308737"/>
                  </a:lnTo>
                  <a:lnTo>
                    <a:pt x="5048885" y="312547"/>
                  </a:lnTo>
                  <a:lnTo>
                    <a:pt x="5049304" y="322707"/>
                  </a:lnTo>
                  <a:lnTo>
                    <a:pt x="5049355" y="323977"/>
                  </a:lnTo>
                  <a:lnTo>
                    <a:pt x="5049456" y="326517"/>
                  </a:lnTo>
                  <a:lnTo>
                    <a:pt x="5055870" y="372237"/>
                  </a:lnTo>
                  <a:lnTo>
                    <a:pt x="5069459" y="415417"/>
                  </a:lnTo>
                  <a:lnTo>
                    <a:pt x="5090160" y="456057"/>
                  </a:lnTo>
                  <a:lnTo>
                    <a:pt x="5117719" y="495427"/>
                  </a:lnTo>
                  <a:lnTo>
                    <a:pt x="5128387" y="506857"/>
                  </a:lnTo>
                  <a:lnTo>
                    <a:pt x="5139817" y="519557"/>
                  </a:lnTo>
                  <a:lnTo>
                    <a:pt x="5152009" y="529717"/>
                  </a:lnTo>
                  <a:lnTo>
                    <a:pt x="5164836" y="541147"/>
                  </a:lnTo>
                  <a:lnTo>
                    <a:pt x="5178425" y="551307"/>
                  </a:lnTo>
                  <a:lnTo>
                    <a:pt x="5192522" y="560197"/>
                  </a:lnTo>
                  <a:lnTo>
                    <a:pt x="5203317" y="544957"/>
                  </a:lnTo>
                  <a:lnTo>
                    <a:pt x="5189652" y="536194"/>
                  </a:lnTo>
                  <a:lnTo>
                    <a:pt x="5191010" y="537057"/>
                  </a:lnTo>
                  <a:lnTo>
                    <a:pt x="5189867" y="536194"/>
                  </a:lnTo>
                  <a:lnTo>
                    <a:pt x="5176520" y="525907"/>
                  </a:lnTo>
                  <a:lnTo>
                    <a:pt x="5176901" y="525907"/>
                  </a:lnTo>
                  <a:lnTo>
                    <a:pt x="5164328" y="515747"/>
                  </a:lnTo>
                  <a:lnTo>
                    <a:pt x="5164709" y="515747"/>
                  </a:lnTo>
                  <a:lnTo>
                    <a:pt x="5152898" y="505587"/>
                  </a:lnTo>
                  <a:lnTo>
                    <a:pt x="5153279" y="505587"/>
                  </a:lnTo>
                  <a:lnTo>
                    <a:pt x="5142230" y="494157"/>
                  </a:lnTo>
                  <a:lnTo>
                    <a:pt x="5142484" y="494157"/>
                  </a:lnTo>
                  <a:lnTo>
                    <a:pt x="5132070" y="482727"/>
                  </a:lnTo>
                  <a:lnTo>
                    <a:pt x="5132451" y="482727"/>
                  </a:lnTo>
                  <a:lnTo>
                    <a:pt x="5122799" y="471297"/>
                  </a:lnTo>
                  <a:lnTo>
                    <a:pt x="5123180" y="471297"/>
                  </a:lnTo>
                  <a:lnTo>
                    <a:pt x="5114290" y="458597"/>
                  </a:lnTo>
                  <a:lnTo>
                    <a:pt x="5114544" y="458597"/>
                  </a:lnTo>
                  <a:lnTo>
                    <a:pt x="5107114" y="447167"/>
                  </a:lnTo>
                  <a:lnTo>
                    <a:pt x="5106289" y="445897"/>
                  </a:lnTo>
                  <a:lnTo>
                    <a:pt x="5106543" y="447167"/>
                  </a:lnTo>
                  <a:lnTo>
                    <a:pt x="5099837" y="434467"/>
                  </a:lnTo>
                  <a:lnTo>
                    <a:pt x="5099177" y="433197"/>
                  </a:lnTo>
                  <a:lnTo>
                    <a:pt x="5099431" y="434467"/>
                  </a:lnTo>
                  <a:lnTo>
                    <a:pt x="5093309" y="421767"/>
                  </a:lnTo>
                  <a:lnTo>
                    <a:pt x="5092700" y="420497"/>
                  </a:lnTo>
                  <a:lnTo>
                    <a:pt x="5092954" y="421767"/>
                  </a:lnTo>
                  <a:lnTo>
                    <a:pt x="5087112" y="407797"/>
                  </a:lnTo>
                  <a:lnTo>
                    <a:pt x="5082032" y="395097"/>
                  </a:lnTo>
                  <a:lnTo>
                    <a:pt x="5082286" y="395097"/>
                  </a:lnTo>
                  <a:lnTo>
                    <a:pt x="5078234" y="382397"/>
                  </a:lnTo>
                  <a:lnTo>
                    <a:pt x="5077841" y="381127"/>
                  </a:lnTo>
                  <a:lnTo>
                    <a:pt x="5077968" y="382397"/>
                  </a:lnTo>
                  <a:lnTo>
                    <a:pt x="5074704" y="368427"/>
                  </a:lnTo>
                  <a:lnTo>
                    <a:pt x="5074412" y="367157"/>
                  </a:lnTo>
                  <a:lnTo>
                    <a:pt x="5074539" y="368427"/>
                  </a:lnTo>
                  <a:lnTo>
                    <a:pt x="5071618" y="354457"/>
                  </a:lnTo>
                  <a:lnTo>
                    <a:pt x="5069954" y="343027"/>
                  </a:lnTo>
                  <a:lnTo>
                    <a:pt x="5068557" y="327787"/>
                  </a:lnTo>
                  <a:lnTo>
                    <a:pt x="5068443" y="326517"/>
                  </a:lnTo>
                  <a:lnTo>
                    <a:pt x="5067935" y="312547"/>
                  </a:lnTo>
                  <a:lnTo>
                    <a:pt x="5068189" y="298577"/>
                  </a:lnTo>
                  <a:lnTo>
                    <a:pt x="5073650" y="256667"/>
                  </a:lnTo>
                  <a:lnTo>
                    <a:pt x="5080393" y="231648"/>
                  </a:lnTo>
                  <a:lnTo>
                    <a:pt x="5081486" y="228727"/>
                  </a:lnTo>
                  <a:lnTo>
                    <a:pt x="5086223" y="216027"/>
                  </a:lnTo>
                  <a:lnTo>
                    <a:pt x="5091938" y="202057"/>
                  </a:lnTo>
                  <a:lnTo>
                    <a:pt x="5091684" y="202057"/>
                  </a:lnTo>
                  <a:lnTo>
                    <a:pt x="5098542" y="189357"/>
                  </a:lnTo>
                  <a:lnTo>
                    <a:pt x="5098161" y="189357"/>
                  </a:lnTo>
                  <a:lnTo>
                    <a:pt x="5105781" y="175387"/>
                  </a:lnTo>
                  <a:lnTo>
                    <a:pt x="5105654" y="176657"/>
                  </a:lnTo>
                  <a:lnTo>
                    <a:pt x="5106416" y="175387"/>
                  </a:lnTo>
                  <a:lnTo>
                    <a:pt x="5114036" y="162687"/>
                  </a:lnTo>
                  <a:lnTo>
                    <a:pt x="5113655" y="162687"/>
                  </a:lnTo>
                  <a:lnTo>
                    <a:pt x="5123053" y="149987"/>
                  </a:lnTo>
                  <a:lnTo>
                    <a:pt x="5122672" y="151257"/>
                  </a:lnTo>
                  <a:lnTo>
                    <a:pt x="5123688" y="149987"/>
                  </a:lnTo>
                  <a:lnTo>
                    <a:pt x="5132832" y="138557"/>
                  </a:lnTo>
                  <a:lnTo>
                    <a:pt x="5132451" y="138557"/>
                  </a:lnTo>
                  <a:lnTo>
                    <a:pt x="5143373" y="125857"/>
                  </a:lnTo>
                  <a:lnTo>
                    <a:pt x="5142992" y="127127"/>
                  </a:lnTo>
                  <a:lnTo>
                    <a:pt x="5144135" y="125857"/>
                  </a:lnTo>
                  <a:lnTo>
                    <a:pt x="5154422" y="114427"/>
                  </a:lnTo>
                  <a:lnTo>
                    <a:pt x="5154041" y="115697"/>
                  </a:lnTo>
                  <a:lnTo>
                    <a:pt x="5155336" y="114427"/>
                  </a:lnTo>
                  <a:lnTo>
                    <a:pt x="5165610" y="104394"/>
                  </a:lnTo>
                  <a:lnTo>
                    <a:pt x="5165839" y="104394"/>
                  </a:lnTo>
                  <a:lnTo>
                    <a:pt x="5167300" y="102997"/>
                  </a:lnTo>
                  <a:lnTo>
                    <a:pt x="5166271" y="103835"/>
                  </a:lnTo>
                  <a:lnTo>
                    <a:pt x="5167261" y="102997"/>
                  </a:lnTo>
                  <a:lnTo>
                    <a:pt x="5178044" y="94107"/>
                  </a:lnTo>
                  <a:lnTo>
                    <a:pt x="5177663" y="94107"/>
                  </a:lnTo>
                  <a:lnTo>
                    <a:pt x="5190617" y="85217"/>
                  </a:lnTo>
                  <a:lnTo>
                    <a:pt x="5190236" y="85217"/>
                  </a:lnTo>
                  <a:lnTo>
                    <a:pt x="5203571" y="76327"/>
                  </a:lnTo>
                  <a:lnTo>
                    <a:pt x="5203190" y="76327"/>
                  </a:lnTo>
                  <a:lnTo>
                    <a:pt x="5217033" y="67437"/>
                  </a:lnTo>
                  <a:lnTo>
                    <a:pt x="5216652" y="67437"/>
                  </a:lnTo>
                  <a:lnTo>
                    <a:pt x="5230876" y="59817"/>
                  </a:lnTo>
                  <a:lnTo>
                    <a:pt x="5230495" y="61087"/>
                  </a:lnTo>
                  <a:lnTo>
                    <a:pt x="5232908" y="59817"/>
                  </a:lnTo>
                  <a:lnTo>
                    <a:pt x="5244973" y="53467"/>
                  </a:lnTo>
                  <a:lnTo>
                    <a:pt x="5244465" y="53467"/>
                  </a:lnTo>
                  <a:lnTo>
                    <a:pt x="5258867" y="47218"/>
                  </a:lnTo>
                  <a:lnTo>
                    <a:pt x="5259108" y="47218"/>
                  </a:lnTo>
                  <a:lnTo>
                    <a:pt x="5268239" y="43307"/>
                  </a:lnTo>
                  <a:lnTo>
                    <a:pt x="5274310" y="40767"/>
                  </a:lnTo>
                  <a:lnTo>
                    <a:pt x="5273802" y="42037"/>
                  </a:lnTo>
                  <a:lnTo>
                    <a:pt x="5276888" y="40767"/>
                  </a:lnTo>
                  <a:lnTo>
                    <a:pt x="5289296" y="35687"/>
                  </a:lnTo>
                  <a:lnTo>
                    <a:pt x="5289855" y="35458"/>
                  </a:lnTo>
                  <a:lnTo>
                    <a:pt x="5304536" y="31877"/>
                  </a:lnTo>
                  <a:lnTo>
                    <a:pt x="5304028" y="31877"/>
                  </a:lnTo>
                  <a:lnTo>
                    <a:pt x="5319661" y="28155"/>
                  </a:lnTo>
                  <a:lnTo>
                    <a:pt x="5319103" y="28155"/>
                  </a:lnTo>
                  <a:lnTo>
                    <a:pt x="5335651" y="25527"/>
                  </a:lnTo>
                  <a:lnTo>
                    <a:pt x="5335270" y="25527"/>
                  </a:lnTo>
                  <a:lnTo>
                    <a:pt x="5351526" y="22987"/>
                  </a:lnTo>
                  <a:lnTo>
                    <a:pt x="5351145" y="22987"/>
                  </a:lnTo>
                  <a:lnTo>
                    <a:pt x="5367020" y="20510"/>
                  </a:lnTo>
                  <a:lnTo>
                    <a:pt x="5366258" y="20510"/>
                  </a:lnTo>
                  <a:lnTo>
                    <a:pt x="5383403" y="19177"/>
                  </a:lnTo>
                  <a:lnTo>
                    <a:pt x="5415153" y="19177"/>
                  </a:lnTo>
                  <a:lnTo>
                    <a:pt x="5432412" y="20510"/>
                  </a:lnTo>
                  <a:lnTo>
                    <a:pt x="5432031" y="20510"/>
                  </a:lnTo>
                  <a:lnTo>
                    <a:pt x="5448401" y="21780"/>
                  </a:lnTo>
                  <a:lnTo>
                    <a:pt x="5447652" y="21780"/>
                  </a:lnTo>
                  <a:lnTo>
                    <a:pt x="5455780" y="23050"/>
                  </a:lnTo>
                  <a:lnTo>
                    <a:pt x="5479161" y="26746"/>
                  </a:lnTo>
                  <a:lnTo>
                    <a:pt x="5478907" y="26746"/>
                  </a:lnTo>
                  <a:lnTo>
                    <a:pt x="5479516" y="26885"/>
                  </a:lnTo>
                  <a:lnTo>
                    <a:pt x="5493474" y="30162"/>
                  </a:lnTo>
                  <a:lnTo>
                    <a:pt x="5510911" y="35687"/>
                  </a:lnTo>
                  <a:lnTo>
                    <a:pt x="5510530" y="35687"/>
                  </a:lnTo>
                  <a:lnTo>
                    <a:pt x="5526278" y="40767"/>
                  </a:lnTo>
                  <a:lnTo>
                    <a:pt x="5525897" y="40767"/>
                  </a:lnTo>
                  <a:lnTo>
                    <a:pt x="5539664" y="45250"/>
                  </a:lnTo>
                  <a:lnTo>
                    <a:pt x="5556631" y="52197"/>
                  </a:lnTo>
                  <a:lnTo>
                    <a:pt x="5556123" y="52197"/>
                  </a:lnTo>
                  <a:lnTo>
                    <a:pt x="5571236" y="59817"/>
                  </a:lnTo>
                  <a:lnTo>
                    <a:pt x="5570855" y="59817"/>
                  </a:lnTo>
                  <a:lnTo>
                    <a:pt x="5585714" y="67437"/>
                  </a:lnTo>
                  <a:lnTo>
                    <a:pt x="5585333" y="67437"/>
                  </a:lnTo>
                  <a:lnTo>
                    <a:pt x="5599811" y="76327"/>
                  </a:lnTo>
                  <a:lnTo>
                    <a:pt x="5599430" y="76327"/>
                  </a:lnTo>
                  <a:lnTo>
                    <a:pt x="5613273" y="86487"/>
                  </a:lnTo>
                  <a:lnTo>
                    <a:pt x="5612892" y="85217"/>
                  </a:lnTo>
                  <a:lnTo>
                    <a:pt x="5626227" y="95377"/>
                  </a:lnTo>
                  <a:lnTo>
                    <a:pt x="5625846" y="95377"/>
                  </a:lnTo>
                  <a:lnTo>
                    <a:pt x="5638419" y="105537"/>
                  </a:lnTo>
                  <a:lnTo>
                    <a:pt x="5638038" y="105537"/>
                  </a:lnTo>
                  <a:lnTo>
                    <a:pt x="5649849" y="115697"/>
                  </a:lnTo>
                  <a:lnTo>
                    <a:pt x="5649468" y="115697"/>
                  </a:lnTo>
                  <a:lnTo>
                    <a:pt x="5660517" y="127127"/>
                  </a:lnTo>
                  <a:lnTo>
                    <a:pt x="5660136" y="127127"/>
                  </a:lnTo>
                  <a:lnTo>
                    <a:pt x="5670550" y="138557"/>
                  </a:lnTo>
                  <a:lnTo>
                    <a:pt x="5670296" y="138557"/>
                  </a:lnTo>
                  <a:lnTo>
                    <a:pt x="5679948" y="149987"/>
                  </a:lnTo>
                  <a:lnTo>
                    <a:pt x="5679567" y="149987"/>
                  </a:lnTo>
                  <a:lnTo>
                    <a:pt x="5688457" y="162687"/>
                  </a:lnTo>
                  <a:lnTo>
                    <a:pt x="5688203" y="162687"/>
                  </a:lnTo>
                  <a:lnTo>
                    <a:pt x="5696331" y="175387"/>
                  </a:lnTo>
                  <a:lnTo>
                    <a:pt x="5696077" y="174117"/>
                  </a:lnTo>
                  <a:lnTo>
                    <a:pt x="5703570" y="188087"/>
                  </a:lnTo>
                  <a:lnTo>
                    <a:pt x="5703316" y="186817"/>
                  </a:lnTo>
                  <a:lnTo>
                    <a:pt x="5709920" y="200787"/>
                  </a:lnTo>
                  <a:lnTo>
                    <a:pt x="5709793" y="199517"/>
                  </a:lnTo>
                  <a:lnTo>
                    <a:pt x="5724779" y="240157"/>
                  </a:lnTo>
                  <a:lnTo>
                    <a:pt x="5731002" y="268097"/>
                  </a:lnTo>
                  <a:lnTo>
                    <a:pt x="5731002" y="266827"/>
                  </a:lnTo>
                  <a:lnTo>
                    <a:pt x="5733034" y="280797"/>
                  </a:lnTo>
                  <a:lnTo>
                    <a:pt x="5734177" y="293497"/>
                  </a:lnTo>
                  <a:lnTo>
                    <a:pt x="5734304" y="294767"/>
                  </a:lnTo>
                  <a:lnTo>
                    <a:pt x="5734685" y="308737"/>
                  </a:lnTo>
                  <a:lnTo>
                    <a:pt x="5734558" y="322707"/>
                  </a:lnTo>
                  <a:lnTo>
                    <a:pt x="5733415" y="336677"/>
                  </a:lnTo>
                  <a:lnTo>
                    <a:pt x="5731637" y="350647"/>
                  </a:lnTo>
                  <a:lnTo>
                    <a:pt x="5728970" y="364617"/>
                  </a:lnTo>
                  <a:lnTo>
                    <a:pt x="5725668" y="378587"/>
                  </a:lnTo>
                  <a:lnTo>
                    <a:pt x="5721477" y="392557"/>
                  </a:lnTo>
                  <a:lnTo>
                    <a:pt x="5721604" y="391287"/>
                  </a:lnTo>
                  <a:lnTo>
                    <a:pt x="5716524" y="406527"/>
                  </a:lnTo>
                  <a:lnTo>
                    <a:pt x="5716651" y="405257"/>
                  </a:lnTo>
                  <a:lnTo>
                    <a:pt x="5710809" y="419227"/>
                  </a:lnTo>
                  <a:lnTo>
                    <a:pt x="5711063" y="419227"/>
                  </a:lnTo>
                  <a:lnTo>
                    <a:pt x="5704205" y="431927"/>
                  </a:lnTo>
                  <a:lnTo>
                    <a:pt x="5696839" y="445897"/>
                  </a:lnTo>
                  <a:lnTo>
                    <a:pt x="5697093" y="444627"/>
                  </a:lnTo>
                  <a:lnTo>
                    <a:pt x="5688711" y="458597"/>
                  </a:lnTo>
                  <a:lnTo>
                    <a:pt x="5688965" y="458597"/>
                  </a:lnTo>
                  <a:lnTo>
                    <a:pt x="5679694" y="471297"/>
                  </a:lnTo>
                  <a:lnTo>
                    <a:pt x="5679948" y="471297"/>
                  </a:lnTo>
                  <a:lnTo>
                    <a:pt x="5669915" y="483997"/>
                  </a:lnTo>
                  <a:lnTo>
                    <a:pt x="5670296" y="482727"/>
                  </a:lnTo>
                  <a:lnTo>
                    <a:pt x="5652643" y="501777"/>
                  </a:lnTo>
                  <a:lnTo>
                    <a:pt x="5653659" y="501777"/>
                  </a:lnTo>
                  <a:lnTo>
                    <a:pt x="5650916" y="503923"/>
                  </a:lnTo>
                  <a:lnTo>
                    <a:pt x="5633339" y="481457"/>
                  </a:lnTo>
                  <a:lnTo>
                    <a:pt x="5596509" y="557657"/>
                  </a:lnTo>
                  <a:lnTo>
                    <a:pt x="5680075" y="541147"/>
                  </a:lnTo>
                  <a:lnTo>
                    <a:pt x="5669127" y="527177"/>
                  </a:lnTo>
                  <a:lnTo>
                    <a:pt x="5662600" y="518833"/>
                  </a:lnTo>
                  <a:lnTo>
                    <a:pt x="5666232" y="515747"/>
                  </a:lnTo>
                  <a:lnTo>
                    <a:pt x="5684647" y="495427"/>
                  </a:lnTo>
                  <a:lnTo>
                    <a:pt x="5694019" y="483997"/>
                  </a:lnTo>
                  <a:lnTo>
                    <a:pt x="5695061" y="482727"/>
                  </a:lnTo>
                  <a:lnTo>
                    <a:pt x="5704586" y="468757"/>
                  </a:lnTo>
                  <a:lnTo>
                    <a:pt x="5713349" y="454787"/>
                  </a:lnTo>
                  <a:lnTo>
                    <a:pt x="5718276" y="445897"/>
                  </a:lnTo>
                  <a:lnTo>
                    <a:pt x="5721096" y="440817"/>
                  </a:lnTo>
                  <a:lnTo>
                    <a:pt x="5728208" y="426847"/>
                  </a:lnTo>
                  <a:lnTo>
                    <a:pt x="5734304" y="412877"/>
                  </a:lnTo>
                  <a:lnTo>
                    <a:pt x="5736526" y="406527"/>
                  </a:lnTo>
                  <a:lnTo>
                    <a:pt x="5739638" y="397637"/>
                  </a:lnTo>
                  <a:lnTo>
                    <a:pt x="5741251" y="392557"/>
                  </a:lnTo>
                  <a:lnTo>
                    <a:pt x="5744083" y="383667"/>
                  </a:lnTo>
                  <a:lnTo>
                    <a:pt x="5747639" y="368427"/>
                  </a:lnTo>
                  <a:lnTo>
                    <a:pt x="5750433" y="353187"/>
                  </a:lnTo>
                  <a:lnTo>
                    <a:pt x="5752338" y="339217"/>
                  </a:lnTo>
                  <a:lnTo>
                    <a:pt x="5753481" y="323977"/>
                  </a:lnTo>
                  <a:lnTo>
                    <a:pt x="5753671" y="312547"/>
                  </a:lnTo>
                  <a:lnTo>
                    <a:pt x="5753735" y="3087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572767" y="3939539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571500" y="0"/>
                  </a:moveTo>
                  <a:lnTo>
                    <a:pt x="524632" y="1914"/>
                  </a:lnTo>
                  <a:lnTo>
                    <a:pt x="478808" y="7559"/>
                  </a:lnTo>
                  <a:lnTo>
                    <a:pt x="434173" y="16784"/>
                  </a:lnTo>
                  <a:lnTo>
                    <a:pt x="390875" y="29443"/>
                  </a:lnTo>
                  <a:lnTo>
                    <a:pt x="349061" y="45386"/>
                  </a:lnTo>
                  <a:lnTo>
                    <a:pt x="308878" y="64465"/>
                  </a:lnTo>
                  <a:lnTo>
                    <a:pt x="270474" y="86530"/>
                  </a:lnTo>
                  <a:lnTo>
                    <a:pt x="233994" y="111434"/>
                  </a:lnTo>
                  <a:lnTo>
                    <a:pt x="199588" y="139028"/>
                  </a:lnTo>
                  <a:lnTo>
                    <a:pt x="167401" y="169163"/>
                  </a:lnTo>
                  <a:lnTo>
                    <a:pt x="137582" y="201691"/>
                  </a:lnTo>
                  <a:lnTo>
                    <a:pt x="110276" y="236463"/>
                  </a:lnTo>
                  <a:lnTo>
                    <a:pt x="85632" y="273331"/>
                  </a:lnTo>
                  <a:lnTo>
                    <a:pt x="63796" y="312145"/>
                  </a:lnTo>
                  <a:lnTo>
                    <a:pt x="44916" y="352758"/>
                  </a:lnTo>
                  <a:lnTo>
                    <a:pt x="29138" y="395020"/>
                  </a:lnTo>
                  <a:lnTo>
                    <a:pt x="16611" y="438784"/>
                  </a:lnTo>
                  <a:lnTo>
                    <a:pt x="7480" y="483900"/>
                  </a:lnTo>
                  <a:lnTo>
                    <a:pt x="1894" y="530220"/>
                  </a:lnTo>
                  <a:lnTo>
                    <a:pt x="0" y="577596"/>
                  </a:lnTo>
                  <a:lnTo>
                    <a:pt x="1894" y="624971"/>
                  </a:lnTo>
                  <a:lnTo>
                    <a:pt x="7480" y="671291"/>
                  </a:lnTo>
                  <a:lnTo>
                    <a:pt x="16611" y="716407"/>
                  </a:lnTo>
                  <a:lnTo>
                    <a:pt x="29138" y="760171"/>
                  </a:lnTo>
                  <a:lnTo>
                    <a:pt x="44916" y="802433"/>
                  </a:lnTo>
                  <a:lnTo>
                    <a:pt x="63796" y="843046"/>
                  </a:lnTo>
                  <a:lnTo>
                    <a:pt x="85632" y="881860"/>
                  </a:lnTo>
                  <a:lnTo>
                    <a:pt x="110276" y="918728"/>
                  </a:lnTo>
                  <a:lnTo>
                    <a:pt x="137582" y="953500"/>
                  </a:lnTo>
                  <a:lnTo>
                    <a:pt x="167401" y="986028"/>
                  </a:lnTo>
                  <a:lnTo>
                    <a:pt x="199588" y="1016163"/>
                  </a:lnTo>
                  <a:lnTo>
                    <a:pt x="233994" y="1043757"/>
                  </a:lnTo>
                  <a:lnTo>
                    <a:pt x="270474" y="1068661"/>
                  </a:lnTo>
                  <a:lnTo>
                    <a:pt x="308878" y="1090726"/>
                  </a:lnTo>
                  <a:lnTo>
                    <a:pt x="349061" y="1109805"/>
                  </a:lnTo>
                  <a:lnTo>
                    <a:pt x="390875" y="1125748"/>
                  </a:lnTo>
                  <a:lnTo>
                    <a:pt x="434173" y="1138407"/>
                  </a:lnTo>
                  <a:lnTo>
                    <a:pt x="478808" y="1147632"/>
                  </a:lnTo>
                  <a:lnTo>
                    <a:pt x="524632" y="1153277"/>
                  </a:lnTo>
                  <a:lnTo>
                    <a:pt x="571500" y="1155192"/>
                  </a:lnTo>
                  <a:lnTo>
                    <a:pt x="618367" y="1153277"/>
                  </a:lnTo>
                  <a:lnTo>
                    <a:pt x="664191" y="1147632"/>
                  </a:lnTo>
                  <a:lnTo>
                    <a:pt x="708826" y="1138407"/>
                  </a:lnTo>
                  <a:lnTo>
                    <a:pt x="752124" y="1125748"/>
                  </a:lnTo>
                  <a:lnTo>
                    <a:pt x="793938" y="1109805"/>
                  </a:lnTo>
                  <a:lnTo>
                    <a:pt x="834121" y="1090726"/>
                  </a:lnTo>
                  <a:lnTo>
                    <a:pt x="872525" y="1068661"/>
                  </a:lnTo>
                  <a:lnTo>
                    <a:pt x="909005" y="1043757"/>
                  </a:lnTo>
                  <a:lnTo>
                    <a:pt x="943411" y="1016163"/>
                  </a:lnTo>
                  <a:lnTo>
                    <a:pt x="975598" y="986028"/>
                  </a:lnTo>
                  <a:lnTo>
                    <a:pt x="1005417" y="953500"/>
                  </a:lnTo>
                  <a:lnTo>
                    <a:pt x="1032723" y="918728"/>
                  </a:lnTo>
                  <a:lnTo>
                    <a:pt x="1057367" y="881860"/>
                  </a:lnTo>
                  <a:lnTo>
                    <a:pt x="1079203" y="843046"/>
                  </a:lnTo>
                  <a:lnTo>
                    <a:pt x="1098083" y="802433"/>
                  </a:lnTo>
                  <a:lnTo>
                    <a:pt x="1113861" y="760171"/>
                  </a:lnTo>
                  <a:lnTo>
                    <a:pt x="1126388" y="716407"/>
                  </a:lnTo>
                  <a:lnTo>
                    <a:pt x="1135519" y="671291"/>
                  </a:lnTo>
                  <a:lnTo>
                    <a:pt x="1141105" y="624971"/>
                  </a:lnTo>
                  <a:lnTo>
                    <a:pt x="1143000" y="577596"/>
                  </a:lnTo>
                  <a:lnTo>
                    <a:pt x="1141105" y="530220"/>
                  </a:lnTo>
                  <a:lnTo>
                    <a:pt x="1135519" y="483900"/>
                  </a:lnTo>
                  <a:lnTo>
                    <a:pt x="1126388" y="438784"/>
                  </a:lnTo>
                  <a:lnTo>
                    <a:pt x="1113861" y="395020"/>
                  </a:lnTo>
                  <a:lnTo>
                    <a:pt x="1098083" y="352758"/>
                  </a:lnTo>
                  <a:lnTo>
                    <a:pt x="1079203" y="312145"/>
                  </a:lnTo>
                  <a:lnTo>
                    <a:pt x="1057367" y="273331"/>
                  </a:lnTo>
                  <a:lnTo>
                    <a:pt x="1032723" y="236463"/>
                  </a:lnTo>
                  <a:lnTo>
                    <a:pt x="1005417" y="201691"/>
                  </a:lnTo>
                  <a:lnTo>
                    <a:pt x="975598" y="169163"/>
                  </a:lnTo>
                  <a:lnTo>
                    <a:pt x="943411" y="139028"/>
                  </a:lnTo>
                  <a:lnTo>
                    <a:pt x="909005" y="111434"/>
                  </a:lnTo>
                  <a:lnTo>
                    <a:pt x="872525" y="86530"/>
                  </a:lnTo>
                  <a:lnTo>
                    <a:pt x="834121" y="64465"/>
                  </a:lnTo>
                  <a:lnTo>
                    <a:pt x="793938" y="45386"/>
                  </a:lnTo>
                  <a:lnTo>
                    <a:pt x="752124" y="29443"/>
                  </a:lnTo>
                  <a:lnTo>
                    <a:pt x="708826" y="16784"/>
                  </a:lnTo>
                  <a:lnTo>
                    <a:pt x="664191" y="7559"/>
                  </a:lnTo>
                  <a:lnTo>
                    <a:pt x="618367" y="191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572767" y="3939539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0" y="577596"/>
                  </a:moveTo>
                  <a:lnTo>
                    <a:pt x="1894" y="530220"/>
                  </a:lnTo>
                  <a:lnTo>
                    <a:pt x="7480" y="483900"/>
                  </a:lnTo>
                  <a:lnTo>
                    <a:pt x="16611" y="438784"/>
                  </a:lnTo>
                  <a:lnTo>
                    <a:pt x="29138" y="395020"/>
                  </a:lnTo>
                  <a:lnTo>
                    <a:pt x="44916" y="352758"/>
                  </a:lnTo>
                  <a:lnTo>
                    <a:pt x="63796" y="312145"/>
                  </a:lnTo>
                  <a:lnTo>
                    <a:pt x="85632" y="273331"/>
                  </a:lnTo>
                  <a:lnTo>
                    <a:pt x="110276" y="236463"/>
                  </a:lnTo>
                  <a:lnTo>
                    <a:pt x="137582" y="201691"/>
                  </a:lnTo>
                  <a:lnTo>
                    <a:pt x="167401" y="169163"/>
                  </a:lnTo>
                  <a:lnTo>
                    <a:pt x="199588" y="139028"/>
                  </a:lnTo>
                  <a:lnTo>
                    <a:pt x="233994" y="111434"/>
                  </a:lnTo>
                  <a:lnTo>
                    <a:pt x="270474" y="86530"/>
                  </a:lnTo>
                  <a:lnTo>
                    <a:pt x="308878" y="64465"/>
                  </a:lnTo>
                  <a:lnTo>
                    <a:pt x="349061" y="45386"/>
                  </a:lnTo>
                  <a:lnTo>
                    <a:pt x="390875" y="29443"/>
                  </a:lnTo>
                  <a:lnTo>
                    <a:pt x="434173" y="16784"/>
                  </a:lnTo>
                  <a:lnTo>
                    <a:pt x="478808" y="7559"/>
                  </a:lnTo>
                  <a:lnTo>
                    <a:pt x="524632" y="1914"/>
                  </a:lnTo>
                  <a:lnTo>
                    <a:pt x="571500" y="0"/>
                  </a:lnTo>
                  <a:lnTo>
                    <a:pt x="618367" y="1914"/>
                  </a:lnTo>
                  <a:lnTo>
                    <a:pt x="664191" y="7559"/>
                  </a:lnTo>
                  <a:lnTo>
                    <a:pt x="708826" y="16784"/>
                  </a:lnTo>
                  <a:lnTo>
                    <a:pt x="752124" y="29443"/>
                  </a:lnTo>
                  <a:lnTo>
                    <a:pt x="793938" y="45386"/>
                  </a:lnTo>
                  <a:lnTo>
                    <a:pt x="834121" y="64465"/>
                  </a:lnTo>
                  <a:lnTo>
                    <a:pt x="872525" y="86530"/>
                  </a:lnTo>
                  <a:lnTo>
                    <a:pt x="909005" y="111434"/>
                  </a:lnTo>
                  <a:lnTo>
                    <a:pt x="943411" y="139028"/>
                  </a:lnTo>
                  <a:lnTo>
                    <a:pt x="975598" y="169163"/>
                  </a:lnTo>
                  <a:lnTo>
                    <a:pt x="1005417" y="201691"/>
                  </a:lnTo>
                  <a:lnTo>
                    <a:pt x="1032723" y="236463"/>
                  </a:lnTo>
                  <a:lnTo>
                    <a:pt x="1057367" y="273331"/>
                  </a:lnTo>
                  <a:lnTo>
                    <a:pt x="1079203" y="312145"/>
                  </a:lnTo>
                  <a:lnTo>
                    <a:pt x="1098083" y="352758"/>
                  </a:lnTo>
                  <a:lnTo>
                    <a:pt x="1113861" y="395020"/>
                  </a:lnTo>
                  <a:lnTo>
                    <a:pt x="1126388" y="438784"/>
                  </a:lnTo>
                  <a:lnTo>
                    <a:pt x="1135519" y="483900"/>
                  </a:lnTo>
                  <a:lnTo>
                    <a:pt x="1141105" y="530220"/>
                  </a:lnTo>
                  <a:lnTo>
                    <a:pt x="1143000" y="577596"/>
                  </a:lnTo>
                  <a:lnTo>
                    <a:pt x="1141105" y="624971"/>
                  </a:lnTo>
                  <a:lnTo>
                    <a:pt x="1135519" y="671291"/>
                  </a:lnTo>
                  <a:lnTo>
                    <a:pt x="1126388" y="716407"/>
                  </a:lnTo>
                  <a:lnTo>
                    <a:pt x="1113861" y="760171"/>
                  </a:lnTo>
                  <a:lnTo>
                    <a:pt x="1098083" y="802433"/>
                  </a:lnTo>
                  <a:lnTo>
                    <a:pt x="1079203" y="843046"/>
                  </a:lnTo>
                  <a:lnTo>
                    <a:pt x="1057367" y="881860"/>
                  </a:lnTo>
                  <a:lnTo>
                    <a:pt x="1032723" y="918728"/>
                  </a:lnTo>
                  <a:lnTo>
                    <a:pt x="1005417" y="953500"/>
                  </a:lnTo>
                  <a:lnTo>
                    <a:pt x="975598" y="986028"/>
                  </a:lnTo>
                  <a:lnTo>
                    <a:pt x="943411" y="1016163"/>
                  </a:lnTo>
                  <a:lnTo>
                    <a:pt x="909005" y="1043757"/>
                  </a:lnTo>
                  <a:lnTo>
                    <a:pt x="872525" y="1068661"/>
                  </a:lnTo>
                  <a:lnTo>
                    <a:pt x="834121" y="1090726"/>
                  </a:lnTo>
                  <a:lnTo>
                    <a:pt x="793938" y="1109805"/>
                  </a:lnTo>
                  <a:lnTo>
                    <a:pt x="752124" y="1125748"/>
                  </a:lnTo>
                  <a:lnTo>
                    <a:pt x="708826" y="1138407"/>
                  </a:lnTo>
                  <a:lnTo>
                    <a:pt x="664191" y="1147632"/>
                  </a:lnTo>
                  <a:lnTo>
                    <a:pt x="618367" y="1153277"/>
                  </a:lnTo>
                  <a:lnTo>
                    <a:pt x="571500" y="1155192"/>
                  </a:lnTo>
                  <a:lnTo>
                    <a:pt x="524632" y="1153277"/>
                  </a:lnTo>
                  <a:lnTo>
                    <a:pt x="478808" y="1147632"/>
                  </a:lnTo>
                  <a:lnTo>
                    <a:pt x="434173" y="1138407"/>
                  </a:lnTo>
                  <a:lnTo>
                    <a:pt x="390875" y="1125748"/>
                  </a:lnTo>
                  <a:lnTo>
                    <a:pt x="349061" y="1109805"/>
                  </a:lnTo>
                  <a:lnTo>
                    <a:pt x="308878" y="1090726"/>
                  </a:lnTo>
                  <a:lnTo>
                    <a:pt x="270474" y="1068661"/>
                  </a:lnTo>
                  <a:lnTo>
                    <a:pt x="233994" y="1043757"/>
                  </a:lnTo>
                  <a:lnTo>
                    <a:pt x="199588" y="1016163"/>
                  </a:lnTo>
                  <a:lnTo>
                    <a:pt x="167401" y="986028"/>
                  </a:lnTo>
                  <a:lnTo>
                    <a:pt x="137582" y="953500"/>
                  </a:lnTo>
                  <a:lnTo>
                    <a:pt x="110276" y="918728"/>
                  </a:lnTo>
                  <a:lnTo>
                    <a:pt x="85632" y="881860"/>
                  </a:lnTo>
                  <a:lnTo>
                    <a:pt x="63796" y="843046"/>
                  </a:lnTo>
                  <a:lnTo>
                    <a:pt x="44916" y="802433"/>
                  </a:lnTo>
                  <a:lnTo>
                    <a:pt x="29138" y="760171"/>
                  </a:lnTo>
                  <a:lnTo>
                    <a:pt x="16611" y="716407"/>
                  </a:lnTo>
                  <a:lnTo>
                    <a:pt x="7480" y="671291"/>
                  </a:lnTo>
                  <a:lnTo>
                    <a:pt x="1894" y="624971"/>
                  </a:lnTo>
                  <a:lnTo>
                    <a:pt x="0" y="57759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0178542" y="3953002"/>
            <a:ext cx="1154430" cy="1165225"/>
            <a:chOff x="10178542" y="3953002"/>
            <a:chExt cx="1154430" cy="1165225"/>
          </a:xfrm>
        </p:grpSpPr>
        <p:sp>
          <p:nvSpPr>
            <p:cNvPr id="19" name="object 19" descr=""/>
            <p:cNvSpPr/>
            <p:nvPr/>
          </p:nvSpPr>
          <p:spPr>
            <a:xfrm>
              <a:off x="10184892" y="3959352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570737" y="0"/>
                  </a:moveTo>
                  <a:lnTo>
                    <a:pt x="523928" y="1909"/>
                  </a:lnTo>
                  <a:lnTo>
                    <a:pt x="478160" y="7540"/>
                  </a:lnTo>
                  <a:lnTo>
                    <a:pt x="433581" y="16743"/>
                  </a:lnTo>
                  <a:lnTo>
                    <a:pt x="390339" y="29370"/>
                  </a:lnTo>
                  <a:lnTo>
                    <a:pt x="348579" y="45273"/>
                  </a:lnTo>
                  <a:lnTo>
                    <a:pt x="308449" y="64304"/>
                  </a:lnTo>
                  <a:lnTo>
                    <a:pt x="270095" y="86313"/>
                  </a:lnTo>
                  <a:lnTo>
                    <a:pt x="233665" y="111154"/>
                  </a:lnTo>
                  <a:lnTo>
                    <a:pt x="199306" y="138677"/>
                  </a:lnTo>
                  <a:lnTo>
                    <a:pt x="167163" y="168735"/>
                  </a:lnTo>
                  <a:lnTo>
                    <a:pt x="137385" y="201179"/>
                  </a:lnTo>
                  <a:lnTo>
                    <a:pt x="110118" y="235860"/>
                  </a:lnTo>
                  <a:lnTo>
                    <a:pt x="85508" y="272631"/>
                  </a:lnTo>
                  <a:lnTo>
                    <a:pt x="63703" y="311342"/>
                  </a:lnTo>
                  <a:lnTo>
                    <a:pt x="44850" y="351847"/>
                  </a:lnTo>
                  <a:lnTo>
                    <a:pt x="29096" y="393996"/>
                  </a:lnTo>
                  <a:lnTo>
                    <a:pt x="16586" y="437641"/>
                  </a:lnTo>
                  <a:lnTo>
                    <a:pt x="7469" y="482635"/>
                  </a:lnTo>
                  <a:lnTo>
                    <a:pt x="1891" y="528827"/>
                  </a:lnTo>
                  <a:lnTo>
                    <a:pt x="0" y="576072"/>
                  </a:lnTo>
                  <a:lnTo>
                    <a:pt x="1891" y="623316"/>
                  </a:lnTo>
                  <a:lnTo>
                    <a:pt x="7469" y="669508"/>
                  </a:lnTo>
                  <a:lnTo>
                    <a:pt x="16586" y="714502"/>
                  </a:lnTo>
                  <a:lnTo>
                    <a:pt x="29096" y="758147"/>
                  </a:lnTo>
                  <a:lnTo>
                    <a:pt x="44850" y="800296"/>
                  </a:lnTo>
                  <a:lnTo>
                    <a:pt x="63703" y="840801"/>
                  </a:lnTo>
                  <a:lnTo>
                    <a:pt x="85508" y="879512"/>
                  </a:lnTo>
                  <a:lnTo>
                    <a:pt x="110118" y="916283"/>
                  </a:lnTo>
                  <a:lnTo>
                    <a:pt x="137385" y="950964"/>
                  </a:lnTo>
                  <a:lnTo>
                    <a:pt x="167163" y="983408"/>
                  </a:lnTo>
                  <a:lnTo>
                    <a:pt x="199306" y="1013466"/>
                  </a:lnTo>
                  <a:lnTo>
                    <a:pt x="233665" y="1040989"/>
                  </a:lnTo>
                  <a:lnTo>
                    <a:pt x="270095" y="1065830"/>
                  </a:lnTo>
                  <a:lnTo>
                    <a:pt x="308449" y="1087839"/>
                  </a:lnTo>
                  <a:lnTo>
                    <a:pt x="348579" y="1106870"/>
                  </a:lnTo>
                  <a:lnTo>
                    <a:pt x="390339" y="1122773"/>
                  </a:lnTo>
                  <a:lnTo>
                    <a:pt x="433581" y="1135400"/>
                  </a:lnTo>
                  <a:lnTo>
                    <a:pt x="478160" y="1144603"/>
                  </a:lnTo>
                  <a:lnTo>
                    <a:pt x="523928" y="1150234"/>
                  </a:lnTo>
                  <a:lnTo>
                    <a:pt x="570737" y="1152144"/>
                  </a:lnTo>
                  <a:lnTo>
                    <a:pt x="617547" y="1150234"/>
                  </a:lnTo>
                  <a:lnTo>
                    <a:pt x="663315" y="1144603"/>
                  </a:lnTo>
                  <a:lnTo>
                    <a:pt x="707894" y="1135400"/>
                  </a:lnTo>
                  <a:lnTo>
                    <a:pt x="751136" y="1122773"/>
                  </a:lnTo>
                  <a:lnTo>
                    <a:pt x="792896" y="1106870"/>
                  </a:lnTo>
                  <a:lnTo>
                    <a:pt x="833026" y="1087839"/>
                  </a:lnTo>
                  <a:lnTo>
                    <a:pt x="871380" y="1065830"/>
                  </a:lnTo>
                  <a:lnTo>
                    <a:pt x="907810" y="1040989"/>
                  </a:lnTo>
                  <a:lnTo>
                    <a:pt x="942169" y="1013466"/>
                  </a:lnTo>
                  <a:lnTo>
                    <a:pt x="974312" y="983408"/>
                  </a:lnTo>
                  <a:lnTo>
                    <a:pt x="1004090" y="950964"/>
                  </a:lnTo>
                  <a:lnTo>
                    <a:pt x="1031357" y="916283"/>
                  </a:lnTo>
                  <a:lnTo>
                    <a:pt x="1055967" y="879512"/>
                  </a:lnTo>
                  <a:lnTo>
                    <a:pt x="1077772" y="840801"/>
                  </a:lnTo>
                  <a:lnTo>
                    <a:pt x="1096625" y="800296"/>
                  </a:lnTo>
                  <a:lnTo>
                    <a:pt x="1112379" y="758147"/>
                  </a:lnTo>
                  <a:lnTo>
                    <a:pt x="1124889" y="714502"/>
                  </a:lnTo>
                  <a:lnTo>
                    <a:pt x="1134006" y="669508"/>
                  </a:lnTo>
                  <a:lnTo>
                    <a:pt x="1139584" y="623316"/>
                  </a:lnTo>
                  <a:lnTo>
                    <a:pt x="1141476" y="576072"/>
                  </a:lnTo>
                  <a:lnTo>
                    <a:pt x="1139584" y="528827"/>
                  </a:lnTo>
                  <a:lnTo>
                    <a:pt x="1134006" y="482635"/>
                  </a:lnTo>
                  <a:lnTo>
                    <a:pt x="1124889" y="437641"/>
                  </a:lnTo>
                  <a:lnTo>
                    <a:pt x="1112379" y="393996"/>
                  </a:lnTo>
                  <a:lnTo>
                    <a:pt x="1096625" y="351847"/>
                  </a:lnTo>
                  <a:lnTo>
                    <a:pt x="1077772" y="311342"/>
                  </a:lnTo>
                  <a:lnTo>
                    <a:pt x="1055967" y="272631"/>
                  </a:lnTo>
                  <a:lnTo>
                    <a:pt x="1031357" y="235860"/>
                  </a:lnTo>
                  <a:lnTo>
                    <a:pt x="1004090" y="201179"/>
                  </a:lnTo>
                  <a:lnTo>
                    <a:pt x="974312" y="168735"/>
                  </a:lnTo>
                  <a:lnTo>
                    <a:pt x="942169" y="138677"/>
                  </a:lnTo>
                  <a:lnTo>
                    <a:pt x="907810" y="111154"/>
                  </a:lnTo>
                  <a:lnTo>
                    <a:pt x="871380" y="86313"/>
                  </a:lnTo>
                  <a:lnTo>
                    <a:pt x="833026" y="64304"/>
                  </a:lnTo>
                  <a:lnTo>
                    <a:pt x="792896" y="45273"/>
                  </a:lnTo>
                  <a:lnTo>
                    <a:pt x="751136" y="29370"/>
                  </a:lnTo>
                  <a:lnTo>
                    <a:pt x="707894" y="16743"/>
                  </a:lnTo>
                  <a:lnTo>
                    <a:pt x="663315" y="7540"/>
                  </a:lnTo>
                  <a:lnTo>
                    <a:pt x="617547" y="1909"/>
                  </a:lnTo>
                  <a:lnTo>
                    <a:pt x="5707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0184892" y="3959352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0" y="576072"/>
                  </a:moveTo>
                  <a:lnTo>
                    <a:pt x="1891" y="528827"/>
                  </a:lnTo>
                  <a:lnTo>
                    <a:pt x="7469" y="482635"/>
                  </a:lnTo>
                  <a:lnTo>
                    <a:pt x="16586" y="437641"/>
                  </a:lnTo>
                  <a:lnTo>
                    <a:pt x="29096" y="393996"/>
                  </a:lnTo>
                  <a:lnTo>
                    <a:pt x="44850" y="351847"/>
                  </a:lnTo>
                  <a:lnTo>
                    <a:pt x="63703" y="311342"/>
                  </a:lnTo>
                  <a:lnTo>
                    <a:pt x="85508" y="272631"/>
                  </a:lnTo>
                  <a:lnTo>
                    <a:pt x="110118" y="235860"/>
                  </a:lnTo>
                  <a:lnTo>
                    <a:pt x="137385" y="201179"/>
                  </a:lnTo>
                  <a:lnTo>
                    <a:pt x="167163" y="168735"/>
                  </a:lnTo>
                  <a:lnTo>
                    <a:pt x="199306" y="138677"/>
                  </a:lnTo>
                  <a:lnTo>
                    <a:pt x="233665" y="111154"/>
                  </a:lnTo>
                  <a:lnTo>
                    <a:pt x="270095" y="86313"/>
                  </a:lnTo>
                  <a:lnTo>
                    <a:pt x="308449" y="64304"/>
                  </a:lnTo>
                  <a:lnTo>
                    <a:pt x="348579" y="45273"/>
                  </a:lnTo>
                  <a:lnTo>
                    <a:pt x="390339" y="29370"/>
                  </a:lnTo>
                  <a:lnTo>
                    <a:pt x="433581" y="16743"/>
                  </a:lnTo>
                  <a:lnTo>
                    <a:pt x="478160" y="7540"/>
                  </a:lnTo>
                  <a:lnTo>
                    <a:pt x="523928" y="1909"/>
                  </a:lnTo>
                  <a:lnTo>
                    <a:pt x="570737" y="0"/>
                  </a:lnTo>
                  <a:lnTo>
                    <a:pt x="617547" y="1909"/>
                  </a:lnTo>
                  <a:lnTo>
                    <a:pt x="663315" y="7540"/>
                  </a:lnTo>
                  <a:lnTo>
                    <a:pt x="707894" y="16743"/>
                  </a:lnTo>
                  <a:lnTo>
                    <a:pt x="751136" y="29370"/>
                  </a:lnTo>
                  <a:lnTo>
                    <a:pt x="792896" y="45273"/>
                  </a:lnTo>
                  <a:lnTo>
                    <a:pt x="833026" y="64304"/>
                  </a:lnTo>
                  <a:lnTo>
                    <a:pt x="871380" y="86313"/>
                  </a:lnTo>
                  <a:lnTo>
                    <a:pt x="907810" y="111154"/>
                  </a:lnTo>
                  <a:lnTo>
                    <a:pt x="942169" y="138677"/>
                  </a:lnTo>
                  <a:lnTo>
                    <a:pt x="974312" y="168735"/>
                  </a:lnTo>
                  <a:lnTo>
                    <a:pt x="1004090" y="201179"/>
                  </a:lnTo>
                  <a:lnTo>
                    <a:pt x="1031357" y="235860"/>
                  </a:lnTo>
                  <a:lnTo>
                    <a:pt x="1055967" y="272631"/>
                  </a:lnTo>
                  <a:lnTo>
                    <a:pt x="1077772" y="311342"/>
                  </a:lnTo>
                  <a:lnTo>
                    <a:pt x="1096625" y="351847"/>
                  </a:lnTo>
                  <a:lnTo>
                    <a:pt x="1112379" y="393996"/>
                  </a:lnTo>
                  <a:lnTo>
                    <a:pt x="1124889" y="437641"/>
                  </a:lnTo>
                  <a:lnTo>
                    <a:pt x="1134006" y="482635"/>
                  </a:lnTo>
                  <a:lnTo>
                    <a:pt x="1139584" y="528827"/>
                  </a:lnTo>
                  <a:lnTo>
                    <a:pt x="1141476" y="576072"/>
                  </a:lnTo>
                  <a:lnTo>
                    <a:pt x="1139584" y="623316"/>
                  </a:lnTo>
                  <a:lnTo>
                    <a:pt x="1134006" y="669508"/>
                  </a:lnTo>
                  <a:lnTo>
                    <a:pt x="1124889" y="714502"/>
                  </a:lnTo>
                  <a:lnTo>
                    <a:pt x="1112379" y="758147"/>
                  </a:lnTo>
                  <a:lnTo>
                    <a:pt x="1096625" y="800296"/>
                  </a:lnTo>
                  <a:lnTo>
                    <a:pt x="1077772" y="840801"/>
                  </a:lnTo>
                  <a:lnTo>
                    <a:pt x="1055967" y="879512"/>
                  </a:lnTo>
                  <a:lnTo>
                    <a:pt x="1031357" y="916283"/>
                  </a:lnTo>
                  <a:lnTo>
                    <a:pt x="1004090" y="950964"/>
                  </a:lnTo>
                  <a:lnTo>
                    <a:pt x="974312" y="983408"/>
                  </a:lnTo>
                  <a:lnTo>
                    <a:pt x="942169" y="1013466"/>
                  </a:lnTo>
                  <a:lnTo>
                    <a:pt x="907810" y="1040989"/>
                  </a:lnTo>
                  <a:lnTo>
                    <a:pt x="871380" y="1065830"/>
                  </a:lnTo>
                  <a:lnTo>
                    <a:pt x="833026" y="1087839"/>
                  </a:lnTo>
                  <a:lnTo>
                    <a:pt x="792896" y="1106870"/>
                  </a:lnTo>
                  <a:lnTo>
                    <a:pt x="751136" y="1122773"/>
                  </a:lnTo>
                  <a:lnTo>
                    <a:pt x="707894" y="1135400"/>
                  </a:lnTo>
                  <a:lnTo>
                    <a:pt x="663315" y="1144603"/>
                  </a:lnTo>
                  <a:lnTo>
                    <a:pt x="617547" y="1150234"/>
                  </a:lnTo>
                  <a:lnTo>
                    <a:pt x="570737" y="1152144"/>
                  </a:lnTo>
                  <a:lnTo>
                    <a:pt x="523928" y="1150234"/>
                  </a:lnTo>
                  <a:lnTo>
                    <a:pt x="478160" y="1144603"/>
                  </a:lnTo>
                  <a:lnTo>
                    <a:pt x="433581" y="1135400"/>
                  </a:lnTo>
                  <a:lnTo>
                    <a:pt x="390339" y="1122773"/>
                  </a:lnTo>
                  <a:lnTo>
                    <a:pt x="348579" y="1106870"/>
                  </a:lnTo>
                  <a:lnTo>
                    <a:pt x="308449" y="1087839"/>
                  </a:lnTo>
                  <a:lnTo>
                    <a:pt x="270095" y="1065830"/>
                  </a:lnTo>
                  <a:lnTo>
                    <a:pt x="233665" y="1040989"/>
                  </a:lnTo>
                  <a:lnTo>
                    <a:pt x="199306" y="1013466"/>
                  </a:lnTo>
                  <a:lnTo>
                    <a:pt x="167163" y="983408"/>
                  </a:lnTo>
                  <a:lnTo>
                    <a:pt x="137385" y="950964"/>
                  </a:lnTo>
                  <a:lnTo>
                    <a:pt x="110118" y="916283"/>
                  </a:lnTo>
                  <a:lnTo>
                    <a:pt x="85508" y="879512"/>
                  </a:lnTo>
                  <a:lnTo>
                    <a:pt x="63703" y="840801"/>
                  </a:lnTo>
                  <a:lnTo>
                    <a:pt x="44850" y="800296"/>
                  </a:lnTo>
                  <a:lnTo>
                    <a:pt x="29096" y="758147"/>
                  </a:lnTo>
                  <a:lnTo>
                    <a:pt x="16586" y="714502"/>
                  </a:lnTo>
                  <a:lnTo>
                    <a:pt x="7469" y="669508"/>
                  </a:lnTo>
                  <a:lnTo>
                    <a:pt x="1891" y="623316"/>
                  </a:lnTo>
                  <a:lnTo>
                    <a:pt x="0" y="57607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10622660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8689085" y="4033773"/>
            <a:ext cx="2562860" cy="1002030"/>
            <a:chOff x="8689085" y="4033773"/>
            <a:chExt cx="2562860" cy="1002030"/>
          </a:xfrm>
        </p:grpSpPr>
        <p:sp>
          <p:nvSpPr>
            <p:cNvPr id="23" name="object 23" descr=""/>
            <p:cNvSpPr/>
            <p:nvPr/>
          </p:nvSpPr>
          <p:spPr>
            <a:xfrm>
              <a:off x="10265663" y="4040123"/>
              <a:ext cx="980440" cy="989330"/>
            </a:xfrm>
            <a:custGeom>
              <a:avLst/>
              <a:gdLst/>
              <a:ahLst/>
              <a:cxnLst/>
              <a:rect l="l" t="t" r="r" b="b"/>
              <a:pathLst>
                <a:path w="980440" h="989329">
                  <a:moveTo>
                    <a:pt x="0" y="494538"/>
                  </a:moveTo>
                  <a:lnTo>
                    <a:pt x="2242" y="446902"/>
                  </a:lnTo>
                  <a:lnTo>
                    <a:pt x="8833" y="400550"/>
                  </a:lnTo>
                  <a:lnTo>
                    <a:pt x="19567" y="355687"/>
                  </a:lnTo>
                  <a:lnTo>
                    <a:pt x="34239" y="312521"/>
                  </a:lnTo>
                  <a:lnTo>
                    <a:pt x="52644" y="271260"/>
                  </a:lnTo>
                  <a:lnTo>
                    <a:pt x="74576" y="232109"/>
                  </a:lnTo>
                  <a:lnTo>
                    <a:pt x="99831" y="195277"/>
                  </a:lnTo>
                  <a:lnTo>
                    <a:pt x="128203" y="160969"/>
                  </a:lnTo>
                  <a:lnTo>
                    <a:pt x="159487" y="129394"/>
                  </a:lnTo>
                  <a:lnTo>
                    <a:pt x="193477" y="100758"/>
                  </a:lnTo>
                  <a:lnTo>
                    <a:pt x="229970" y="75269"/>
                  </a:lnTo>
                  <a:lnTo>
                    <a:pt x="268758" y="53132"/>
                  </a:lnTo>
                  <a:lnTo>
                    <a:pt x="309638" y="34557"/>
                  </a:lnTo>
                  <a:lnTo>
                    <a:pt x="352404" y="19749"/>
                  </a:lnTo>
                  <a:lnTo>
                    <a:pt x="396851" y="8915"/>
                  </a:lnTo>
                  <a:lnTo>
                    <a:pt x="442773" y="2263"/>
                  </a:lnTo>
                  <a:lnTo>
                    <a:pt x="489965" y="0"/>
                  </a:lnTo>
                  <a:lnTo>
                    <a:pt x="537158" y="2263"/>
                  </a:lnTo>
                  <a:lnTo>
                    <a:pt x="583080" y="8915"/>
                  </a:lnTo>
                  <a:lnTo>
                    <a:pt x="627527" y="19749"/>
                  </a:lnTo>
                  <a:lnTo>
                    <a:pt x="670293" y="34557"/>
                  </a:lnTo>
                  <a:lnTo>
                    <a:pt x="711173" y="53132"/>
                  </a:lnTo>
                  <a:lnTo>
                    <a:pt x="749961" y="75269"/>
                  </a:lnTo>
                  <a:lnTo>
                    <a:pt x="786454" y="100758"/>
                  </a:lnTo>
                  <a:lnTo>
                    <a:pt x="820444" y="129394"/>
                  </a:lnTo>
                  <a:lnTo>
                    <a:pt x="851728" y="160969"/>
                  </a:lnTo>
                  <a:lnTo>
                    <a:pt x="880100" y="195277"/>
                  </a:lnTo>
                  <a:lnTo>
                    <a:pt x="905355" y="232109"/>
                  </a:lnTo>
                  <a:lnTo>
                    <a:pt x="927287" y="271260"/>
                  </a:lnTo>
                  <a:lnTo>
                    <a:pt x="945692" y="312521"/>
                  </a:lnTo>
                  <a:lnTo>
                    <a:pt x="960364" y="355687"/>
                  </a:lnTo>
                  <a:lnTo>
                    <a:pt x="971098" y="400550"/>
                  </a:lnTo>
                  <a:lnTo>
                    <a:pt x="977689" y="446902"/>
                  </a:lnTo>
                  <a:lnTo>
                    <a:pt x="979931" y="494538"/>
                  </a:lnTo>
                  <a:lnTo>
                    <a:pt x="977689" y="542173"/>
                  </a:lnTo>
                  <a:lnTo>
                    <a:pt x="971098" y="588525"/>
                  </a:lnTo>
                  <a:lnTo>
                    <a:pt x="960364" y="633388"/>
                  </a:lnTo>
                  <a:lnTo>
                    <a:pt x="945692" y="676554"/>
                  </a:lnTo>
                  <a:lnTo>
                    <a:pt x="927287" y="717815"/>
                  </a:lnTo>
                  <a:lnTo>
                    <a:pt x="905355" y="756966"/>
                  </a:lnTo>
                  <a:lnTo>
                    <a:pt x="880100" y="793798"/>
                  </a:lnTo>
                  <a:lnTo>
                    <a:pt x="851728" y="828106"/>
                  </a:lnTo>
                  <a:lnTo>
                    <a:pt x="820444" y="859681"/>
                  </a:lnTo>
                  <a:lnTo>
                    <a:pt x="786454" y="888317"/>
                  </a:lnTo>
                  <a:lnTo>
                    <a:pt x="749961" y="913806"/>
                  </a:lnTo>
                  <a:lnTo>
                    <a:pt x="711173" y="935943"/>
                  </a:lnTo>
                  <a:lnTo>
                    <a:pt x="670293" y="954518"/>
                  </a:lnTo>
                  <a:lnTo>
                    <a:pt x="627527" y="969326"/>
                  </a:lnTo>
                  <a:lnTo>
                    <a:pt x="583080" y="980160"/>
                  </a:lnTo>
                  <a:lnTo>
                    <a:pt x="537158" y="986812"/>
                  </a:lnTo>
                  <a:lnTo>
                    <a:pt x="489965" y="989076"/>
                  </a:lnTo>
                  <a:lnTo>
                    <a:pt x="442773" y="986812"/>
                  </a:lnTo>
                  <a:lnTo>
                    <a:pt x="396851" y="980160"/>
                  </a:lnTo>
                  <a:lnTo>
                    <a:pt x="352404" y="969326"/>
                  </a:lnTo>
                  <a:lnTo>
                    <a:pt x="309638" y="954518"/>
                  </a:lnTo>
                  <a:lnTo>
                    <a:pt x="268758" y="935943"/>
                  </a:lnTo>
                  <a:lnTo>
                    <a:pt x="229970" y="913806"/>
                  </a:lnTo>
                  <a:lnTo>
                    <a:pt x="193477" y="888317"/>
                  </a:lnTo>
                  <a:lnTo>
                    <a:pt x="159487" y="859681"/>
                  </a:lnTo>
                  <a:lnTo>
                    <a:pt x="128203" y="828106"/>
                  </a:lnTo>
                  <a:lnTo>
                    <a:pt x="99831" y="793798"/>
                  </a:lnTo>
                  <a:lnTo>
                    <a:pt x="74576" y="756966"/>
                  </a:lnTo>
                  <a:lnTo>
                    <a:pt x="52644" y="717815"/>
                  </a:lnTo>
                  <a:lnTo>
                    <a:pt x="34239" y="676554"/>
                  </a:lnTo>
                  <a:lnTo>
                    <a:pt x="19567" y="633388"/>
                  </a:lnTo>
                  <a:lnTo>
                    <a:pt x="8833" y="588525"/>
                  </a:lnTo>
                  <a:lnTo>
                    <a:pt x="2242" y="542173"/>
                  </a:lnTo>
                  <a:lnTo>
                    <a:pt x="0" y="4945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689085" y="4493513"/>
              <a:ext cx="1496695" cy="85725"/>
            </a:xfrm>
            <a:custGeom>
              <a:avLst/>
              <a:gdLst/>
              <a:ahLst/>
              <a:cxnLst/>
              <a:rect l="l" t="t" r="r" b="b"/>
              <a:pathLst>
                <a:path w="1496695" h="85725">
                  <a:moveTo>
                    <a:pt x="1410843" y="0"/>
                  </a:moveTo>
                  <a:lnTo>
                    <a:pt x="1410970" y="85725"/>
                  </a:lnTo>
                  <a:lnTo>
                    <a:pt x="1467727" y="57177"/>
                  </a:lnTo>
                  <a:lnTo>
                    <a:pt x="1425194" y="57177"/>
                  </a:lnTo>
                  <a:lnTo>
                    <a:pt x="1425194" y="28603"/>
                  </a:lnTo>
                  <a:lnTo>
                    <a:pt x="1468304" y="28603"/>
                  </a:lnTo>
                  <a:lnTo>
                    <a:pt x="1410843" y="0"/>
                  </a:lnTo>
                  <a:close/>
                </a:path>
                <a:path w="1496695" h="85725">
                  <a:moveTo>
                    <a:pt x="1410885" y="28603"/>
                  </a:moveTo>
                  <a:lnTo>
                    <a:pt x="0" y="31368"/>
                  </a:lnTo>
                  <a:lnTo>
                    <a:pt x="0" y="59943"/>
                  </a:lnTo>
                  <a:lnTo>
                    <a:pt x="1410927" y="57177"/>
                  </a:lnTo>
                  <a:lnTo>
                    <a:pt x="1410885" y="28603"/>
                  </a:lnTo>
                  <a:close/>
                </a:path>
                <a:path w="1496695" h="85725">
                  <a:moveTo>
                    <a:pt x="1468304" y="28603"/>
                  </a:moveTo>
                  <a:lnTo>
                    <a:pt x="1425194" y="28603"/>
                  </a:lnTo>
                  <a:lnTo>
                    <a:pt x="1425194" y="57177"/>
                  </a:lnTo>
                  <a:lnTo>
                    <a:pt x="1467727" y="57177"/>
                  </a:lnTo>
                  <a:lnTo>
                    <a:pt x="1496568" y="42672"/>
                  </a:lnTo>
                  <a:lnTo>
                    <a:pt x="1468304" y="286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3272790" y="4098797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Franklin Gothic Medium"/>
                <a:cs typeface="Franklin Gothic Medium"/>
              </a:rPr>
              <a:t>ε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9319386" y="4091432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Franklin Gothic Medium"/>
                <a:cs typeface="Franklin Gothic Medium"/>
              </a:rPr>
              <a:t>ε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2035048" y="2985642"/>
            <a:ext cx="8769350" cy="3419475"/>
            <a:chOff x="2035048" y="2985642"/>
            <a:chExt cx="8769350" cy="3419475"/>
          </a:xfrm>
        </p:grpSpPr>
        <p:sp>
          <p:nvSpPr>
            <p:cNvPr id="28" name="object 28" descr=""/>
            <p:cNvSpPr/>
            <p:nvPr/>
          </p:nvSpPr>
          <p:spPr>
            <a:xfrm>
              <a:off x="5144008" y="2985642"/>
              <a:ext cx="5507990" cy="1216025"/>
            </a:xfrm>
            <a:custGeom>
              <a:avLst/>
              <a:gdLst/>
              <a:ahLst/>
              <a:cxnLst/>
              <a:rect l="l" t="t" r="r" b="b"/>
              <a:pathLst>
                <a:path w="5507990" h="1216025">
                  <a:moveTo>
                    <a:pt x="5456983" y="919686"/>
                  </a:moveTo>
                  <a:lnTo>
                    <a:pt x="5433314" y="935609"/>
                  </a:lnTo>
                  <a:lnTo>
                    <a:pt x="5507482" y="977646"/>
                  </a:lnTo>
                  <a:lnTo>
                    <a:pt x="5501365" y="930275"/>
                  </a:lnTo>
                  <a:lnTo>
                    <a:pt x="5464174" y="930275"/>
                  </a:lnTo>
                  <a:lnTo>
                    <a:pt x="5456983" y="919686"/>
                  </a:lnTo>
                  <a:close/>
                </a:path>
                <a:path w="5507990" h="1216025">
                  <a:moveTo>
                    <a:pt x="5472789" y="909053"/>
                  </a:moveTo>
                  <a:lnTo>
                    <a:pt x="5456983" y="919686"/>
                  </a:lnTo>
                  <a:lnTo>
                    <a:pt x="5464174" y="930275"/>
                  </a:lnTo>
                  <a:lnTo>
                    <a:pt x="5479804" y="919686"/>
                  </a:lnTo>
                  <a:lnTo>
                    <a:pt x="5479977" y="919686"/>
                  </a:lnTo>
                  <a:lnTo>
                    <a:pt x="5472789" y="909053"/>
                  </a:lnTo>
                  <a:close/>
                </a:path>
                <a:path w="5507990" h="1216025">
                  <a:moveTo>
                    <a:pt x="5496560" y="893064"/>
                  </a:moveTo>
                  <a:lnTo>
                    <a:pt x="5472789" y="909053"/>
                  </a:lnTo>
                  <a:lnTo>
                    <a:pt x="5479977" y="919686"/>
                  </a:lnTo>
                  <a:lnTo>
                    <a:pt x="5479804" y="919686"/>
                  </a:lnTo>
                  <a:lnTo>
                    <a:pt x="5464174" y="930275"/>
                  </a:lnTo>
                  <a:lnTo>
                    <a:pt x="5501365" y="930275"/>
                  </a:lnTo>
                  <a:lnTo>
                    <a:pt x="5496560" y="893064"/>
                  </a:lnTo>
                  <a:close/>
                </a:path>
                <a:path w="5507990" h="1216025">
                  <a:moveTo>
                    <a:pt x="5382768" y="800227"/>
                  </a:moveTo>
                  <a:lnTo>
                    <a:pt x="5368924" y="813435"/>
                  </a:lnTo>
                  <a:lnTo>
                    <a:pt x="5377050" y="821924"/>
                  </a:lnTo>
                  <a:lnTo>
                    <a:pt x="5404348" y="852836"/>
                  </a:lnTo>
                  <a:lnTo>
                    <a:pt x="5430907" y="885218"/>
                  </a:lnTo>
                  <a:lnTo>
                    <a:pt x="5455091" y="916893"/>
                  </a:lnTo>
                  <a:lnTo>
                    <a:pt x="5456983" y="919686"/>
                  </a:lnTo>
                  <a:lnTo>
                    <a:pt x="5472789" y="909053"/>
                  </a:lnTo>
                  <a:lnTo>
                    <a:pt x="5470651" y="905891"/>
                  </a:lnTo>
                  <a:lnTo>
                    <a:pt x="5445760" y="873252"/>
                  </a:lnTo>
                  <a:lnTo>
                    <a:pt x="5419344" y="840994"/>
                  </a:lnTo>
                  <a:lnTo>
                    <a:pt x="5391403" y="809371"/>
                  </a:lnTo>
                  <a:lnTo>
                    <a:pt x="5382768" y="800227"/>
                  </a:lnTo>
                  <a:close/>
                </a:path>
                <a:path w="5507990" h="1216025">
                  <a:moveTo>
                    <a:pt x="5227700" y="657352"/>
                  </a:moveTo>
                  <a:lnTo>
                    <a:pt x="5216144" y="672592"/>
                  </a:lnTo>
                  <a:lnTo>
                    <a:pt x="5217294" y="673361"/>
                  </a:lnTo>
                  <a:lnTo>
                    <a:pt x="5217696" y="673701"/>
                  </a:lnTo>
                  <a:lnTo>
                    <a:pt x="5217946" y="674013"/>
                  </a:lnTo>
                  <a:lnTo>
                    <a:pt x="5218236" y="674161"/>
                  </a:lnTo>
                  <a:lnTo>
                    <a:pt x="5286123" y="731884"/>
                  </a:lnTo>
                  <a:lnTo>
                    <a:pt x="5329046" y="773176"/>
                  </a:lnTo>
                  <a:lnTo>
                    <a:pt x="5342255" y="759333"/>
                  </a:lnTo>
                  <a:lnTo>
                    <a:pt x="5298567" y="717423"/>
                  </a:lnTo>
                  <a:lnTo>
                    <a:pt x="5229478" y="658749"/>
                  </a:lnTo>
                  <a:lnTo>
                    <a:pt x="5227700" y="657352"/>
                  </a:lnTo>
                  <a:close/>
                </a:path>
                <a:path w="5507990" h="1216025">
                  <a:moveTo>
                    <a:pt x="5055870" y="535940"/>
                  </a:moveTo>
                  <a:lnTo>
                    <a:pt x="5045837" y="552196"/>
                  </a:lnTo>
                  <a:lnTo>
                    <a:pt x="5064506" y="563626"/>
                  </a:lnTo>
                  <a:lnTo>
                    <a:pt x="5143499" y="617474"/>
                  </a:lnTo>
                  <a:lnTo>
                    <a:pt x="5170677" y="638048"/>
                  </a:lnTo>
                  <a:lnTo>
                    <a:pt x="5182108" y="622808"/>
                  </a:lnTo>
                  <a:lnTo>
                    <a:pt x="5154802" y="602107"/>
                  </a:lnTo>
                  <a:lnTo>
                    <a:pt x="5075046" y="547751"/>
                  </a:lnTo>
                  <a:lnTo>
                    <a:pt x="5055870" y="535940"/>
                  </a:lnTo>
                  <a:close/>
                </a:path>
                <a:path w="5507990" h="1216025">
                  <a:moveTo>
                    <a:pt x="4931095" y="462693"/>
                  </a:moveTo>
                  <a:lnTo>
                    <a:pt x="4891920" y="462693"/>
                  </a:lnTo>
                  <a:lnTo>
                    <a:pt x="4981002" y="512239"/>
                  </a:lnTo>
                  <a:lnTo>
                    <a:pt x="4997195" y="522224"/>
                  </a:lnTo>
                  <a:lnTo>
                    <a:pt x="5007228" y="505968"/>
                  </a:lnTo>
                  <a:lnTo>
                    <a:pt x="4990211" y="495554"/>
                  </a:lnTo>
                  <a:lnTo>
                    <a:pt x="4931095" y="462693"/>
                  </a:lnTo>
                  <a:close/>
                </a:path>
                <a:path w="5507990" h="1216025">
                  <a:moveTo>
                    <a:pt x="4873117" y="431927"/>
                  </a:moveTo>
                  <a:lnTo>
                    <a:pt x="4864608" y="448945"/>
                  </a:lnTo>
                  <a:lnTo>
                    <a:pt x="4893952" y="463824"/>
                  </a:lnTo>
                  <a:lnTo>
                    <a:pt x="4891920" y="462693"/>
                  </a:lnTo>
                  <a:lnTo>
                    <a:pt x="4931095" y="462693"/>
                  </a:lnTo>
                  <a:lnTo>
                    <a:pt x="4900421" y="445643"/>
                  </a:lnTo>
                  <a:lnTo>
                    <a:pt x="4873117" y="431927"/>
                  </a:lnTo>
                  <a:close/>
                </a:path>
                <a:path w="5507990" h="1216025">
                  <a:moveTo>
                    <a:pt x="4745788" y="370471"/>
                  </a:moveTo>
                  <a:lnTo>
                    <a:pt x="4700068" y="370471"/>
                  </a:lnTo>
                  <a:lnTo>
                    <a:pt x="4798184" y="415288"/>
                  </a:lnTo>
                  <a:lnTo>
                    <a:pt x="4798053" y="415288"/>
                  </a:lnTo>
                  <a:lnTo>
                    <a:pt x="4813553" y="423164"/>
                  </a:lnTo>
                  <a:lnTo>
                    <a:pt x="4817550" y="415288"/>
                  </a:lnTo>
                  <a:lnTo>
                    <a:pt x="4798184" y="415288"/>
                  </a:lnTo>
                  <a:lnTo>
                    <a:pt x="4797822" y="415124"/>
                  </a:lnTo>
                  <a:lnTo>
                    <a:pt x="4817633" y="415124"/>
                  </a:lnTo>
                  <a:lnTo>
                    <a:pt x="4822190" y="406146"/>
                  </a:lnTo>
                  <a:lnTo>
                    <a:pt x="4806188" y="398145"/>
                  </a:lnTo>
                  <a:lnTo>
                    <a:pt x="4745788" y="370471"/>
                  </a:lnTo>
                  <a:close/>
                </a:path>
                <a:path w="5507990" h="1216025">
                  <a:moveTo>
                    <a:pt x="4682870" y="342773"/>
                  </a:moveTo>
                  <a:lnTo>
                    <a:pt x="4675505" y="360299"/>
                  </a:lnTo>
                  <a:lnTo>
                    <a:pt x="4703736" y="372147"/>
                  </a:lnTo>
                  <a:lnTo>
                    <a:pt x="4700068" y="370471"/>
                  </a:lnTo>
                  <a:lnTo>
                    <a:pt x="4745788" y="370471"/>
                  </a:lnTo>
                  <a:lnTo>
                    <a:pt x="4707509" y="352933"/>
                  </a:lnTo>
                  <a:lnTo>
                    <a:pt x="4682870" y="342773"/>
                  </a:lnTo>
                  <a:close/>
                </a:path>
                <a:path w="5507990" h="1216025">
                  <a:moveTo>
                    <a:pt x="4487037" y="266319"/>
                  </a:moveTo>
                  <a:lnTo>
                    <a:pt x="4480941" y="284353"/>
                  </a:lnTo>
                  <a:lnTo>
                    <a:pt x="4492606" y="288380"/>
                  </a:lnTo>
                  <a:lnTo>
                    <a:pt x="4597532" y="327899"/>
                  </a:lnTo>
                  <a:lnTo>
                    <a:pt x="4597829" y="328040"/>
                  </a:lnTo>
                  <a:lnTo>
                    <a:pt x="4622672" y="338455"/>
                  </a:lnTo>
                  <a:lnTo>
                    <a:pt x="4630039" y="320802"/>
                  </a:lnTo>
                  <a:lnTo>
                    <a:pt x="4604766" y="310261"/>
                  </a:lnTo>
                  <a:lnTo>
                    <a:pt x="4497959" y="270129"/>
                  </a:lnTo>
                  <a:lnTo>
                    <a:pt x="4487037" y="266319"/>
                  </a:lnTo>
                  <a:close/>
                </a:path>
                <a:path w="5507990" h="1216025">
                  <a:moveTo>
                    <a:pt x="4287520" y="201676"/>
                  </a:moveTo>
                  <a:lnTo>
                    <a:pt x="4281932" y="219837"/>
                  </a:lnTo>
                  <a:lnTo>
                    <a:pt x="4381952" y="250598"/>
                  </a:lnTo>
                  <a:lnTo>
                    <a:pt x="4426839" y="265938"/>
                  </a:lnTo>
                  <a:lnTo>
                    <a:pt x="4432935" y="247904"/>
                  </a:lnTo>
                  <a:lnTo>
                    <a:pt x="4387469" y="232410"/>
                  </a:lnTo>
                  <a:lnTo>
                    <a:pt x="4287520" y="201676"/>
                  </a:lnTo>
                  <a:close/>
                </a:path>
                <a:path w="5507990" h="1216025">
                  <a:moveTo>
                    <a:pt x="4381952" y="250598"/>
                  </a:moveTo>
                  <a:lnTo>
                    <a:pt x="4381809" y="250598"/>
                  </a:lnTo>
                  <a:lnTo>
                    <a:pt x="4382941" y="250936"/>
                  </a:lnTo>
                  <a:lnTo>
                    <a:pt x="4381952" y="250598"/>
                  </a:lnTo>
                  <a:close/>
                </a:path>
                <a:path w="5507990" h="1216025">
                  <a:moveTo>
                    <a:pt x="4084573" y="147320"/>
                  </a:moveTo>
                  <a:lnTo>
                    <a:pt x="4080001" y="165862"/>
                  </a:lnTo>
                  <a:lnTo>
                    <a:pt x="4151710" y="183453"/>
                  </a:lnTo>
                  <a:lnTo>
                    <a:pt x="4227195" y="204343"/>
                  </a:lnTo>
                  <a:lnTo>
                    <a:pt x="4232274" y="185928"/>
                  </a:lnTo>
                  <a:lnTo>
                    <a:pt x="4156074" y="164973"/>
                  </a:lnTo>
                  <a:lnTo>
                    <a:pt x="4084573" y="147320"/>
                  </a:lnTo>
                  <a:close/>
                </a:path>
                <a:path w="5507990" h="1216025">
                  <a:moveTo>
                    <a:pt x="4149227" y="182830"/>
                  </a:moveTo>
                  <a:lnTo>
                    <a:pt x="4151485" y="183453"/>
                  </a:lnTo>
                  <a:lnTo>
                    <a:pt x="4151738" y="183453"/>
                  </a:lnTo>
                  <a:lnTo>
                    <a:pt x="4149227" y="182830"/>
                  </a:lnTo>
                  <a:close/>
                </a:path>
                <a:path w="5507990" h="1216025">
                  <a:moveTo>
                    <a:pt x="3879468" y="102108"/>
                  </a:moveTo>
                  <a:lnTo>
                    <a:pt x="3875913" y="120777"/>
                  </a:lnTo>
                  <a:lnTo>
                    <a:pt x="3909014" y="127052"/>
                  </a:lnTo>
                  <a:lnTo>
                    <a:pt x="4024757" y="152400"/>
                  </a:lnTo>
                  <a:lnTo>
                    <a:pt x="4028820" y="133731"/>
                  </a:lnTo>
                  <a:lnTo>
                    <a:pt x="3912489" y="108331"/>
                  </a:lnTo>
                  <a:lnTo>
                    <a:pt x="3879468" y="102108"/>
                  </a:lnTo>
                  <a:close/>
                </a:path>
                <a:path w="5507990" h="1216025">
                  <a:moveTo>
                    <a:pt x="3906916" y="126642"/>
                  </a:moveTo>
                  <a:lnTo>
                    <a:pt x="3908794" y="127052"/>
                  </a:lnTo>
                  <a:lnTo>
                    <a:pt x="3909047" y="127052"/>
                  </a:lnTo>
                  <a:lnTo>
                    <a:pt x="3906916" y="126642"/>
                  </a:lnTo>
                  <a:close/>
                </a:path>
                <a:path w="5507990" h="1216025">
                  <a:moveTo>
                    <a:pt x="3821098" y="103135"/>
                  </a:moveTo>
                  <a:lnTo>
                    <a:pt x="3783789" y="103135"/>
                  </a:lnTo>
                  <a:lnTo>
                    <a:pt x="3819778" y="110109"/>
                  </a:lnTo>
                  <a:lnTo>
                    <a:pt x="3821014" y="103580"/>
                  </a:lnTo>
                  <a:lnTo>
                    <a:pt x="3821098" y="103135"/>
                  </a:lnTo>
                  <a:close/>
                </a:path>
                <a:path w="5507990" h="1216025">
                  <a:moveTo>
                    <a:pt x="3672840" y="65532"/>
                  </a:moveTo>
                  <a:lnTo>
                    <a:pt x="3669791" y="84328"/>
                  </a:lnTo>
                  <a:lnTo>
                    <a:pt x="3786085" y="103580"/>
                  </a:lnTo>
                  <a:lnTo>
                    <a:pt x="3783789" y="103135"/>
                  </a:lnTo>
                  <a:lnTo>
                    <a:pt x="3821098" y="103135"/>
                  </a:lnTo>
                  <a:lnTo>
                    <a:pt x="3823335" y="91312"/>
                  </a:lnTo>
                  <a:lnTo>
                    <a:pt x="3786632" y="84328"/>
                  </a:lnTo>
                  <a:lnTo>
                    <a:pt x="3672840" y="65532"/>
                  </a:lnTo>
                  <a:close/>
                </a:path>
                <a:path w="5507990" h="1216025">
                  <a:moveTo>
                    <a:pt x="3464687" y="37719"/>
                  </a:moveTo>
                  <a:lnTo>
                    <a:pt x="3462527" y="56642"/>
                  </a:lnTo>
                  <a:lnTo>
                    <a:pt x="3525726" y="63915"/>
                  </a:lnTo>
                  <a:lnTo>
                    <a:pt x="3613531" y="76073"/>
                  </a:lnTo>
                  <a:lnTo>
                    <a:pt x="3616070" y="57277"/>
                  </a:lnTo>
                  <a:lnTo>
                    <a:pt x="3527806" y="44958"/>
                  </a:lnTo>
                  <a:lnTo>
                    <a:pt x="3464687" y="37719"/>
                  </a:lnTo>
                  <a:close/>
                </a:path>
                <a:path w="5507990" h="1216025">
                  <a:moveTo>
                    <a:pt x="3524008" y="63707"/>
                  </a:moveTo>
                  <a:lnTo>
                    <a:pt x="3525515" y="63915"/>
                  </a:lnTo>
                  <a:lnTo>
                    <a:pt x="3525768" y="63915"/>
                  </a:lnTo>
                  <a:lnTo>
                    <a:pt x="3524008" y="63707"/>
                  </a:lnTo>
                  <a:close/>
                </a:path>
                <a:path w="5507990" h="1216025">
                  <a:moveTo>
                    <a:pt x="3255771" y="17272"/>
                  </a:moveTo>
                  <a:lnTo>
                    <a:pt x="3254501" y="36322"/>
                  </a:lnTo>
                  <a:lnTo>
                    <a:pt x="3259709" y="36576"/>
                  </a:lnTo>
                  <a:lnTo>
                    <a:pt x="3393906" y="48671"/>
                  </a:lnTo>
                  <a:lnTo>
                    <a:pt x="3393563" y="48671"/>
                  </a:lnTo>
                  <a:lnTo>
                    <a:pt x="3405759" y="50165"/>
                  </a:lnTo>
                  <a:lnTo>
                    <a:pt x="3407917" y="31242"/>
                  </a:lnTo>
                  <a:lnTo>
                    <a:pt x="3395344" y="29718"/>
                  </a:lnTo>
                  <a:lnTo>
                    <a:pt x="3261106" y="17653"/>
                  </a:lnTo>
                  <a:lnTo>
                    <a:pt x="3255771" y="17272"/>
                  </a:lnTo>
                  <a:close/>
                </a:path>
                <a:path w="5507990" h="1216025">
                  <a:moveTo>
                    <a:pt x="3046348" y="5207"/>
                  </a:moveTo>
                  <a:lnTo>
                    <a:pt x="3045587" y="24257"/>
                  </a:lnTo>
                  <a:lnTo>
                    <a:pt x="3124862" y="27576"/>
                  </a:lnTo>
                  <a:lnTo>
                    <a:pt x="3124452" y="27576"/>
                  </a:lnTo>
                  <a:lnTo>
                    <a:pt x="3197478" y="32512"/>
                  </a:lnTo>
                  <a:lnTo>
                    <a:pt x="3198748" y="13462"/>
                  </a:lnTo>
                  <a:lnTo>
                    <a:pt x="3125342" y="8509"/>
                  </a:lnTo>
                  <a:lnTo>
                    <a:pt x="3046348" y="5207"/>
                  </a:lnTo>
                  <a:close/>
                </a:path>
                <a:path w="5507990" h="1216025">
                  <a:moveTo>
                    <a:pt x="2850134" y="0"/>
                  </a:moveTo>
                  <a:lnTo>
                    <a:pt x="2836417" y="127"/>
                  </a:lnTo>
                  <a:lnTo>
                    <a:pt x="2836544" y="19177"/>
                  </a:lnTo>
                  <a:lnTo>
                    <a:pt x="2856447" y="19177"/>
                  </a:lnTo>
                  <a:lnTo>
                    <a:pt x="2994369" y="21844"/>
                  </a:lnTo>
                  <a:lnTo>
                    <a:pt x="2988437" y="21844"/>
                  </a:lnTo>
                  <a:lnTo>
                    <a:pt x="2989198" y="2794"/>
                  </a:lnTo>
                  <a:lnTo>
                    <a:pt x="2988310" y="2794"/>
                  </a:lnTo>
                  <a:lnTo>
                    <a:pt x="2850134" y="0"/>
                  </a:lnTo>
                  <a:close/>
                </a:path>
                <a:path w="5507990" h="1216025">
                  <a:moveTo>
                    <a:pt x="2779267" y="381"/>
                  </a:moveTo>
                  <a:lnTo>
                    <a:pt x="2710941" y="762"/>
                  </a:lnTo>
                  <a:lnTo>
                    <a:pt x="2626614" y="3175"/>
                  </a:lnTo>
                  <a:lnTo>
                    <a:pt x="2627155" y="19431"/>
                  </a:lnTo>
                  <a:lnTo>
                    <a:pt x="2627248" y="22225"/>
                  </a:lnTo>
                  <a:lnTo>
                    <a:pt x="2711449" y="19812"/>
                  </a:lnTo>
                  <a:lnTo>
                    <a:pt x="2711196" y="19812"/>
                  </a:lnTo>
                  <a:lnTo>
                    <a:pt x="2779394" y="19431"/>
                  </a:lnTo>
                  <a:lnTo>
                    <a:pt x="2779267" y="381"/>
                  </a:lnTo>
                  <a:close/>
                </a:path>
                <a:path w="5507990" h="1216025">
                  <a:moveTo>
                    <a:pt x="2569337" y="4953"/>
                  </a:moveTo>
                  <a:lnTo>
                    <a:pt x="2431034" y="12192"/>
                  </a:lnTo>
                  <a:lnTo>
                    <a:pt x="2416937" y="13335"/>
                  </a:lnTo>
                  <a:lnTo>
                    <a:pt x="2418260" y="31260"/>
                  </a:lnTo>
                  <a:lnTo>
                    <a:pt x="2418334" y="32258"/>
                  </a:lnTo>
                  <a:lnTo>
                    <a:pt x="2432178" y="31260"/>
                  </a:lnTo>
                  <a:lnTo>
                    <a:pt x="2431829" y="31260"/>
                  </a:lnTo>
                  <a:lnTo>
                    <a:pt x="2570352" y="24003"/>
                  </a:lnTo>
                  <a:lnTo>
                    <a:pt x="2569337" y="4953"/>
                  </a:lnTo>
                  <a:close/>
                </a:path>
                <a:path w="5507990" h="1216025">
                  <a:moveTo>
                    <a:pt x="2359914" y="17653"/>
                  </a:moveTo>
                  <a:lnTo>
                    <a:pt x="2290698" y="23114"/>
                  </a:lnTo>
                  <a:lnTo>
                    <a:pt x="2207894" y="31496"/>
                  </a:lnTo>
                  <a:lnTo>
                    <a:pt x="2209926" y="50546"/>
                  </a:lnTo>
                  <a:lnTo>
                    <a:pt x="2292225" y="42062"/>
                  </a:lnTo>
                  <a:lnTo>
                    <a:pt x="2291886" y="42062"/>
                  </a:lnTo>
                  <a:lnTo>
                    <a:pt x="2361438" y="36703"/>
                  </a:lnTo>
                  <a:lnTo>
                    <a:pt x="2359914" y="17653"/>
                  </a:lnTo>
                  <a:close/>
                </a:path>
                <a:path w="5507990" h="1216025">
                  <a:moveTo>
                    <a:pt x="2151125" y="37337"/>
                  </a:moveTo>
                  <a:lnTo>
                    <a:pt x="2010028" y="55499"/>
                  </a:lnTo>
                  <a:lnTo>
                    <a:pt x="1999488" y="57150"/>
                  </a:lnTo>
                  <a:lnTo>
                    <a:pt x="2002409" y="75946"/>
                  </a:lnTo>
                  <a:lnTo>
                    <a:pt x="2012237" y="74387"/>
                  </a:lnTo>
                  <a:lnTo>
                    <a:pt x="2152649" y="56387"/>
                  </a:lnTo>
                  <a:lnTo>
                    <a:pt x="2153031" y="56387"/>
                  </a:lnTo>
                  <a:lnTo>
                    <a:pt x="2151125" y="37337"/>
                  </a:lnTo>
                  <a:close/>
                </a:path>
                <a:path w="5507990" h="1216025">
                  <a:moveTo>
                    <a:pt x="2012834" y="74387"/>
                  </a:moveTo>
                  <a:lnTo>
                    <a:pt x="2012277" y="74387"/>
                  </a:lnTo>
                  <a:lnTo>
                    <a:pt x="2009658" y="74796"/>
                  </a:lnTo>
                  <a:lnTo>
                    <a:pt x="2012834" y="74387"/>
                  </a:lnTo>
                  <a:close/>
                </a:path>
                <a:path w="5507990" h="1216025">
                  <a:moveTo>
                    <a:pt x="1942972" y="65659"/>
                  </a:moveTo>
                  <a:lnTo>
                    <a:pt x="1908556" y="70866"/>
                  </a:lnTo>
                  <a:lnTo>
                    <a:pt x="1808988" y="87884"/>
                  </a:lnTo>
                  <a:lnTo>
                    <a:pt x="1792350" y="91059"/>
                  </a:lnTo>
                  <a:lnTo>
                    <a:pt x="1795907" y="109728"/>
                  </a:lnTo>
                  <a:lnTo>
                    <a:pt x="1812416" y="106553"/>
                  </a:lnTo>
                  <a:lnTo>
                    <a:pt x="1911484" y="89703"/>
                  </a:lnTo>
                  <a:lnTo>
                    <a:pt x="1911199" y="89703"/>
                  </a:lnTo>
                  <a:lnTo>
                    <a:pt x="1945893" y="84455"/>
                  </a:lnTo>
                  <a:lnTo>
                    <a:pt x="1942972" y="65659"/>
                  </a:lnTo>
                  <a:close/>
                </a:path>
                <a:path w="5507990" h="1216025">
                  <a:moveTo>
                    <a:pt x="1913776" y="89314"/>
                  </a:moveTo>
                  <a:lnTo>
                    <a:pt x="1911199" y="89703"/>
                  </a:lnTo>
                  <a:lnTo>
                    <a:pt x="1911484" y="89703"/>
                  </a:lnTo>
                  <a:lnTo>
                    <a:pt x="1913776" y="89314"/>
                  </a:lnTo>
                  <a:close/>
                </a:path>
                <a:path w="5507990" h="1216025">
                  <a:moveTo>
                    <a:pt x="1736216" y="101854"/>
                  </a:moveTo>
                  <a:lnTo>
                    <a:pt x="1711197" y="106680"/>
                  </a:lnTo>
                  <a:lnTo>
                    <a:pt x="1615439" y="127000"/>
                  </a:lnTo>
                  <a:lnTo>
                    <a:pt x="1586864" y="133731"/>
                  </a:lnTo>
                  <a:lnTo>
                    <a:pt x="1591183" y="152273"/>
                  </a:lnTo>
                  <a:lnTo>
                    <a:pt x="1620684" y="145292"/>
                  </a:lnTo>
                  <a:lnTo>
                    <a:pt x="1714888" y="125400"/>
                  </a:lnTo>
                  <a:lnTo>
                    <a:pt x="1714614" y="125400"/>
                  </a:lnTo>
                  <a:lnTo>
                    <a:pt x="1739899" y="120523"/>
                  </a:lnTo>
                  <a:lnTo>
                    <a:pt x="1736216" y="101854"/>
                  </a:lnTo>
                  <a:close/>
                </a:path>
                <a:path w="5507990" h="1216025">
                  <a:moveTo>
                    <a:pt x="1717772" y="124791"/>
                  </a:moveTo>
                  <a:lnTo>
                    <a:pt x="1714614" y="125400"/>
                  </a:lnTo>
                  <a:lnTo>
                    <a:pt x="1714888" y="125400"/>
                  </a:lnTo>
                  <a:lnTo>
                    <a:pt x="1717772" y="124791"/>
                  </a:lnTo>
                  <a:close/>
                </a:path>
                <a:path w="5507990" h="1216025">
                  <a:moveTo>
                    <a:pt x="1531239" y="146685"/>
                  </a:moveTo>
                  <a:lnTo>
                    <a:pt x="1521714" y="148971"/>
                  </a:lnTo>
                  <a:lnTo>
                    <a:pt x="1430019" y="172466"/>
                  </a:lnTo>
                  <a:lnTo>
                    <a:pt x="1383411" y="185547"/>
                  </a:lnTo>
                  <a:lnTo>
                    <a:pt x="1388617" y="203962"/>
                  </a:lnTo>
                  <a:lnTo>
                    <a:pt x="1434864" y="190947"/>
                  </a:lnTo>
                  <a:lnTo>
                    <a:pt x="1434588" y="190947"/>
                  </a:lnTo>
                  <a:lnTo>
                    <a:pt x="1526286" y="167386"/>
                  </a:lnTo>
                  <a:lnTo>
                    <a:pt x="1535557" y="165227"/>
                  </a:lnTo>
                  <a:lnTo>
                    <a:pt x="1531239" y="146685"/>
                  </a:lnTo>
                  <a:close/>
                </a:path>
                <a:path w="5507990" h="1216025">
                  <a:moveTo>
                    <a:pt x="1437766" y="190130"/>
                  </a:moveTo>
                  <a:lnTo>
                    <a:pt x="1434588" y="190947"/>
                  </a:lnTo>
                  <a:lnTo>
                    <a:pt x="1434864" y="190947"/>
                  </a:lnTo>
                  <a:lnTo>
                    <a:pt x="1437766" y="190130"/>
                  </a:lnTo>
                  <a:close/>
                </a:path>
                <a:path w="5507990" h="1216025">
                  <a:moveTo>
                    <a:pt x="1328292" y="201295"/>
                  </a:moveTo>
                  <a:lnTo>
                    <a:pt x="1253236" y="224155"/>
                  </a:lnTo>
                  <a:lnTo>
                    <a:pt x="1182751" y="247396"/>
                  </a:lnTo>
                  <a:lnTo>
                    <a:pt x="1188719" y="265430"/>
                  </a:lnTo>
                  <a:lnTo>
                    <a:pt x="1259077" y="242316"/>
                  </a:lnTo>
                  <a:lnTo>
                    <a:pt x="1333753" y="219583"/>
                  </a:lnTo>
                  <a:lnTo>
                    <a:pt x="1328292" y="201295"/>
                  </a:lnTo>
                  <a:close/>
                </a:path>
                <a:path w="5507990" h="1216025">
                  <a:moveTo>
                    <a:pt x="1128521" y="266192"/>
                  </a:moveTo>
                  <a:lnTo>
                    <a:pt x="1085595" y="281559"/>
                  </a:lnTo>
                  <a:lnTo>
                    <a:pt x="1005331" y="312293"/>
                  </a:lnTo>
                  <a:lnTo>
                    <a:pt x="985646" y="320421"/>
                  </a:lnTo>
                  <a:lnTo>
                    <a:pt x="993013" y="338074"/>
                  </a:lnTo>
                  <a:lnTo>
                    <a:pt x="1012443" y="329946"/>
                  </a:lnTo>
                  <a:lnTo>
                    <a:pt x="1091017" y="299840"/>
                  </a:lnTo>
                  <a:lnTo>
                    <a:pt x="1134999" y="284226"/>
                  </a:lnTo>
                  <a:lnTo>
                    <a:pt x="1128521" y="266192"/>
                  </a:lnTo>
                  <a:close/>
                </a:path>
                <a:path w="5507990" h="1216025">
                  <a:moveTo>
                    <a:pt x="932814" y="342392"/>
                  </a:moveTo>
                  <a:lnTo>
                    <a:pt x="927607" y="344551"/>
                  </a:lnTo>
                  <a:lnTo>
                    <a:pt x="852424" y="377952"/>
                  </a:lnTo>
                  <a:lnTo>
                    <a:pt x="793876" y="406019"/>
                  </a:lnTo>
                  <a:lnTo>
                    <a:pt x="802004" y="423164"/>
                  </a:lnTo>
                  <a:lnTo>
                    <a:pt x="860114" y="395432"/>
                  </a:lnTo>
                  <a:lnTo>
                    <a:pt x="935074" y="362018"/>
                  </a:lnTo>
                  <a:lnTo>
                    <a:pt x="935239" y="362018"/>
                  </a:lnTo>
                  <a:lnTo>
                    <a:pt x="940180" y="359918"/>
                  </a:lnTo>
                  <a:lnTo>
                    <a:pt x="932814" y="342392"/>
                  </a:lnTo>
                  <a:close/>
                </a:path>
                <a:path w="5507990" h="1216025">
                  <a:moveTo>
                    <a:pt x="935239" y="362018"/>
                  </a:moveTo>
                  <a:lnTo>
                    <a:pt x="935074" y="362018"/>
                  </a:lnTo>
                  <a:lnTo>
                    <a:pt x="931698" y="363523"/>
                  </a:lnTo>
                  <a:lnTo>
                    <a:pt x="935239" y="362018"/>
                  </a:lnTo>
                  <a:close/>
                </a:path>
                <a:path w="5507990" h="1216025">
                  <a:moveTo>
                    <a:pt x="742568" y="431800"/>
                  </a:moveTo>
                  <a:lnTo>
                    <a:pt x="710056" y="448437"/>
                  </a:lnTo>
                  <a:lnTo>
                    <a:pt x="642874" y="485521"/>
                  </a:lnTo>
                  <a:lnTo>
                    <a:pt x="608711" y="505968"/>
                  </a:lnTo>
                  <a:lnTo>
                    <a:pt x="618489" y="522224"/>
                  </a:lnTo>
                  <a:lnTo>
                    <a:pt x="652848" y="501839"/>
                  </a:lnTo>
                  <a:lnTo>
                    <a:pt x="718971" y="465328"/>
                  </a:lnTo>
                  <a:lnTo>
                    <a:pt x="751204" y="448691"/>
                  </a:lnTo>
                  <a:lnTo>
                    <a:pt x="742568" y="431800"/>
                  </a:lnTo>
                  <a:close/>
                </a:path>
                <a:path w="5507990" h="1216025">
                  <a:moveTo>
                    <a:pt x="559815" y="535940"/>
                  </a:moveTo>
                  <a:lnTo>
                    <a:pt x="517270" y="563245"/>
                  </a:lnTo>
                  <a:lnTo>
                    <a:pt x="458850" y="603631"/>
                  </a:lnTo>
                  <a:lnTo>
                    <a:pt x="433577" y="622554"/>
                  </a:lnTo>
                  <a:lnTo>
                    <a:pt x="445007" y="637794"/>
                  </a:lnTo>
                  <a:lnTo>
                    <a:pt x="470149" y="618991"/>
                  </a:lnTo>
                  <a:lnTo>
                    <a:pt x="527775" y="579193"/>
                  </a:lnTo>
                  <a:lnTo>
                    <a:pt x="528107" y="579056"/>
                  </a:lnTo>
                  <a:lnTo>
                    <a:pt x="570102" y="551942"/>
                  </a:lnTo>
                  <a:lnTo>
                    <a:pt x="559815" y="535940"/>
                  </a:lnTo>
                  <a:close/>
                </a:path>
                <a:path w="5507990" h="1216025">
                  <a:moveTo>
                    <a:pt x="388112" y="657733"/>
                  </a:moveTo>
                  <a:lnTo>
                    <a:pt x="351154" y="687705"/>
                  </a:lnTo>
                  <a:lnTo>
                    <a:pt x="302005" y="731139"/>
                  </a:lnTo>
                  <a:lnTo>
                    <a:pt x="273176" y="758952"/>
                  </a:lnTo>
                  <a:lnTo>
                    <a:pt x="286512" y="772668"/>
                  </a:lnTo>
                  <a:lnTo>
                    <a:pt x="315087" y="744982"/>
                  </a:lnTo>
                  <a:lnTo>
                    <a:pt x="362944" y="702637"/>
                  </a:lnTo>
                  <a:lnTo>
                    <a:pt x="400050" y="672465"/>
                  </a:lnTo>
                  <a:lnTo>
                    <a:pt x="388112" y="657733"/>
                  </a:lnTo>
                  <a:close/>
                </a:path>
                <a:path w="5507990" h="1216025">
                  <a:moveTo>
                    <a:pt x="232917" y="800100"/>
                  </a:moveTo>
                  <a:lnTo>
                    <a:pt x="213487" y="820801"/>
                  </a:lnTo>
                  <a:lnTo>
                    <a:pt x="174243" y="866902"/>
                  </a:lnTo>
                  <a:lnTo>
                    <a:pt x="138429" y="913892"/>
                  </a:lnTo>
                  <a:lnTo>
                    <a:pt x="135127" y="918845"/>
                  </a:lnTo>
                  <a:lnTo>
                    <a:pt x="150875" y="929513"/>
                  </a:lnTo>
                  <a:lnTo>
                    <a:pt x="152994" y="926377"/>
                  </a:lnTo>
                  <a:lnTo>
                    <a:pt x="153828" y="925280"/>
                  </a:lnTo>
                  <a:lnTo>
                    <a:pt x="154045" y="924967"/>
                  </a:lnTo>
                  <a:lnTo>
                    <a:pt x="158641" y="918845"/>
                  </a:lnTo>
                  <a:lnTo>
                    <a:pt x="188623" y="879508"/>
                  </a:lnTo>
                  <a:lnTo>
                    <a:pt x="189131" y="878891"/>
                  </a:lnTo>
                  <a:lnTo>
                    <a:pt x="189233" y="878747"/>
                  </a:lnTo>
                  <a:lnTo>
                    <a:pt x="228064" y="833107"/>
                  </a:lnTo>
                  <a:lnTo>
                    <a:pt x="246761" y="813181"/>
                  </a:lnTo>
                  <a:lnTo>
                    <a:pt x="232917" y="800100"/>
                  </a:lnTo>
                  <a:close/>
                </a:path>
                <a:path w="5507990" h="1216025">
                  <a:moveTo>
                    <a:pt x="103124" y="966851"/>
                  </a:moveTo>
                  <a:lnTo>
                    <a:pt x="77469" y="1010285"/>
                  </a:lnTo>
                  <a:lnTo>
                    <a:pt x="52450" y="1059561"/>
                  </a:lnTo>
                  <a:lnTo>
                    <a:pt x="33654" y="1103630"/>
                  </a:lnTo>
                  <a:lnTo>
                    <a:pt x="51180" y="1111123"/>
                  </a:lnTo>
                  <a:lnTo>
                    <a:pt x="69584" y="1067931"/>
                  </a:lnTo>
                  <a:lnTo>
                    <a:pt x="69793" y="1067304"/>
                  </a:lnTo>
                  <a:lnTo>
                    <a:pt x="94233" y="1019175"/>
                  </a:lnTo>
                  <a:lnTo>
                    <a:pt x="99535" y="1010285"/>
                  </a:lnTo>
                  <a:lnTo>
                    <a:pt x="119506" y="976503"/>
                  </a:lnTo>
                  <a:lnTo>
                    <a:pt x="103124" y="966851"/>
                  </a:lnTo>
                  <a:close/>
                </a:path>
                <a:path w="5507990" h="1216025">
                  <a:moveTo>
                    <a:pt x="14224" y="1158113"/>
                  </a:moveTo>
                  <a:lnTo>
                    <a:pt x="13588" y="1160145"/>
                  </a:lnTo>
                  <a:lnTo>
                    <a:pt x="0" y="1210945"/>
                  </a:lnTo>
                  <a:lnTo>
                    <a:pt x="18414" y="1215771"/>
                  </a:lnTo>
                  <a:lnTo>
                    <a:pt x="31876" y="1165352"/>
                  </a:lnTo>
                  <a:lnTo>
                    <a:pt x="32257" y="1164336"/>
                  </a:lnTo>
                  <a:lnTo>
                    <a:pt x="14224" y="11581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5048" y="3956050"/>
              <a:ext cx="8768969" cy="2448941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4375784" y="2694508"/>
            <a:ext cx="4111625" cy="741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081405">
              <a:lnSpc>
                <a:spcPts val="2815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  <a:p>
            <a:pPr algn="ctr">
              <a:lnSpc>
                <a:spcPts val="2815"/>
              </a:lnSpc>
              <a:tabLst>
                <a:tab pos="3404870" algn="l"/>
              </a:tabLst>
            </a:pPr>
            <a:r>
              <a:rPr dirty="0" sz="2400">
                <a:latin typeface="Cambria Math"/>
                <a:cs typeface="Cambria Math"/>
              </a:rPr>
              <a:t>0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r>
              <a:rPr dirty="0" sz="2400">
                <a:latin typeface="Cambria Math"/>
                <a:cs typeface="Cambria Math"/>
              </a:rPr>
              <a:t>	0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2.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5">
                <a:latin typeface="Franklin Gothic Medium"/>
                <a:cs typeface="Franklin Gothic Medium"/>
              </a:rPr>
              <a:t>Remove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repair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damage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recovering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paths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750569" y="4474971"/>
            <a:ext cx="824230" cy="85725"/>
          </a:xfrm>
          <a:custGeom>
            <a:avLst/>
            <a:gdLst/>
            <a:ahLst/>
            <a:cxnLst/>
            <a:rect l="l" t="t" r="r" b="b"/>
            <a:pathLst>
              <a:path w="824230" h="85725">
                <a:moveTo>
                  <a:pt x="738124" y="0"/>
                </a:moveTo>
                <a:lnTo>
                  <a:pt x="738124" y="85725"/>
                </a:lnTo>
                <a:lnTo>
                  <a:pt x="795358" y="57150"/>
                </a:lnTo>
                <a:lnTo>
                  <a:pt x="752348" y="57150"/>
                </a:lnTo>
                <a:lnTo>
                  <a:pt x="752348" y="28575"/>
                </a:lnTo>
                <a:lnTo>
                  <a:pt x="795189" y="28575"/>
                </a:lnTo>
                <a:lnTo>
                  <a:pt x="738124" y="0"/>
                </a:lnTo>
                <a:close/>
              </a:path>
              <a:path w="824230" h="85725">
                <a:moveTo>
                  <a:pt x="738124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738124" y="57150"/>
                </a:lnTo>
                <a:lnTo>
                  <a:pt x="738124" y="28575"/>
                </a:lnTo>
                <a:close/>
              </a:path>
              <a:path w="824230" h="85725">
                <a:moveTo>
                  <a:pt x="795189" y="28575"/>
                </a:moveTo>
                <a:lnTo>
                  <a:pt x="752348" y="28575"/>
                </a:lnTo>
                <a:lnTo>
                  <a:pt x="752348" y="57150"/>
                </a:lnTo>
                <a:lnTo>
                  <a:pt x="795358" y="57150"/>
                </a:lnTo>
                <a:lnTo>
                  <a:pt x="823849" y="42925"/>
                </a:lnTo>
                <a:lnTo>
                  <a:pt x="7951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6276594" y="5296941"/>
            <a:ext cx="217170" cy="330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45"/>
              </a:lnSpc>
            </a:pP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924171" y="5811913"/>
            <a:ext cx="16954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50">
                <a:latin typeface="Cambria Math"/>
                <a:cs typeface="Cambria Math"/>
              </a:rPr>
              <a:t>∅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6573139" y="6084333"/>
            <a:ext cx="217170" cy="330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50"/>
              </a:lnSpc>
            </a:pP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122420" y="3959352"/>
            <a:ext cx="1143000" cy="1155700"/>
          </a:xfrm>
          <a:custGeom>
            <a:avLst/>
            <a:gdLst/>
            <a:ahLst/>
            <a:cxnLst/>
            <a:rect l="l" t="t" r="r" b="b"/>
            <a:pathLst>
              <a:path w="1143000" h="1155700">
                <a:moveTo>
                  <a:pt x="0" y="577596"/>
                </a:moveTo>
                <a:lnTo>
                  <a:pt x="1894" y="530220"/>
                </a:lnTo>
                <a:lnTo>
                  <a:pt x="7480" y="483900"/>
                </a:lnTo>
                <a:lnTo>
                  <a:pt x="16611" y="438784"/>
                </a:lnTo>
                <a:lnTo>
                  <a:pt x="29138" y="395020"/>
                </a:lnTo>
                <a:lnTo>
                  <a:pt x="44916" y="352758"/>
                </a:lnTo>
                <a:lnTo>
                  <a:pt x="63796" y="312145"/>
                </a:lnTo>
                <a:lnTo>
                  <a:pt x="85632" y="273331"/>
                </a:lnTo>
                <a:lnTo>
                  <a:pt x="110276" y="236463"/>
                </a:lnTo>
                <a:lnTo>
                  <a:pt x="137582" y="201691"/>
                </a:lnTo>
                <a:lnTo>
                  <a:pt x="167401" y="169163"/>
                </a:lnTo>
                <a:lnTo>
                  <a:pt x="199588" y="139028"/>
                </a:lnTo>
                <a:lnTo>
                  <a:pt x="233994" y="111434"/>
                </a:lnTo>
                <a:lnTo>
                  <a:pt x="270474" y="86530"/>
                </a:lnTo>
                <a:lnTo>
                  <a:pt x="308878" y="64465"/>
                </a:lnTo>
                <a:lnTo>
                  <a:pt x="349061" y="45386"/>
                </a:lnTo>
                <a:lnTo>
                  <a:pt x="390875" y="29443"/>
                </a:lnTo>
                <a:lnTo>
                  <a:pt x="434173" y="16784"/>
                </a:lnTo>
                <a:lnTo>
                  <a:pt x="478808" y="7559"/>
                </a:lnTo>
                <a:lnTo>
                  <a:pt x="524632" y="1914"/>
                </a:lnTo>
                <a:lnTo>
                  <a:pt x="571500" y="0"/>
                </a:lnTo>
                <a:lnTo>
                  <a:pt x="618367" y="1914"/>
                </a:lnTo>
                <a:lnTo>
                  <a:pt x="664191" y="7559"/>
                </a:lnTo>
                <a:lnTo>
                  <a:pt x="708826" y="16784"/>
                </a:lnTo>
                <a:lnTo>
                  <a:pt x="752124" y="29443"/>
                </a:lnTo>
                <a:lnTo>
                  <a:pt x="793938" y="45386"/>
                </a:lnTo>
                <a:lnTo>
                  <a:pt x="834121" y="64465"/>
                </a:lnTo>
                <a:lnTo>
                  <a:pt x="872525" y="86530"/>
                </a:lnTo>
                <a:lnTo>
                  <a:pt x="909005" y="111434"/>
                </a:lnTo>
                <a:lnTo>
                  <a:pt x="943411" y="139028"/>
                </a:lnTo>
                <a:lnTo>
                  <a:pt x="975598" y="169163"/>
                </a:lnTo>
                <a:lnTo>
                  <a:pt x="1005417" y="201691"/>
                </a:lnTo>
                <a:lnTo>
                  <a:pt x="1032723" y="236463"/>
                </a:lnTo>
                <a:lnTo>
                  <a:pt x="1057367" y="273331"/>
                </a:lnTo>
                <a:lnTo>
                  <a:pt x="1079203" y="312145"/>
                </a:lnTo>
                <a:lnTo>
                  <a:pt x="1098083" y="352758"/>
                </a:lnTo>
                <a:lnTo>
                  <a:pt x="1113861" y="395020"/>
                </a:lnTo>
                <a:lnTo>
                  <a:pt x="1126388" y="438784"/>
                </a:lnTo>
                <a:lnTo>
                  <a:pt x="1135519" y="483900"/>
                </a:lnTo>
                <a:lnTo>
                  <a:pt x="1141105" y="530220"/>
                </a:lnTo>
                <a:lnTo>
                  <a:pt x="1143000" y="577596"/>
                </a:lnTo>
                <a:lnTo>
                  <a:pt x="1141105" y="624971"/>
                </a:lnTo>
                <a:lnTo>
                  <a:pt x="1135519" y="671291"/>
                </a:lnTo>
                <a:lnTo>
                  <a:pt x="1126388" y="716407"/>
                </a:lnTo>
                <a:lnTo>
                  <a:pt x="1113861" y="760171"/>
                </a:lnTo>
                <a:lnTo>
                  <a:pt x="1098083" y="802433"/>
                </a:lnTo>
                <a:lnTo>
                  <a:pt x="1079203" y="843046"/>
                </a:lnTo>
                <a:lnTo>
                  <a:pt x="1057367" y="881860"/>
                </a:lnTo>
                <a:lnTo>
                  <a:pt x="1032723" y="918728"/>
                </a:lnTo>
                <a:lnTo>
                  <a:pt x="1005417" y="953500"/>
                </a:lnTo>
                <a:lnTo>
                  <a:pt x="975598" y="986028"/>
                </a:lnTo>
                <a:lnTo>
                  <a:pt x="943411" y="1016163"/>
                </a:lnTo>
                <a:lnTo>
                  <a:pt x="909005" y="1043757"/>
                </a:lnTo>
                <a:lnTo>
                  <a:pt x="872525" y="1068661"/>
                </a:lnTo>
                <a:lnTo>
                  <a:pt x="834121" y="1090726"/>
                </a:lnTo>
                <a:lnTo>
                  <a:pt x="793938" y="1109805"/>
                </a:lnTo>
                <a:lnTo>
                  <a:pt x="752124" y="1125748"/>
                </a:lnTo>
                <a:lnTo>
                  <a:pt x="708826" y="1138407"/>
                </a:lnTo>
                <a:lnTo>
                  <a:pt x="664191" y="1147632"/>
                </a:lnTo>
                <a:lnTo>
                  <a:pt x="618367" y="1153277"/>
                </a:lnTo>
                <a:lnTo>
                  <a:pt x="571500" y="1155192"/>
                </a:lnTo>
                <a:lnTo>
                  <a:pt x="524632" y="1153277"/>
                </a:lnTo>
                <a:lnTo>
                  <a:pt x="478808" y="1147632"/>
                </a:lnTo>
                <a:lnTo>
                  <a:pt x="434173" y="1138407"/>
                </a:lnTo>
                <a:lnTo>
                  <a:pt x="390875" y="1125748"/>
                </a:lnTo>
                <a:lnTo>
                  <a:pt x="349061" y="1109805"/>
                </a:lnTo>
                <a:lnTo>
                  <a:pt x="308878" y="1090726"/>
                </a:lnTo>
                <a:lnTo>
                  <a:pt x="270474" y="1068661"/>
                </a:lnTo>
                <a:lnTo>
                  <a:pt x="233994" y="1043757"/>
                </a:lnTo>
                <a:lnTo>
                  <a:pt x="199588" y="1016163"/>
                </a:lnTo>
                <a:lnTo>
                  <a:pt x="167401" y="986028"/>
                </a:lnTo>
                <a:lnTo>
                  <a:pt x="137582" y="953500"/>
                </a:lnTo>
                <a:lnTo>
                  <a:pt x="110276" y="918728"/>
                </a:lnTo>
                <a:lnTo>
                  <a:pt x="85632" y="881860"/>
                </a:lnTo>
                <a:lnTo>
                  <a:pt x="63796" y="843046"/>
                </a:lnTo>
                <a:lnTo>
                  <a:pt x="44916" y="802433"/>
                </a:lnTo>
                <a:lnTo>
                  <a:pt x="29138" y="760171"/>
                </a:lnTo>
                <a:lnTo>
                  <a:pt x="16611" y="716407"/>
                </a:lnTo>
                <a:lnTo>
                  <a:pt x="7480" y="671291"/>
                </a:lnTo>
                <a:lnTo>
                  <a:pt x="1894" y="624971"/>
                </a:lnTo>
                <a:lnTo>
                  <a:pt x="0" y="577596"/>
                </a:lnTo>
                <a:close/>
              </a:path>
            </a:pathLst>
          </a:custGeom>
          <a:ln w="12700">
            <a:solidFill>
              <a:srgbClr val="C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4476622" y="4334332"/>
            <a:ext cx="356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266182" y="4496308"/>
            <a:ext cx="2280920" cy="85725"/>
          </a:xfrm>
          <a:custGeom>
            <a:avLst/>
            <a:gdLst/>
            <a:ahLst/>
            <a:cxnLst/>
            <a:rect l="l" t="t" r="r" b="b"/>
            <a:pathLst>
              <a:path w="2280920" h="85725">
                <a:moveTo>
                  <a:pt x="0" y="27051"/>
                </a:moveTo>
                <a:lnTo>
                  <a:pt x="0" y="55626"/>
                </a:lnTo>
                <a:lnTo>
                  <a:pt x="228600" y="55880"/>
                </a:lnTo>
                <a:lnTo>
                  <a:pt x="228600" y="27305"/>
                </a:lnTo>
                <a:lnTo>
                  <a:pt x="0" y="27051"/>
                </a:lnTo>
                <a:close/>
              </a:path>
              <a:path w="2280920" h="85725">
                <a:moveTo>
                  <a:pt x="542925" y="27432"/>
                </a:moveTo>
                <a:lnTo>
                  <a:pt x="314325" y="27432"/>
                </a:lnTo>
                <a:lnTo>
                  <a:pt x="314325" y="56007"/>
                </a:lnTo>
                <a:lnTo>
                  <a:pt x="542925" y="56007"/>
                </a:lnTo>
                <a:lnTo>
                  <a:pt x="542925" y="27432"/>
                </a:lnTo>
                <a:close/>
              </a:path>
              <a:path w="2280920" h="85725">
                <a:moveTo>
                  <a:pt x="857250" y="27686"/>
                </a:moveTo>
                <a:lnTo>
                  <a:pt x="628650" y="27686"/>
                </a:lnTo>
                <a:lnTo>
                  <a:pt x="628650" y="56261"/>
                </a:lnTo>
                <a:lnTo>
                  <a:pt x="857250" y="56261"/>
                </a:lnTo>
                <a:lnTo>
                  <a:pt x="857250" y="27686"/>
                </a:lnTo>
                <a:close/>
              </a:path>
              <a:path w="2280920" h="85725">
                <a:moveTo>
                  <a:pt x="1171575" y="27813"/>
                </a:moveTo>
                <a:lnTo>
                  <a:pt x="942975" y="27813"/>
                </a:lnTo>
                <a:lnTo>
                  <a:pt x="942975" y="56388"/>
                </a:lnTo>
                <a:lnTo>
                  <a:pt x="1171575" y="56388"/>
                </a:lnTo>
                <a:lnTo>
                  <a:pt x="1171575" y="27813"/>
                </a:lnTo>
                <a:close/>
              </a:path>
              <a:path w="2280920" h="85725">
                <a:moveTo>
                  <a:pt x="1485899" y="28067"/>
                </a:moveTo>
                <a:lnTo>
                  <a:pt x="1257299" y="28067"/>
                </a:lnTo>
                <a:lnTo>
                  <a:pt x="1257299" y="56642"/>
                </a:lnTo>
                <a:lnTo>
                  <a:pt x="1485899" y="56642"/>
                </a:lnTo>
                <a:lnTo>
                  <a:pt x="1485899" y="28067"/>
                </a:lnTo>
                <a:close/>
              </a:path>
              <a:path w="2280920" h="85725">
                <a:moveTo>
                  <a:pt x="1571624" y="28194"/>
                </a:moveTo>
                <a:lnTo>
                  <a:pt x="1571624" y="56769"/>
                </a:lnTo>
                <a:lnTo>
                  <a:pt x="1800224" y="56896"/>
                </a:lnTo>
                <a:lnTo>
                  <a:pt x="1800224" y="28321"/>
                </a:lnTo>
                <a:lnTo>
                  <a:pt x="1571624" y="28194"/>
                </a:lnTo>
                <a:close/>
              </a:path>
              <a:path w="2280920" h="85725">
                <a:moveTo>
                  <a:pt x="2114549" y="28448"/>
                </a:moveTo>
                <a:lnTo>
                  <a:pt x="1885949" y="28448"/>
                </a:lnTo>
                <a:lnTo>
                  <a:pt x="1885949" y="57023"/>
                </a:lnTo>
                <a:lnTo>
                  <a:pt x="2114549" y="57023"/>
                </a:lnTo>
                <a:lnTo>
                  <a:pt x="2114549" y="28448"/>
                </a:lnTo>
                <a:close/>
              </a:path>
              <a:path w="2280920" h="85725">
                <a:moveTo>
                  <a:pt x="2195194" y="0"/>
                </a:moveTo>
                <a:lnTo>
                  <a:pt x="2195067" y="85725"/>
                </a:lnTo>
                <a:lnTo>
                  <a:pt x="2252302" y="57150"/>
                </a:lnTo>
                <a:lnTo>
                  <a:pt x="2200274" y="57150"/>
                </a:lnTo>
                <a:lnTo>
                  <a:pt x="2200274" y="28575"/>
                </a:lnTo>
                <a:lnTo>
                  <a:pt x="2252175" y="28575"/>
                </a:lnTo>
                <a:lnTo>
                  <a:pt x="2195194" y="0"/>
                </a:lnTo>
                <a:close/>
              </a:path>
              <a:path w="2280920" h="85725">
                <a:moveTo>
                  <a:pt x="2209418" y="28575"/>
                </a:moveTo>
                <a:lnTo>
                  <a:pt x="2200274" y="28575"/>
                </a:lnTo>
                <a:lnTo>
                  <a:pt x="2200274" y="57150"/>
                </a:lnTo>
                <a:lnTo>
                  <a:pt x="2209418" y="57150"/>
                </a:lnTo>
                <a:lnTo>
                  <a:pt x="2209418" y="28575"/>
                </a:lnTo>
                <a:close/>
              </a:path>
              <a:path w="2280920" h="85725">
                <a:moveTo>
                  <a:pt x="2252175" y="28575"/>
                </a:moveTo>
                <a:lnTo>
                  <a:pt x="2209418" y="28575"/>
                </a:lnTo>
                <a:lnTo>
                  <a:pt x="2209418" y="57150"/>
                </a:lnTo>
                <a:lnTo>
                  <a:pt x="2252302" y="57150"/>
                </a:lnTo>
                <a:lnTo>
                  <a:pt x="2280792" y="42926"/>
                </a:lnTo>
                <a:lnTo>
                  <a:pt x="2252175" y="28575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6301866" y="4081017"/>
            <a:ext cx="19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566417" y="3443604"/>
            <a:ext cx="6903720" cy="1657985"/>
            <a:chOff x="1566417" y="3443604"/>
            <a:chExt cx="6903720" cy="1657985"/>
          </a:xfrm>
        </p:grpSpPr>
        <p:sp>
          <p:nvSpPr>
            <p:cNvPr id="14" name="object 14" descr=""/>
            <p:cNvSpPr/>
            <p:nvPr/>
          </p:nvSpPr>
          <p:spPr>
            <a:xfrm>
              <a:off x="4360544" y="3443604"/>
              <a:ext cx="704850" cy="560705"/>
            </a:xfrm>
            <a:custGeom>
              <a:avLst/>
              <a:gdLst/>
              <a:ahLst/>
              <a:cxnLst/>
              <a:rect l="l" t="t" r="r" b="b"/>
              <a:pathLst>
                <a:path w="704850" h="560704">
                  <a:moveTo>
                    <a:pt x="53212" y="438404"/>
                  </a:moveTo>
                  <a:lnTo>
                    <a:pt x="36702" y="447802"/>
                  </a:lnTo>
                  <a:lnTo>
                    <a:pt x="41275" y="455930"/>
                  </a:lnTo>
                  <a:lnTo>
                    <a:pt x="49783" y="469011"/>
                  </a:lnTo>
                  <a:lnTo>
                    <a:pt x="79501" y="506476"/>
                  </a:lnTo>
                  <a:lnTo>
                    <a:pt x="115950" y="540258"/>
                  </a:lnTo>
                  <a:lnTo>
                    <a:pt x="143637" y="560197"/>
                  </a:lnTo>
                  <a:lnTo>
                    <a:pt x="154431" y="544449"/>
                  </a:lnTo>
                  <a:lnTo>
                    <a:pt x="139735" y="534336"/>
                  </a:lnTo>
                  <a:lnTo>
                    <a:pt x="126853" y="524551"/>
                  </a:lnTo>
                  <a:lnTo>
                    <a:pt x="93699" y="493761"/>
                  </a:lnTo>
                  <a:lnTo>
                    <a:pt x="65486" y="458330"/>
                  </a:lnTo>
                  <a:lnTo>
                    <a:pt x="57137" y="445355"/>
                  </a:lnTo>
                  <a:lnTo>
                    <a:pt x="53212" y="438404"/>
                  </a:lnTo>
                  <a:close/>
                </a:path>
                <a:path w="704850" h="560704">
                  <a:moveTo>
                    <a:pt x="9525" y="238252"/>
                  </a:moveTo>
                  <a:lnTo>
                    <a:pt x="1524" y="281940"/>
                  </a:lnTo>
                  <a:lnTo>
                    <a:pt x="8" y="311531"/>
                  </a:lnTo>
                  <a:lnTo>
                    <a:pt x="0" y="312039"/>
                  </a:lnTo>
                  <a:lnTo>
                    <a:pt x="565" y="325377"/>
                  </a:lnTo>
                  <a:lnTo>
                    <a:pt x="634" y="327025"/>
                  </a:lnTo>
                  <a:lnTo>
                    <a:pt x="1687" y="339337"/>
                  </a:lnTo>
                  <a:lnTo>
                    <a:pt x="1786" y="340494"/>
                  </a:lnTo>
                  <a:lnTo>
                    <a:pt x="1904" y="341884"/>
                  </a:lnTo>
                  <a:lnTo>
                    <a:pt x="4063" y="356743"/>
                  </a:lnTo>
                  <a:lnTo>
                    <a:pt x="6984" y="371475"/>
                  </a:lnTo>
                  <a:lnTo>
                    <a:pt x="10794" y="386080"/>
                  </a:lnTo>
                  <a:lnTo>
                    <a:pt x="13080" y="393700"/>
                  </a:lnTo>
                  <a:lnTo>
                    <a:pt x="31241" y="387985"/>
                  </a:lnTo>
                  <a:lnTo>
                    <a:pt x="28954" y="380619"/>
                  </a:lnTo>
                  <a:lnTo>
                    <a:pt x="25655" y="367538"/>
                  </a:lnTo>
                  <a:lnTo>
                    <a:pt x="22926" y="354139"/>
                  </a:lnTo>
                  <a:lnTo>
                    <a:pt x="20874" y="340494"/>
                  </a:lnTo>
                  <a:lnTo>
                    <a:pt x="19681" y="327025"/>
                  </a:lnTo>
                  <a:lnTo>
                    <a:pt x="19558" y="325628"/>
                  </a:lnTo>
                  <a:lnTo>
                    <a:pt x="19535" y="325377"/>
                  </a:lnTo>
                  <a:lnTo>
                    <a:pt x="19067" y="312039"/>
                  </a:lnTo>
                  <a:lnTo>
                    <a:pt x="19050" y="311531"/>
                  </a:lnTo>
                  <a:lnTo>
                    <a:pt x="19289" y="298377"/>
                  </a:lnTo>
                  <a:lnTo>
                    <a:pt x="20361" y="284795"/>
                  </a:lnTo>
                  <a:lnTo>
                    <a:pt x="22146" y="270261"/>
                  </a:lnTo>
                  <a:lnTo>
                    <a:pt x="22245" y="269457"/>
                  </a:lnTo>
                  <a:lnTo>
                    <a:pt x="24648" y="256413"/>
                  </a:lnTo>
                  <a:lnTo>
                    <a:pt x="24764" y="255778"/>
                  </a:lnTo>
                  <a:lnTo>
                    <a:pt x="25727" y="252095"/>
                  </a:lnTo>
                  <a:lnTo>
                    <a:pt x="28066" y="242824"/>
                  </a:lnTo>
                  <a:lnTo>
                    <a:pt x="9525" y="238252"/>
                  </a:lnTo>
                  <a:close/>
                </a:path>
                <a:path w="704850" h="560704">
                  <a:moveTo>
                    <a:pt x="133984" y="66421"/>
                  </a:moveTo>
                  <a:lnTo>
                    <a:pt x="92075" y="100837"/>
                  </a:lnTo>
                  <a:lnTo>
                    <a:pt x="58800" y="138430"/>
                  </a:lnTo>
                  <a:lnTo>
                    <a:pt x="32638" y="179451"/>
                  </a:lnTo>
                  <a:lnTo>
                    <a:pt x="30860" y="183134"/>
                  </a:lnTo>
                  <a:lnTo>
                    <a:pt x="47878" y="191516"/>
                  </a:lnTo>
                  <a:lnTo>
                    <a:pt x="50471" y="186482"/>
                  </a:lnTo>
                  <a:lnTo>
                    <a:pt x="55866" y="176952"/>
                  </a:lnTo>
                  <a:lnTo>
                    <a:pt x="84278" y="136999"/>
                  </a:lnTo>
                  <a:lnTo>
                    <a:pt x="116624" y="104066"/>
                  </a:lnTo>
                  <a:lnTo>
                    <a:pt x="144652" y="82169"/>
                  </a:lnTo>
                  <a:lnTo>
                    <a:pt x="133984" y="66421"/>
                  </a:lnTo>
                  <a:close/>
                </a:path>
                <a:path w="704850" h="560704">
                  <a:moveTo>
                    <a:pt x="335410" y="0"/>
                  </a:moveTo>
                  <a:lnTo>
                    <a:pt x="333375" y="0"/>
                  </a:lnTo>
                  <a:lnTo>
                    <a:pt x="316610" y="1143"/>
                  </a:lnTo>
                  <a:lnTo>
                    <a:pt x="266826" y="8890"/>
                  </a:lnTo>
                  <a:lnTo>
                    <a:pt x="218693" y="22733"/>
                  </a:lnTo>
                  <a:lnTo>
                    <a:pt x="184530" y="37084"/>
                  </a:lnTo>
                  <a:lnTo>
                    <a:pt x="192912" y="54102"/>
                  </a:lnTo>
                  <a:lnTo>
                    <a:pt x="195349" y="52932"/>
                  </a:lnTo>
                  <a:lnTo>
                    <a:pt x="209816" y="46626"/>
                  </a:lnTo>
                  <a:lnTo>
                    <a:pt x="224898" y="40719"/>
                  </a:lnTo>
                  <a:lnTo>
                    <a:pt x="225450" y="40587"/>
                  </a:lnTo>
                  <a:lnTo>
                    <a:pt x="240033" y="35687"/>
                  </a:lnTo>
                  <a:lnTo>
                    <a:pt x="255217" y="31242"/>
                  </a:lnTo>
                  <a:lnTo>
                    <a:pt x="270783" y="27517"/>
                  </a:lnTo>
                  <a:lnTo>
                    <a:pt x="271130" y="27359"/>
                  </a:lnTo>
                  <a:lnTo>
                    <a:pt x="286375" y="24334"/>
                  </a:lnTo>
                  <a:lnTo>
                    <a:pt x="286669" y="24334"/>
                  </a:lnTo>
                  <a:lnTo>
                    <a:pt x="302121" y="21925"/>
                  </a:lnTo>
                  <a:lnTo>
                    <a:pt x="302580" y="21925"/>
                  </a:lnTo>
                  <a:lnTo>
                    <a:pt x="317663" y="20165"/>
                  </a:lnTo>
                  <a:lnTo>
                    <a:pt x="318522" y="20165"/>
                  </a:lnTo>
                  <a:lnTo>
                    <a:pt x="334517" y="19050"/>
                  </a:lnTo>
                  <a:lnTo>
                    <a:pt x="335918" y="19050"/>
                  </a:lnTo>
                  <a:lnTo>
                    <a:pt x="335874" y="17399"/>
                  </a:lnTo>
                  <a:lnTo>
                    <a:pt x="335749" y="12700"/>
                  </a:lnTo>
                  <a:lnTo>
                    <a:pt x="335647" y="8890"/>
                  </a:lnTo>
                  <a:lnTo>
                    <a:pt x="335559" y="5587"/>
                  </a:lnTo>
                  <a:lnTo>
                    <a:pt x="335440" y="1143"/>
                  </a:lnTo>
                  <a:lnTo>
                    <a:pt x="335410" y="0"/>
                  </a:lnTo>
                  <a:close/>
                </a:path>
                <a:path w="704850" h="560704">
                  <a:moveTo>
                    <a:pt x="225450" y="40587"/>
                  </a:moveTo>
                  <a:lnTo>
                    <a:pt x="224898" y="40719"/>
                  </a:lnTo>
                  <a:lnTo>
                    <a:pt x="223927" y="41099"/>
                  </a:lnTo>
                  <a:lnTo>
                    <a:pt x="225450" y="40587"/>
                  </a:lnTo>
                  <a:close/>
                </a:path>
                <a:path w="704850" h="560704">
                  <a:moveTo>
                    <a:pt x="272829" y="27030"/>
                  </a:moveTo>
                  <a:lnTo>
                    <a:pt x="271130" y="27359"/>
                  </a:lnTo>
                  <a:lnTo>
                    <a:pt x="270784" y="27517"/>
                  </a:lnTo>
                  <a:lnTo>
                    <a:pt x="272829" y="27030"/>
                  </a:lnTo>
                  <a:close/>
                </a:path>
                <a:path w="704850" h="560704">
                  <a:moveTo>
                    <a:pt x="286669" y="24334"/>
                  </a:moveTo>
                  <a:lnTo>
                    <a:pt x="286375" y="24334"/>
                  </a:lnTo>
                  <a:lnTo>
                    <a:pt x="285165" y="24574"/>
                  </a:lnTo>
                  <a:lnTo>
                    <a:pt x="286669" y="24334"/>
                  </a:lnTo>
                  <a:close/>
                </a:path>
                <a:path w="704850" h="560704">
                  <a:moveTo>
                    <a:pt x="302580" y="21925"/>
                  </a:moveTo>
                  <a:lnTo>
                    <a:pt x="302121" y="21925"/>
                  </a:lnTo>
                  <a:lnTo>
                    <a:pt x="300532" y="22173"/>
                  </a:lnTo>
                  <a:lnTo>
                    <a:pt x="302580" y="21925"/>
                  </a:lnTo>
                  <a:close/>
                </a:path>
                <a:path w="704850" h="560704">
                  <a:moveTo>
                    <a:pt x="318522" y="20165"/>
                  </a:moveTo>
                  <a:lnTo>
                    <a:pt x="317663" y="20165"/>
                  </a:lnTo>
                  <a:lnTo>
                    <a:pt x="316398" y="20314"/>
                  </a:lnTo>
                  <a:lnTo>
                    <a:pt x="318522" y="20165"/>
                  </a:lnTo>
                  <a:close/>
                </a:path>
                <a:path w="704850" h="560704">
                  <a:moveTo>
                    <a:pt x="496523" y="26634"/>
                  </a:moveTo>
                  <a:lnTo>
                    <a:pt x="430665" y="26634"/>
                  </a:lnTo>
                  <a:lnTo>
                    <a:pt x="446481" y="30353"/>
                  </a:lnTo>
                  <a:lnTo>
                    <a:pt x="462045" y="34676"/>
                  </a:lnTo>
                  <a:lnTo>
                    <a:pt x="507806" y="52096"/>
                  </a:lnTo>
                  <a:lnTo>
                    <a:pt x="532510" y="64897"/>
                  </a:lnTo>
                  <a:lnTo>
                    <a:pt x="541654" y="48133"/>
                  </a:lnTo>
                  <a:lnTo>
                    <a:pt x="530987" y="42291"/>
                  </a:lnTo>
                  <a:lnTo>
                    <a:pt x="515503" y="34676"/>
                  </a:lnTo>
                  <a:lnTo>
                    <a:pt x="499617" y="27812"/>
                  </a:lnTo>
                  <a:lnTo>
                    <a:pt x="496523" y="26634"/>
                  </a:lnTo>
                  <a:close/>
                </a:path>
                <a:path w="704850" h="560704">
                  <a:moveTo>
                    <a:pt x="492665" y="45518"/>
                  </a:moveTo>
                  <a:lnTo>
                    <a:pt x="492438" y="45518"/>
                  </a:lnTo>
                  <a:lnTo>
                    <a:pt x="494324" y="46239"/>
                  </a:lnTo>
                  <a:lnTo>
                    <a:pt x="492665" y="45518"/>
                  </a:lnTo>
                  <a:close/>
                </a:path>
                <a:path w="704850" h="560704">
                  <a:moveTo>
                    <a:pt x="413292" y="23414"/>
                  </a:moveTo>
                  <a:lnTo>
                    <a:pt x="431461" y="26820"/>
                  </a:lnTo>
                  <a:lnTo>
                    <a:pt x="430665" y="26634"/>
                  </a:lnTo>
                  <a:lnTo>
                    <a:pt x="496523" y="26634"/>
                  </a:lnTo>
                  <a:lnTo>
                    <a:pt x="488797" y="23691"/>
                  </a:lnTo>
                  <a:lnTo>
                    <a:pt x="415276" y="23691"/>
                  </a:lnTo>
                  <a:lnTo>
                    <a:pt x="413292" y="23414"/>
                  </a:lnTo>
                  <a:close/>
                </a:path>
                <a:path w="704850" h="560704">
                  <a:moveTo>
                    <a:pt x="393700" y="1650"/>
                  </a:moveTo>
                  <a:lnTo>
                    <a:pt x="391794" y="20700"/>
                  </a:lnTo>
                  <a:lnTo>
                    <a:pt x="399353" y="21388"/>
                  </a:lnTo>
                  <a:lnTo>
                    <a:pt x="398791" y="21388"/>
                  </a:lnTo>
                  <a:lnTo>
                    <a:pt x="415276" y="23691"/>
                  </a:lnTo>
                  <a:lnTo>
                    <a:pt x="488797" y="23691"/>
                  </a:lnTo>
                  <a:lnTo>
                    <a:pt x="450976" y="11811"/>
                  </a:lnTo>
                  <a:lnTo>
                    <a:pt x="400938" y="2412"/>
                  </a:lnTo>
                  <a:lnTo>
                    <a:pt x="393700" y="1650"/>
                  </a:lnTo>
                  <a:close/>
                </a:path>
                <a:path w="704850" h="560704">
                  <a:moveTo>
                    <a:pt x="590550" y="81153"/>
                  </a:moveTo>
                  <a:lnTo>
                    <a:pt x="578357" y="95758"/>
                  </a:lnTo>
                  <a:lnTo>
                    <a:pt x="589876" y="105443"/>
                  </a:lnTo>
                  <a:lnTo>
                    <a:pt x="600955" y="115697"/>
                  </a:lnTo>
                  <a:lnTo>
                    <a:pt x="611259" y="126237"/>
                  </a:lnTo>
                  <a:lnTo>
                    <a:pt x="621364" y="137708"/>
                  </a:lnTo>
                  <a:lnTo>
                    <a:pt x="621694" y="138025"/>
                  </a:lnTo>
                  <a:lnTo>
                    <a:pt x="621776" y="138175"/>
                  </a:lnTo>
                  <a:lnTo>
                    <a:pt x="622123" y="138577"/>
                  </a:lnTo>
                  <a:lnTo>
                    <a:pt x="629863" y="148345"/>
                  </a:lnTo>
                  <a:lnTo>
                    <a:pt x="654684" y="186817"/>
                  </a:lnTo>
                  <a:lnTo>
                    <a:pt x="666622" y="212471"/>
                  </a:lnTo>
                  <a:lnTo>
                    <a:pt x="684149" y="204851"/>
                  </a:lnTo>
                  <a:lnTo>
                    <a:pt x="663701" y="164084"/>
                  </a:lnTo>
                  <a:lnTo>
                    <a:pt x="636142" y="125730"/>
                  </a:lnTo>
                  <a:lnTo>
                    <a:pt x="601852" y="90678"/>
                  </a:lnTo>
                  <a:lnTo>
                    <a:pt x="590550" y="81153"/>
                  </a:lnTo>
                  <a:close/>
                </a:path>
                <a:path w="704850" h="560704">
                  <a:moveTo>
                    <a:pt x="700531" y="261620"/>
                  </a:moveTo>
                  <a:lnTo>
                    <a:pt x="681863" y="265430"/>
                  </a:lnTo>
                  <a:lnTo>
                    <a:pt x="682116" y="266319"/>
                  </a:lnTo>
                  <a:lnTo>
                    <a:pt x="684078" y="280171"/>
                  </a:lnTo>
                  <a:lnTo>
                    <a:pt x="684193" y="280666"/>
                  </a:lnTo>
                  <a:lnTo>
                    <a:pt x="685238" y="292468"/>
                  </a:lnTo>
                  <a:lnTo>
                    <a:pt x="685786" y="308102"/>
                  </a:lnTo>
                  <a:lnTo>
                    <a:pt x="685795" y="308483"/>
                  </a:lnTo>
                  <a:lnTo>
                    <a:pt x="685630" y="321942"/>
                  </a:lnTo>
                  <a:lnTo>
                    <a:pt x="679926" y="364921"/>
                  </a:lnTo>
                  <a:lnTo>
                    <a:pt x="668118" y="403927"/>
                  </a:lnTo>
                  <a:lnTo>
                    <a:pt x="665860" y="409194"/>
                  </a:lnTo>
                  <a:lnTo>
                    <a:pt x="683513" y="416560"/>
                  </a:lnTo>
                  <a:lnTo>
                    <a:pt x="698753" y="367919"/>
                  </a:lnTo>
                  <a:lnTo>
                    <a:pt x="704539" y="323831"/>
                  </a:lnTo>
                  <a:lnTo>
                    <a:pt x="704843" y="308483"/>
                  </a:lnTo>
                  <a:lnTo>
                    <a:pt x="704850" y="308102"/>
                  </a:lnTo>
                  <a:lnTo>
                    <a:pt x="704389" y="294516"/>
                  </a:lnTo>
                  <a:lnTo>
                    <a:pt x="704286" y="292468"/>
                  </a:lnTo>
                  <a:lnTo>
                    <a:pt x="703071" y="278257"/>
                  </a:lnTo>
                  <a:lnTo>
                    <a:pt x="700913" y="263271"/>
                  </a:lnTo>
                  <a:lnTo>
                    <a:pt x="700531" y="261620"/>
                  </a:lnTo>
                  <a:close/>
                </a:path>
                <a:path w="704850" h="560704">
                  <a:moveTo>
                    <a:pt x="584453" y="480568"/>
                  </a:moveTo>
                  <a:lnTo>
                    <a:pt x="547624" y="557403"/>
                  </a:lnTo>
                  <a:lnTo>
                    <a:pt x="631189" y="540766"/>
                  </a:lnTo>
                  <a:lnTo>
                    <a:pt x="619653" y="525907"/>
                  </a:lnTo>
                  <a:lnTo>
                    <a:pt x="603884" y="525907"/>
                  </a:lnTo>
                  <a:lnTo>
                    <a:pt x="591819" y="511048"/>
                  </a:lnTo>
                  <a:lnTo>
                    <a:pt x="601854" y="502980"/>
                  </a:lnTo>
                  <a:lnTo>
                    <a:pt x="584453" y="480568"/>
                  </a:lnTo>
                  <a:close/>
                </a:path>
                <a:path w="704850" h="560704">
                  <a:moveTo>
                    <a:pt x="601854" y="502980"/>
                  </a:moveTo>
                  <a:lnTo>
                    <a:pt x="591819" y="511048"/>
                  </a:lnTo>
                  <a:lnTo>
                    <a:pt x="603884" y="525907"/>
                  </a:lnTo>
                  <a:lnTo>
                    <a:pt x="613559" y="518057"/>
                  </a:lnTo>
                  <a:lnTo>
                    <a:pt x="601854" y="502980"/>
                  </a:lnTo>
                  <a:close/>
                </a:path>
                <a:path w="704850" h="560704">
                  <a:moveTo>
                    <a:pt x="613559" y="518057"/>
                  </a:moveTo>
                  <a:lnTo>
                    <a:pt x="603884" y="525907"/>
                  </a:lnTo>
                  <a:lnTo>
                    <a:pt x="619653" y="525907"/>
                  </a:lnTo>
                  <a:lnTo>
                    <a:pt x="613559" y="518057"/>
                  </a:lnTo>
                  <a:close/>
                </a:path>
                <a:path w="704850" h="560704">
                  <a:moveTo>
                    <a:pt x="639826" y="457581"/>
                  </a:moveTo>
                  <a:lnTo>
                    <a:pt x="631179" y="469881"/>
                  </a:lnTo>
                  <a:lnTo>
                    <a:pt x="620778" y="482915"/>
                  </a:lnTo>
                  <a:lnTo>
                    <a:pt x="609988" y="494792"/>
                  </a:lnTo>
                  <a:lnTo>
                    <a:pt x="604774" y="500634"/>
                  </a:lnTo>
                  <a:lnTo>
                    <a:pt x="604429" y="500911"/>
                  </a:lnTo>
                  <a:lnTo>
                    <a:pt x="603757" y="501650"/>
                  </a:lnTo>
                  <a:lnTo>
                    <a:pt x="603510" y="501650"/>
                  </a:lnTo>
                  <a:lnTo>
                    <a:pt x="601854" y="502980"/>
                  </a:lnTo>
                  <a:lnTo>
                    <a:pt x="613559" y="518057"/>
                  </a:lnTo>
                  <a:lnTo>
                    <a:pt x="617346" y="514985"/>
                  </a:lnTo>
                  <a:lnTo>
                    <a:pt x="629507" y="501650"/>
                  </a:lnTo>
                  <a:lnTo>
                    <a:pt x="603757" y="501650"/>
                  </a:lnTo>
                  <a:lnTo>
                    <a:pt x="604496" y="500911"/>
                  </a:lnTo>
                  <a:lnTo>
                    <a:pt x="630181" y="500911"/>
                  </a:lnTo>
                  <a:lnTo>
                    <a:pt x="635762" y="494792"/>
                  </a:lnTo>
                  <a:lnTo>
                    <a:pt x="646176" y="481711"/>
                  </a:lnTo>
                  <a:lnTo>
                    <a:pt x="655446" y="468630"/>
                  </a:lnTo>
                  <a:lnTo>
                    <a:pt x="639826" y="45758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765160" y="3443731"/>
              <a:ext cx="704850" cy="560070"/>
            </a:xfrm>
            <a:custGeom>
              <a:avLst/>
              <a:gdLst/>
              <a:ahLst/>
              <a:cxnLst/>
              <a:rect l="l" t="t" r="r" b="b"/>
              <a:pathLst>
                <a:path w="704850" h="560070">
                  <a:moveTo>
                    <a:pt x="367157" y="0"/>
                  </a:moveTo>
                  <a:lnTo>
                    <a:pt x="333375" y="0"/>
                  </a:lnTo>
                  <a:lnTo>
                    <a:pt x="316611" y="1270"/>
                  </a:lnTo>
                  <a:lnTo>
                    <a:pt x="266827" y="8890"/>
                  </a:lnTo>
                  <a:lnTo>
                    <a:pt x="218694" y="22860"/>
                  </a:lnTo>
                  <a:lnTo>
                    <a:pt x="158369" y="50800"/>
                  </a:lnTo>
                  <a:lnTo>
                    <a:pt x="130429" y="69850"/>
                  </a:lnTo>
                  <a:lnTo>
                    <a:pt x="117094" y="78740"/>
                  </a:lnTo>
                  <a:lnTo>
                    <a:pt x="80391" y="113030"/>
                  </a:lnTo>
                  <a:lnTo>
                    <a:pt x="49149" y="152400"/>
                  </a:lnTo>
                  <a:lnTo>
                    <a:pt x="25654" y="194310"/>
                  </a:lnTo>
                  <a:lnTo>
                    <a:pt x="9779" y="237490"/>
                  </a:lnTo>
                  <a:lnTo>
                    <a:pt x="1524" y="281940"/>
                  </a:lnTo>
                  <a:lnTo>
                    <a:pt x="0" y="312420"/>
                  </a:lnTo>
                  <a:lnTo>
                    <a:pt x="423" y="322580"/>
                  </a:lnTo>
                  <a:lnTo>
                    <a:pt x="476" y="323850"/>
                  </a:lnTo>
                  <a:lnTo>
                    <a:pt x="6985" y="372110"/>
                  </a:lnTo>
                  <a:lnTo>
                    <a:pt x="20574" y="415290"/>
                  </a:lnTo>
                  <a:lnTo>
                    <a:pt x="41275" y="455930"/>
                  </a:lnTo>
                  <a:lnTo>
                    <a:pt x="68834" y="495300"/>
                  </a:lnTo>
                  <a:lnTo>
                    <a:pt x="79502" y="506730"/>
                  </a:lnTo>
                  <a:lnTo>
                    <a:pt x="90932" y="519430"/>
                  </a:lnTo>
                  <a:lnTo>
                    <a:pt x="103124" y="529590"/>
                  </a:lnTo>
                  <a:lnTo>
                    <a:pt x="115950" y="541020"/>
                  </a:lnTo>
                  <a:lnTo>
                    <a:pt x="129540" y="551180"/>
                  </a:lnTo>
                  <a:lnTo>
                    <a:pt x="143637" y="560070"/>
                  </a:lnTo>
                  <a:lnTo>
                    <a:pt x="154432" y="544830"/>
                  </a:lnTo>
                  <a:lnTo>
                    <a:pt x="140768" y="536055"/>
                  </a:lnTo>
                  <a:lnTo>
                    <a:pt x="140993" y="536055"/>
                  </a:lnTo>
                  <a:lnTo>
                    <a:pt x="127635" y="525780"/>
                  </a:lnTo>
                  <a:lnTo>
                    <a:pt x="128016" y="525780"/>
                  </a:lnTo>
                  <a:lnTo>
                    <a:pt x="115443" y="515620"/>
                  </a:lnTo>
                  <a:lnTo>
                    <a:pt x="115824" y="515620"/>
                  </a:lnTo>
                  <a:lnTo>
                    <a:pt x="104013" y="505460"/>
                  </a:lnTo>
                  <a:lnTo>
                    <a:pt x="104394" y="505460"/>
                  </a:lnTo>
                  <a:lnTo>
                    <a:pt x="93345" y="494030"/>
                  </a:lnTo>
                  <a:lnTo>
                    <a:pt x="93599" y="494030"/>
                  </a:lnTo>
                  <a:lnTo>
                    <a:pt x="83185" y="482600"/>
                  </a:lnTo>
                  <a:lnTo>
                    <a:pt x="83566" y="482600"/>
                  </a:lnTo>
                  <a:lnTo>
                    <a:pt x="73914" y="471170"/>
                  </a:lnTo>
                  <a:lnTo>
                    <a:pt x="74295" y="471170"/>
                  </a:lnTo>
                  <a:lnTo>
                    <a:pt x="65405" y="458470"/>
                  </a:lnTo>
                  <a:lnTo>
                    <a:pt x="65659" y="458470"/>
                  </a:lnTo>
                  <a:lnTo>
                    <a:pt x="58229" y="447040"/>
                  </a:lnTo>
                  <a:lnTo>
                    <a:pt x="57658" y="447040"/>
                  </a:lnTo>
                  <a:lnTo>
                    <a:pt x="50961" y="434340"/>
                  </a:lnTo>
                  <a:lnTo>
                    <a:pt x="50546" y="434340"/>
                  </a:lnTo>
                  <a:lnTo>
                    <a:pt x="44426" y="421640"/>
                  </a:lnTo>
                  <a:lnTo>
                    <a:pt x="44069" y="421640"/>
                  </a:lnTo>
                  <a:lnTo>
                    <a:pt x="38227" y="407670"/>
                  </a:lnTo>
                  <a:lnTo>
                    <a:pt x="33147" y="394970"/>
                  </a:lnTo>
                  <a:lnTo>
                    <a:pt x="33400" y="394970"/>
                  </a:lnTo>
                  <a:lnTo>
                    <a:pt x="29360" y="382270"/>
                  </a:lnTo>
                  <a:lnTo>
                    <a:pt x="29083" y="382270"/>
                  </a:lnTo>
                  <a:lnTo>
                    <a:pt x="25823" y="368300"/>
                  </a:lnTo>
                  <a:lnTo>
                    <a:pt x="25654" y="368300"/>
                  </a:lnTo>
                  <a:lnTo>
                    <a:pt x="19673" y="327660"/>
                  </a:lnTo>
                  <a:lnTo>
                    <a:pt x="19050" y="312420"/>
                  </a:lnTo>
                  <a:lnTo>
                    <a:pt x="19304" y="298450"/>
                  </a:lnTo>
                  <a:lnTo>
                    <a:pt x="24765" y="256540"/>
                  </a:lnTo>
                  <a:lnTo>
                    <a:pt x="32385" y="228600"/>
                  </a:lnTo>
                  <a:lnTo>
                    <a:pt x="32604" y="228600"/>
                  </a:lnTo>
                  <a:lnTo>
                    <a:pt x="37338" y="215900"/>
                  </a:lnTo>
                  <a:lnTo>
                    <a:pt x="43053" y="201930"/>
                  </a:lnTo>
                  <a:lnTo>
                    <a:pt x="42799" y="201930"/>
                  </a:lnTo>
                  <a:lnTo>
                    <a:pt x="49657" y="189230"/>
                  </a:lnTo>
                  <a:lnTo>
                    <a:pt x="49275" y="189230"/>
                  </a:lnTo>
                  <a:lnTo>
                    <a:pt x="56896" y="175260"/>
                  </a:lnTo>
                  <a:lnTo>
                    <a:pt x="57531" y="175260"/>
                  </a:lnTo>
                  <a:lnTo>
                    <a:pt x="65150" y="162560"/>
                  </a:lnTo>
                  <a:lnTo>
                    <a:pt x="64770" y="162560"/>
                  </a:lnTo>
                  <a:lnTo>
                    <a:pt x="74168" y="149860"/>
                  </a:lnTo>
                  <a:lnTo>
                    <a:pt x="74803" y="149860"/>
                  </a:lnTo>
                  <a:lnTo>
                    <a:pt x="83947" y="138430"/>
                  </a:lnTo>
                  <a:lnTo>
                    <a:pt x="83566" y="138430"/>
                  </a:lnTo>
                  <a:lnTo>
                    <a:pt x="94488" y="125730"/>
                  </a:lnTo>
                  <a:lnTo>
                    <a:pt x="95250" y="125730"/>
                  </a:lnTo>
                  <a:lnTo>
                    <a:pt x="105537" y="114300"/>
                  </a:lnTo>
                  <a:lnTo>
                    <a:pt x="106456" y="114300"/>
                  </a:lnTo>
                  <a:lnTo>
                    <a:pt x="116733" y="104266"/>
                  </a:lnTo>
                  <a:lnTo>
                    <a:pt x="118379" y="102870"/>
                  </a:lnTo>
                  <a:lnTo>
                    <a:pt x="129159" y="93980"/>
                  </a:lnTo>
                  <a:lnTo>
                    <a:pt x="128778" y="93980"/>
                  </a:lnTo>
                  <a:lnTo>
                    <a:pt x="141732" y="85090"/>
                  </a:lnTo>
                  <a:lnTo>
                    <a:pt x="141350" y="85090"/>
                  </a:lnTo>
                  <a:lnTo>
                    <a:pt x="154686" y="76200"/>
                  </a:lnTo>
                  <a:lnTo>
                    <a:pt x="154305" y="76200"/>
                  </a:lnTo>
                  <a:lnTo>
                    <a:pt x="168148" y="67310"/>
                  </a:lnTo>
                  <a:lnTo>
                    <a:pt x="167767" y="67310"/>
                  </a:lnTo>
                  <a:lnTo>
                    <a:pt x="181991" y="59690"/>
                  </a:lnTo>
                  <a:lnTo>
                    <a:pt x="184023" y="59690"/>
                  </a:lnTo>
                  <a:lnTo>
                    <a:pt x="196088" y="53340"/>
                  </a:lnTo>
                  <a:lnTo>
                    <a:pt x="195580" y="53340"/>
                  </a:lnTo>
                  <a:lnTo>
                    <a:pt x="209982" y="47081"/>
                  </a:lnTo>
                  <a:lnTo>
                    <a:pt x="225425" y="40640"/>
                  </a:lnTo>
                  <a:lnTo>
                    <a:pt x="228015" y="40640"/>
                  </a:lnTo>
                  <a:lnTo>
                    <a:pt x="240411" y="35560"/>
                  </a:lnTo>
                  <a:lnTo>
                    <a:pt x="240030" y="35560"/>
                  </a:lnTo>
                  <a:lnTo>
                    <a:pt x="255650" y="31750"/>
                  </a:lnTo>
                  <a:lnTo>
                    <a:pt x="255143" y="31750"/>
                  </a:lnTo>
                  <a:lnTo>
                    <a:pt x="270784" y="28025"/>
                  </a:lnTo>
                  <a:lnTo>
                    <a:pt x="270223" y="28025"/>
                  </a:lnTo>
                  <a:lnTo>
                    <a:pt x="286766" y="25400"/>
                  </a:lnTo>
                  <a:lnTo>
                    <a:pt x="286385" y="25400"/>
                  </a:lnTo>
                  <a:lnTo>
                    <a:pt x="302641" y="22860"/>
                  </a:lnTo>
                  <a:lnTo>
                    <a:pt x="302260" y="22860"/>
                  </a:lnTo>
                  <a:lnTo>
                    <a:pt x="318144" y="20378"/>
                  </a:lnTo>
                  <a:lnTo>
                    <a:pt x="317385" y="20378"/>
                  </a:lnTo>
                  <a:lnTo>
                    <a:pt x="334518" y="19050"/>
                  </a:lnTo>
                  <a:lnTo>
                    <a:pt x="473862" y="19050"/>
                  </a:lnTo>
                  <a:lnTo>
                    <a:pt x="467360" y="16510"/>
                  </a:lnTo>
                  <a:lnTo>
                    <a:pt x="417703" y="5080"/>
                  </a:lnTo>
                  <a:lnTo>
                    <a:pt x="400939" y="2540"/>
                  </a:lnTo>
                  <a:lnTo>
                    <a:pt x="367157" y="0"/>
                  </a:lnTo>
                  <a:close/>
                </a:path>
                <a:path w="704850" h="560070">
                  <a:moveTo>
                    <a:pt x="584454" y="481330"/>
                  </a:moveTo>
                  <a:lnTo>
                    <a:pt x="547624" y="557530"/>
                  </a:lnTo>
                  <a:lnTo>
                    <a:pt x="631190" y="541020"/>
                  </a:lnTo>
                  <a:lnTo>
                    <a:pt x="620251" y="527050"/>
                  </a:lnTo>
                  <a:lnTo>
                    <a:pt x="603885" y="527050"/>
                  </a:lnTo>
                  <a:lnTo>
                    <a:pt x="591820" y="511810"/>
                  </a:lnTo>
                  <a:lnTo>
                    <a:pt x="602041" y="503792"/>
                  </a:lnTo>
                  <a:lnTo>
                    <a:pt x="584454" y="481330"/>
                  </a:lnTo>
                  <a:close/>
                </a:path>
                <a:path w="704850" h="560070">
                  <a:moveTo>
                    <a:pt x="140993" y="536055"/>
                  </a:moveTo>
                  <a:lnTo>
                    <a:pt x="140768" y="536055"/>
                  </a:lnTo>
                  <a:lnTo>
                    <a:pt x="142127" y="536927"/>
                  </a:lnTo>
                  <a:lnTo>
                    <a:pt x="140993" y="536055"/>
                  </a:lnTo>
                  <a:close/>
                </a:path>
                <a:path w="704850" h="560070">
                  <a:moveTo>
                    <a:pt x="602041" y="503792"/>
                  </a:moveTo>
                  <a:lnTo>
                    <a:pt x="591820" y="511810"/>
                  </a:lnTo>
                  <a:lnTo>
                    <a:pt x="603885" y="527050"/>
                  </a:lnTo>
                  <a:lnTo>
                    <a:pt x="613716" y="518702"/>
                  </a:lnTo>
                  <a:lnTo>
                    <a:pt x="602041" y="503792"/>
                  </a:lnTo>
                  <a:close/>
                </a:path>
                <a:path w="704850" h="560070">
                  <a:moveTo>
                    <a:pt x="613716" y="518702"/>
                  </a:moveTo>
                  <a:lnTo>
                    <a:pt x="603885" y="527050"/>
                  </a:lnTo>
                  <a:lnTo>
                    <a:pt x="620251" y="527050"/>
                  </a:lnTo>
                  <a:lnTo>
                    <a:pt x="613716" y="518702"/>
                  </a:lnTo>
                  <a:close/>
                </a:path>
                <a:path w="704850" h="560070">
                  <a:moveTo>
                    <a:pt x="621411" y="482600"/>
                  </a:moveTo>
                  <a:lnTo>
                    <a:pt x="603758" y="501650"/>
                  </a:lnTo>
                  <a:lnTo>
                    <a:pt x="604774" y="501650"/>
                  </a:lnTo>
                  <a:lnTo>
                    <a:pt x="602041" y="503792"/>
                  </a:lnTo>
                  <a:lnTo>
                    <a:pt x="613716" y="518702"/>
                  </a:lnTo>
                  <a:lnTo>
                    <a:pt x="617347" y="515620"/>
                  </a:lnTo>
                  <a:lnTo>
                    <a:pt x="635762" y="495300"/>
                  </a:lnTo>
                  <a:lnTo>
                    <a:pt x="645134" y="483870"/>
                  </a:lnTo>
                  <a:lnTo>
                    <a:pt x="621030" y="483870"/>
                  </a:lnTo>
                  <a:lnTo>
                    <a:pt x="621411" y="482600"/>
                  </a:lnTo>
                  <a:close/>
                </a:path>
                <a:path w="704850" h="560070">
                  <a:moveTo>
                    <a:pt x="648208" y="444500"/>
                  </a:moveTo>
                  <a:lnTo>
                    <a:pt x="639826" y="458470"/>
                  </a:lnTo>
                  <a:lnTo>
                    <a:pt x="640080" y="458470"/>
                  </a:lnTo>
                  <a:lnTo>
                    <a:pt x="630809" y="471170"/>
                  </a:lnTo>
                  <a:lnTo>
                    <a:pt x="631063" y="471170"/>
                  </a:lnTo>
                  <a:lnTo>
                    <a:pt x="621030" y="483870"/>
                  </a:lnTo>
                  <a:lnTo>
                    <a:pt x="645134" y="483870"/>
                  </a:lnTo>
                  <a:lnTo>
                    <a:pt x="646176" y="482600"/>
                  </a:lnTo>
                  <a:lnTo>
                    <a:pt x="655701" y="468630"/>
                  </a:lnTo>
                  <a:lnTo>
                    <a:pt x="664464" y="454660"/>
                  </a:lnTo>
                  <a:lnTo>
                    <a:pt x="669393" y="445770"/>
                  </a:lnTo>
                  <a:lnTo>
                    <a:pt x="647954" y="445770"/>
                  </a:lnTo>
                  <a:lnTo>
                    <a:pt x="648208" y="444500"/>
                  </a:lnTo>
                  <a:close/>
                </a:path>
                <a:path w="704850" h="560070">
                  <a:moveTo>
                    <a:pt x="57404" y="445770"/>
                  </a:moveTo>
                  <a:lnTo>
                    <a:pt x="57658" y="447040"/>
                  </a:lnTo>
                  <a:lnTo>
                    <a:pt x="58229" y="447040"/>
                  </a:lnTo>
                  <a:lnTo>
                    <a:pt x="57404" y="445770"/>
                  </a:lnTo>
                  <a:close/>
                </a:path>
                <a:path w="704850" h="560070">
                  <a:moveTo>
                    <a:pt x="667766" y="405130"/>
                  </a:moveTo>
                  <a:lnTo>
                    <a:pt x="661924" y="419100"/>
                  </a:lnTo>
                  <a:lnTo>
                    <a:pt x="662178" y="419100"/>
                  </a:lnTo>
                  <a:lnTo>
                    <a:pt x="655320" y="431800"/>
                  </a:lnTo>
                  <a:lnTo>
                    <a:pt x="647954" y="445770"/>
                  </a:lnTo>
                  <a:lnTo>
                    <a:pt x="669393" y="445770"/>
                  </a:lnTo>
                  <a:lnTo>
                    <a:pt x="672211" y="440690"/>
                  </a:lnTo>
                  <a:lnTo>
                    <a:pt x="679323" y="426720"/>
                  </a:lnTo>
                  <a:lnTo>
                    <a:pt x="685419" y="412750"/>
                  </a:lnTo>
                  <a:lnTo>
                    <a:pt x="687641" y="406400"/>
                  </a:lnTo>
                  <a:lnTo>
                    <a:pt x="667639" y="406400"/>
                  </a:lnTo>
                  <a:lnTo>
                    <a:pt x="667766" y="405130"/>
                  </a:lnTo>
                  <a:close/>
                </a:path>
                <a:path w="704850" h="560070">
                  <a:moveTo>
                    <a:pt x="50292" y="433070"/>
                  </a:moveTo>
                  <a:lnTo>
                    <a:pt x="50546" y="434340"/>
                  </a:lnTo>
                  <a:lnTo>
                    <a:pt x="50961" y="434340"/>
                  </a:lnTo>
                  <a:lnTo>
                    <a:pt x="50292" y="433070"/>
                  </a:lnTo>
                  <a:close/>
                </a:path>
                <a:path w="704850" h="560070">
                  <a:moveTo>
                    <a:pt x="43815" y="420370"/>
                  </a:moveTo>
                  <a:lnTo>
                    <a:pt x="44069" y="421640"/>
                  </a:lnTo>
                  <a:lnTo>
                    <a:pt x="44426" y="421640"/>
                  </a:lnTo>
                  <a:lnTo>
                    <a:pt x="43815" y="420370"/>
                  </a:lnTo>
                  <a:close/>
                </a:path>
                <a:path w="704850" h="560070">
                  <a:moveTo>
                    <a:pt x="672719" y="391160"/>
                  </a:moveTo>
                  <a:lnTo>
                    <a:pt x="667639" y="406400"/>
                  </a:lnTo>
                  <a:lnTo>
                    <a:pt x="687641" y="406400"/>
                  </a:lnTo>
                  <a:lnTo>
                    <a:pt x="690753" y="397510"/>
                  </a:lnTo>
                  <a:lnTo>
                    <a:pt x="692369" y="392430"/>
                  </a:lnTo>
                  <a:lnTo>
                    <a:pt x="672592" y="392430"/>
                  </a:lnTo>
                  <a:lnTo>
                    <a:pt x="672719" y="391160"/>
                  </a:lnTo>
                  <a:close/>
                </a:path>
                <a:path w="704850" h="560070">
                  <a:moveTo>
                    <a:pt x="701272" y="266700"/>
                  </a:moveTo>
                  <a:lnTo>
                    <a:pt x="682117" y="266700"/>
                  </a:lnTo>
                  <a:lnTo>
                    <a:pt x="684149" y="280670"/>
                  </a:lnTo>
                  <a:lnTo>
                    <a:pt x="685303" y="293370"/>
                  </a:lnTo>
                  <a:lnTo>
                    <a:pt x="685419" y="294640"/>
                  </a:lnTo>
                  <a:lnTo>
                    <a:pt x="685800" y="308610"/>
                  </a:lnTo>
                  <a:lnTo>
                    <a:pt x="685673" y="322580"/>
                  </a:lnTo>
                  <a:lnTo>
                    <a:pt x="680085" y="364490"/>
                  </a:lnTo>
                  <a:lnTo>
                    <a:pt x="672592" y="392430"/>
                  </a:lnTo>
                  <a:lnTo>
                    <a:pt x="692369" y="392430"/>
                  </a:lnTo>
                  <a:lnTo>
                    <a:pt x="701548" y="353060"/>
                  </a:lnTo>
                  <a:lnTo>
                    <a:pt x="704786" y="312420"/>
                  </a:lnTo>
                  <a:lnTo>
                    <a:pt x="704850" y="308610"/>
                  </a:lnTo>
                  <a:lnTo>
                    <a:pt x="704511" y="298450"/>
                  </a:lnTo>
                  <a:lnTo>
                    <a:pt x="704384" y="294640"/>
                  </a:lnTo>
                  <a:lnTo>
                    <a:pt x="704342" y="293370"/>
                  </a:lnTo>
                  <a:lnTo>
                    <a:pt x="703302" y="281940"/>
                  </a:lnTo>
                  <a:lnTo>
                    <a:pt x="703187" y="280670"/>
                  </a:lnTo>
                  <a:lnTo>
                    <a:pt x="703072" y="279400"/>
                  </a:lnTo>
                  <a:lnTo>
                    <a:pt x="701272" y="266700"/>
                  </a:lnTo>
                  <a:close/>
                </a:path>
                <a:path w="704850" h="560070">
                  <a:moveTo>
                    <a:pt x="28956" y="381000"/>
                  </a:moveTo>
                  <a:lnTo>
                    <a:pt x="29083" y="382270"/>
                  </a:lnTo>
                  <a:lnTo>
                    <a:pt x="29360" y="382270"/>
                  </a:lnTo>
                  <a:lnTo>
                    <a:pt x="28956" y="381000"/>
                  </a:lnTo>
                  <a:close/>
                </a:path>
                <a:path w="704850" h="560070">
                  <a:moveTo>
                    <a:pt x="25527" y="367030"/>
                  </a:moveTo>
                  <a:lnTo>
                    <a:pt x="25654" y="368300"/>
                  </a:lnTo>
                  <a:lnTo>
                    <a:pt x="25823" y="368300"/>
                  </a:lnTo>
                  <a:lnTo>
                    <a:pt x="25527" y="367030"/>
                  </a:lnTo>
                  <a:close/>
                </a:path>
                <a:path w="704850" h="560070">
                  <a:moveTo>
                    <a:pt x="698722" y="252730"/>
                  </a:moveTo>
                  <a:lnTo>
                    <a:pt x="679323" y="252730"/>
                  </a:lnTo>
                  <a:lnTo>
                    <a:pt x="679445" y="253981"/>
                  </a:lnTo>
                  <a:lnTo>
                    <a:pt x="679828" y="255486"/>
                  </a:lnTo>
                  <a:lnTo>
                    <a:pt x="682117" y="267970"/>
                  </a:lnTo>
                  <a:lnTo>
                    <a:pt x="682117" y="266700"/>
                  </a:lnTo>
                  <a:lnTo>
                    <a:pt x="701272" y="266700"/>
                  </a:lnTo>
                  <a:lnTo>
                    <a:pt x="700913" y="264160"/>
                  </a:lnTo>
                  <a:lnTo>
                    <a:pt x="698962" y="253981"/>
                  </a:lnTo>
                  <a:lnTo>
                    <a:pt x="698838" y="253338"/>
                  </a:lnTo>
                  <a:lnTo>
                    <a:pt x="698722" y="252730"/>
                  </a:lnTo>
                  <a:close/>
                </a:path>
                <a:path w="704850" h="560070">
                  <a:moveTo>
                    <a:pt x="681574" y="199390"/>
                  </a:moveTo>
                  <a:lnTo>
                    <a:pt x="660908" y="199390"/>
                  </a:lnTo>
                  <a:lnTo>
                    <a:pt x="666750" y="213360"/>
                  </a:lnTo>
                  <a:lnTo>
                    <a:pt x="671090" y="224490"/>
                  </a:lnTo>
                  <a:lnTo>
                    <a:pt x="675894" y="240030"/>
                  </a:lnTo>
                  <a:lnTo>
                    <a:pt x="679445" y="253981"/>
                  </a:lnTo>
                  <a:lnTo>
                    <a:pt x="679323" y="252730"/>
                  </a:lnTo>
                  <a:lnTo>
                    <a:pt x="698722" y="252730"/>
                  </a:lnTo>
                  <a:lnTo>
                    <a:pt x="697992" y="248920"/>
                  </a:lnTo>
                  <a:lnTo>
                    <a:pt x="694182" y="234950"/>
                  </a:lnTo>
                  <a:lnTo>
                    <a:pt x="689610" y="219710"/>
                  </a:lnTo>
                  <a:lnTo>
                    <a:pt x="684403" y="205740"/>
                  </a:lnTo>
                  <a:lnTo>
                    <a:pt x="681574" y="199390"/>
                  </a:lnTo>
                  <a:close/>
                </a:path>
                <a:path w="704850" h="560070">
                  <a:moveTo>
                    <a:pt x="32604" y="228600"/>
                  </a:moveTo>
                  <a:lnTo>
                    <a:pt x="32385" y="228600"/>
                  </a:lnTo>
                  <a:lnTo>
                    <a:pt x="31480" y="231616"/>
                  </a:lnTo>
                  <a:lnTo>
                    <a:pt x="32604" y="228600"/>
                  </a:lnTo>
                  <a:close/>
                </a:path>
                <a:path w="704850" h="560070">
                  <a:moveTo>
                    <a:pt x="675686" y="186690"/>
                  </a:moveTo>
                  <a:lnTo>
                    <a:pt x="654431" y="186690"/>
                  </a:lnTo>
                  <a:lnTo>
                    <a:pt x="661035" y="200660"/>
                  </a:lnTo>
                  <a:lnTo>
                    <a:pt x="660908" y="199390"/>
                  </a:lnTo>
                  <a:lnTo>
                    <a:pt x="681574" y="199390"/>
                  </a:lnTo>
                  <a:lnTo>
                    <a:pt x="678180" y="191770"/>
                  </a:lnTo>
                  <a:lnTo>
                    <a:pt x="675686" y="186690"/>
                  </a:lnTo>
                  <a:close/>
                </a:path>
                <a:path w="704850" h="560070">
                  <a:moveTo>
                    <a:pt x="669036" y="173990"/>
                  </a:moveTo>
                  <a:lnTo>
                    <a:pt x="647192" y="173990"/>
                  </a:lnTo>
                  <a:lnTo>
                    <a:pt x="654685" y="187960"/>
                  </a:lnTo>
                  <a:lnTo>
                    <a:pt x="654431" y="186690"/>
                  </a:lnTo>
                  <a:lnTo>
                    <a:pt x="675686" y="186690"/>
                  </a:lnTo>
                  <a:lnTo>
                    <a:pt x="671322" y="177800"/>
                  </a:lnTo>
                  <a:lnTo>
                    <a:pt x="669036" y="173990"/>
                  </a:lnTo>
                  <a:close/>
                </a:path>
                <a:path w="704850" h="560070">
                  <a:moveTo>
                    <a:pt x="57531" y="175260"/>
                  </a:moveTo>
                  <a:lnTo>
                    <a:pt x="56896" y="175260"/>
                  </a:lnTo>
                  <a:lnTo>
                    <a:pt x="56769" y="176530"/>
                  </a:lnTo>
                  <a:lnTo>
                    <a:pt x="57531" y="175260"/>
                  </a:lnTo>
                  <a:close/>
                </a:path>
                <a:path w="704850" h="560070">
                  <a:moveTo>
                    <a:pt x="594656" y="85090"/>
                  </a:moveTo>
                  <a:lnTo>
                    <a:pt x="564007" y="85090"/>
                  </a:lnTo>
                  <a:lnTo>
                    <a:pt x="577342" y="95250"/>
                  </a:lnTo>
                  <a:lnTo>
                    <a:pt x="576961" y="95250"/>
                  </a:lnTo>
                  <a:lnTo>
                    <a:pt x="589534" y="105410"/>
                  </a:lnTo>
                  <a:lnTo>
                    <a:pt x="589153" y="105410"/>
                  </a:lnTo>
                  <a:lnTo>
                    <a:pt x="600964" y="115570"/>
                  </a:lnTo>
                  <a:lnTo>
                    <a:pt x="600583" y="115570"/>
                  </a:lnTo>
                  <a:lnTo>
                    <a:pt x="611632" y="127000"/>
                  </a:lnTo>
                  <a:lnTo>
                    <a:pt x="611251" y="127000"/>
                  </a:lnTo>
                  <a:lnTo>
                    <a:pt x="621665" y="138430"/>
                  </a:lnTo>
                  <a:lnTo>
                    <a:pt x="621411" y="138430"/>
                  </a:lnTo>
                  <a:lnTo>
                    <a:pt x="631063" y="149860"/>
                  </a:lnTo>
                  <a:lnTo>
                    <a:pt x="630682" y="149860"/>
                  </a:lnTo>
                  <a:lnTo>
                    <a:pt x="639572" y="162560"/>
                  </a:lnTo>
                  <a:lnTo>
                    <a:pt x="639318" y="162560"/>
                  </a:lnTo>
                  <a:lnTo>
                    <a:pt x="647446" y="175260"/>
                  </a:lnTo>
                  <a:lnTo>
                    <a:pt x="647192" y="173990"/>
                  </a:lnTo>
                  <a:lnTo>
                    <a:pt x="669036" y="173990"/>
                  </a:lnTo>
                  <a:lnTo>
                    <a:pt x="646049" y="138430"/>
                  </a:lnTo>
                  <a:lnTo>
                    <a:pt x="614045" y="102870"/>
                  </a:lnTo>
                  <a:lnTo>
                    <a:pt x="601853" y="91440"/>
                  </a:lnTo>
                  <a:lnTo>
                    <a:pt x="594656" y="85090"/>
                  </a:lnTo>
                  <a:close/>
                </a:path>
                <a:path w="704850" h="560070">
                  <a:moveTo>
                    <a:pt x="74803" y="149860"/>
                  </a:moveTo>
                  <a:lnTo>
                    <a:pt x="74168" y="149860"/>
                  </a:lnTo>
                  <a:lnTo>
                    <a:pt x="73787" y="151130"/>
                  </a:lnTo>
                  <a:lnTo>
                    <a:pt x="74803" y="149860"/>
                  </a:lnTo>
                  <a:close/>
                </a:path>
                <a:path w="704850" h="560070">
                  <a:moveTo>
                    <a:pt x="95250" y="125730"/>
                  </a:moveTo>
                  <a:lnTo>
                    <a:pt x="94488" y="125730"/>
                  </a:lnTo>
                  <a:lnTo>
                    <a:pt x="94107" y="127000"/>
                  </a:lnTo>
                  <a:lnTo>
                    <a:pt x="95250" y="125730"/>
                  </a:lnTo>
                  <a:close/>
                </a:path>
                <a:path w="704850" h="560070">
                  <a:moveTo>
                    <a:pt x="106456" y="114300"/>
                  </a:moveTo>
                  <a:lnTo>
                    <a:pt x="105537" y="114300"/>
                  </a:lnTo>
                  <a:lnTo>
                    <a:pt x="105156" y="115570"/>
                  </a:lnTo>
                  <a:lnTo>
                    <a:pt x="106456" y="114300"/>
                  </a:lnTo>
                  <a:close/>
                </a:path>
                <a:path w="704850" h="560070">
                  <a:moveTo>
                    <a:pt x="118420" y="102870"/>
                  </a:moveTo>
                  <a:lnTo>
                    <a:pt x="116711" y="104266"/>
                  </a:lnTo>
                  <a:lnTo>
                    <a:pt x="116961" y="104266"/>
                  </a:lnTo>
                  <a:lnTo>
                    <a:pt x="118420" y="102870"/>
                  </a:lnTo>
                  <a:close/>
                </a:path>
                <a:path w="704850" h="560070">
                  <a:moveTo>
                    <a:pt x="490788" y="45120"/>
                  </a:moveTo>
                  <a:lnTo>
                    <a:pt x="507746" y="52070"/>
                  </a:lnTo>
                  <a:lnTo>
                    <a:pt x="507238" y="52070"/>
                  </a:lnTo>
                  <a:lnTo>
                    <a:pt x="522350" y="59690"/>
                  </a:lnTo>
                  <a:lnTo>
                    <a:pt x="521970" y="59690"/>
                  </a:lnTo>
                  <a:lnTo>
                    <a:pt x="536829" y="67310"/>
                  </a:lnTo>
                  <a:lnTo>
                    <a:pt x="536448" y="67310"/>
                  </a:lnTo>
                  <a:lnTo>
                    <a:pt x="550926" y="76200"/>
                  </a:lnTo>
                  <a:lnTo>
                    <a:pt x="550545" y="76200"/>
                  </a:lnTo>
                  <a:lnTo>
                    <a:pt x="564388" y="86360"/>
                  </a:lnTo>
                  <a:lnTo>
                    <a:pt x="564007" y="85090"/>
                  </a:lnTo>
                  <a:lnTo>
                    <a:pt x="594656" y="85090"/>
                  </a:lnTo>
                  <a:lnTo>
                    <a:pt x="588899" y="80010"/>
                  </a:lnTo>
                  <a:lnTo>
                    <a:pt x="575310" y="69850"/>
                  </a:lnTo>
                  <a:lnTo>
                    <a:pt x="561086" y="60960"/>
                  </a:lnTo>
                  <a:lnTo>
                    <a:pt x="546227" y="50800"/>
                  </a:lnTo>
                  <a:lnTo>
                    <a:pt x="536067" y="45720"/>
                  </a:lnTo>
                  <a:lnTo>
                    <a:pt x="492632" y="45720"/>
                  </a:lnTo>
                  <a:lnTo>
                    <a:pt x="490788" y="45120"/>
                  </a:lnTo>
                  <a:close/>
                </a:path>
                <a:path w="704850" h="560070">
                  <a:moveTo>
                    <a:pt x="184023" y="59690"/>
                  </a:moveTo>
                  <a:lnTo>
                    <a:pt x="181991" y="59690"/>
                  </a:lnTo>
                  <a:lnTo>
                    <a:pt x="181610" y="60960"/>
                  </a:lnTo>
                  <a:lnTo>
                    <a:pt x="184023" y="59690"/>
                  </a:lnTo>
                  <a:close/>
                </a:path>
                <a:path w="704850" h="560070">
                  <a:moveTo>
                    <a:pt x="219354" y="43180"/>
                  </a:moveTo>
                  <a:lnTo>
                    <a:pt x="209973" y="47081"/>
                  </a:lnTo>
                  <a:lnTo>
                    <a:pt x="210224" y="47081"/>
                  </a:lnTo>
                  <a:lnTo>
                    <a:pt x="219354" y="43180"/>
                  </a:lnTo>
                  <a:close/>
                </a:path>
                <a:path w="704850" h="560070">
                  <a:moveTo>
                    <a:pt x="444590" y="30025"/>
                  </a:moveTo>
                  <a:lnTo>
                    <a:pt x="462025" y="35560"/>
                  </a:lnTo>
                  <a:lnTo>
                    <a:pt x="461645" y="35560"/>
                  </a:lnTo>
                  <a:lnTo>
                    <a:pt x="477393" y="40640"/>
                  </a:lnTo>
                  <a:lnTo>
                    <a:pt x="477012" y="40640"/>
                  </a:lnTo>
                  <a:lnTo>
                    <a:pt x="492633" y="45720"/>
                  </a:lnTo>
                  <a:lnTo>
                    <a:pt x="536067" y="45720"/>
                  </a:lnTo>
                  <a:lnTo>
                    <a:pt x="515493" y="35560"/>
                  </a:lnTo>
                  <a:lnTo>
                    <a:pt x="504909" y="30480"/>
                  </a:lnTo>
                  <a:lnTo>
                    <a:pt x="446531" y="30480"/>
                  </a:lnTo>
                  <a:lnTo>
                    <a:pt x="444590" y="30025"/>
                  </a:lnTo>
                  <a:close/>
                </a:path>
                <a:path w="704850" h="560070">
                  <a:moveTo>
                    <a:pt x="228015" y="40640"/>
                  </a:moveTo>
                  <a:lnTo>
                    <a:pt x="225425" y="40640"/>
                  </a:lnTo>
                  <a:lnTo>
                    <a:pt x="224917" y="41910"/>
                  </a:lnTo>
                  <a:lnTo>
                    <a:pt x="228015" y="40640"/>
                  </a:lnTo>
                  <a:close/>
                </a:path>
                <a:path w="704850" h="560070">
                  <a:moveTo>
                    <a:pt x="240971" y="35330"/>
                  </a:moveTo>
                  <a:lnTo>
                    <a:pt x="240030" y="35560"/>
                  </a:lnTo>
                  <a:lnTo>
                    <a:pt x="240411" y="35560"/>
                  </a:lnTo>
                  <a:lnTo>
                    <a:pt x="240971" y="35330"/>
                  </a:lnTo>
                  <a:close/>
                </a:path>
                <a:path w="704850" h="560070">
                  <a:moveTo>
                    <a:pt x="406590" y="22860"/>
                  </a:moveTo>
                  <a:lnTo>
                    <a:pt x="430285" y="26611"/>
                  </a:lnTo>
                  <a:lnTo>
                    <a:pt x="430637" y="26754"/>
                  </a:lnTo>
                  <a:lnTo>
                    <a:pt x="446532" y="30480"/>
                  </a:lnTo>
                  <a:lnTo>
                    <a:pt x="504909" y="30480"/>
                  </a:lnTo>
                  <a:lnTo>
                    <a:pt x="499796" y="28025"/>
                  </a:lnTo>
                  <a:lnTo>
                    <a:pt x="487616" y="24130"/>
                  </a:lnTo>
                  <a:lnTo>
                    <a:pt x="414782" y="24130"/>
                  </a:lnTo>
                  <a:lnTo>
                    <a:pt x="406590" y="22860"/>
                  </a:lnTo>
                  <a:close/>
                </a:path>
                <a:path w="704850" h="560070">
                  <a:moveTo>
                    <a:pt x="430285" y="26611"/>
                  </a:moveTo>
                  <a:lnTo>
                    <a:pt x="430028" y="26611"/>
                  </a:lnTo>
                  <a:lnTo>
                    <a:pt x="430637" y="26754"/>
                  </a:lnTo>
                  <a:lnTo>
                    <a:pt x="430285" y="26611"/>
                  </a:lnTo>
                  <a:close/>
                </a:path>
                <a:path w="704850" h="560070">
                  <a:moveTo>
                    <a:pt x="473862" y="19050"/>
                  </a:moveTo>
                  <a:lnTo>
                    <a:pt x="366268" y="19050"/>
                  </a:lnTo>
                  <a:lnTo>
                    <a:pt x="383533" y="20378"/>
                  </a:lnTo>
                  <a:lnTo>
                    <a:pt x="383146" y="20378"/>
                  </a:lnTo>
                  <a:lnTo>
                    <a:pt x="399524" y="21647"/>
                  </a:lnTo>
                  <a:lnTo>
                    <a:pt x="398771" y="21647"/>
                  </a:lnTo>
                  <a:lnTo>
                    <a:pt x="414782" y="24130"/>
                  </a:lnTo>
                  <a:lnTo>
                    <a:pt x="487616" y="24130"/>
                  </a:lnTo>
                  <a:lnTo>
                    <a:pt x="483616" y="22860"/>
                  </a:lnTo>
                  <a:lnTo>
                    <a:pt x="473862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716275" y="4493005"/>
              <a:ext cx="1406525" cy="85725"/>
            </a:xfrm>
            <a:custGeom>
              <a:avLst/>
              <a:gdLst/>
              <a:ahLst/>
              <a:cxnLst/>
              <a:rect l="l" t="t" r="r" b="b"/>
              <a:pathLst>
                <a:path w="1406525" h="85725">
                  <a:moveTo>
                    <a:pt x="507" y="10541"/>
                  </a:moveTo>
                  <a:lnTo>
                    <a:pt x="0" y="39116"/>
                  </a:lnTo>
                  <a:lnTo>
                    <a:pt x="228600" y="42291"/>
                  </a:lnTo>
                  <a:lnTo>
                    <a:pt x="228981" y="13716"/>
                  </a:lnTo>
                  <a:lnTo>
                    <a:pt x="507" y="10541"/>
                  </a:lnTo>
                  <a:close/>
                </a:path>
                <a:path w="1406525" h="85725">
                  <a:moveTo>
                    <a:pt x="314706" y="14859"/>
                  </a:moveTo>
                  <a:lnTo>
                    <a:pt x="314325" y="43434"/>
                  </a:lnTo>
                  <a:lnTo>
                    <a:pt x="542925" y="46609"/>
                  </a:lnTo>
                  <a:lnTo>
                    <a:pt x="543306" y="18034"/>
                  </a:lnTo>
                  <a:lnTo>
                    <a:pt x="314706" y="14859"/>
                  </a:lnTo>
                  <a:close/>
                </a:path>
                <a:path w="1406525" h="85725">
                  <a:moveTo>
                    <a:pt x="629031" y="19177"/>
                  </a:moveTo>
                  <a:lnTo>
                    <a:pt x="628650" y="47752"/>
                  </a:lnTo>
                  <a:lnTo>
                    <a:pt x="857250" y="50927"/>
                  </a:lnTo>
                  <a:lnTo>
                    <a:pt x="857631" y="22352"/>
                  </a:lnTo>
                  <a:lnTo>
                    <a:pt x="629031" y="19177"/>
                  </a:lnTo>
                  <a:close/>
                </a:path>
                <a:path w="1406525" h="85725">
                  <a:moveTo>
                    <a:pt x="943356" y="23495"/>
                  </a:moveTo>
                  <a:lnTo>
                    <a:pt x="942975" y="52070"/>
                  </a:lnTo>
                  <a:lnTo>
                    <a:pt x="1171575" y="55118"/>
                  </a:lnTo>
                  <a:lnTo>
                    <a:pt x="1171956" y="26543"/>
                  </a:lnTo>
                  <a:lnTo>
                    <a:pt x="943356" y="23495"/>
                  </a:lnTo>
                  <a:close/>
                </a:path>
                <a:path w="1406525" h="85725">
                  <a:moveTo>
                    <a:pt x="1320927" y="0"/>
                  </a:moveTo>
                  <a:lnTo>
                    <a:pt x="1320556" y="27813"/>
                  </a:lnTo>
                  <a:lnTo>
                    <a:pt x="1320545" y="28641"/>
                  </a:lnTo>
                  <a:lnTo>
                    <a:pt x="1334770" y="28829"/>
                  </a:lnTo>
                  <a:lnTo>
                    <a:pt x="1334402" y="56388"/>
                  </a:lnTo>
                  <a:lnTo>
                    <a:pt x="1334389" y="57404"/>
                  </a:lnTo>
                  <a:lnTo>
                    <a:pt x="1320161" y="57404"/>
                  </a:lnTo>
                  <a:lnTo>
                    <a:pt x="1319784" y="85725"/>
                  </a:lnTo>
                  <a:lnTo>
                    <a:pt x="1378411" y="57404"/>
                  </a:lnTo>
                  <a:lnTo>
                    <a:pt x="1334389" y="57404"/>
                  </a:lnTo>
                  <a:lnTo>
                    <a:pt x="1320164" y="57216"/>
                  </a:lnTo>
                  <a:lnTo>
                    <a:pt x="1378800" y="57216"/>
                  </a:lnTo>
                  <a:lnTo>
                    <a:pt x="1406016" y="44069"/>
                  </a:lnTo>
                  <a:lnTo>
                    <a:pt x="1320927" y="0"/>
                  </a:lnTo>
                  <a:close/>
                </a:path>
                <a:path w="1406525" h="85725">
                  <a:moveTo>
                    <a:pt x="1320545" y="28641"/>
                  </a:moveTo>
                  <a:lnTo>
                    <a:pt x="1320175" y="56388"/>
                  </a:lnTo>
                  <a:lnTo>
                    <a:pt x="1320164" y="57216"/>
                  </a:lnTo>
                  <a:lnTo>
                    <a:pt x="1334389" y="57404"/>
                  </a:lnTo>
                  <a:lnTo>
                    <a:pt x="1334770" y="28829"/>
                  </a:lnTo>
                  <a:lnTo>
                    <a:pt x="1320545" y="28641"/>
                  </a:lnTo>
                  <a:close/>
                </a:path>
                <a:path w="1406525" h="85725">
                  <a:moveTo>
                    <a:pt x="1257681" y="27813"/>
                  </a:moveTo>
                  <a:lnTo>
                    <a:pt x="1257300" y="56388"/>
                  </a:lnTo>
                  <a:lnTo>
                    <a:pt x="1320164" y="57216"/>
                  </a:lnTo>
                  <a:lnTo>
                    <a:pt x="1320542" y="28829"/>
                  </a:lnTo>
                  <a:lnTo>
                    <a:pt x="1320545" y="28641"/>
                  </a:lnTo>
                  <a:lnTo>
                    <a:pt x="1257681" y="2781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72767" y="3939539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571500" y="0"/>
                  </a:moveTo>
                  <a:lnTo>
                    <a:pt x="524632" y="1914"/>
                  </a:lnTo>
                  <a:lnTo>
                    <a:pt x="478808" y="7559"/>
                  </a:lnTo>
                  <a:lnTo>
                    <a:pt x="434173" y="16784"/>
                  </a:lnTo>
                  <a:lnTo>
                    <a:pt x="390875" y="29443"/>
                  </a:lnTo>
                  <a:lnTo>
                    <a:pt x="349061" y="45386"/>
                  </a:lnTo>
                  <a:lnTo>
                    <a:pt x="308878" y="64465"/>
                  </a:lnTo>
                  <a:lnTo>
                    <a:pt x="270474" y="86530"/>
                  </a:lnTo>
                  <a:lnTo>
                    <a:pt x="233994" y="111434"/>
                  </a:lnTo>
                  <a:lnTo>
                    <a:pt x="199588" y="139028"/>
                  </a:lnTo>
                  <a:lnTo>
                    <a:pt x="167401" y="169163"/>
                  </a:lnTo>
                  <a:lnTo>
                    <a:pt x="137582" y="201691"/>
                  </a:lnTo>
                  <a:lnTo>
                    <a:pt x="110276" y="236463"/>
                  </a:lnTo>
                  <a:lnTo>
                    <a:pt x="85632" y="273331"/>
                  </a:lnTo>
                  <a:lnTo>
                    <a:pt x="63796" y="312145"/>
                  </a:lnTo>
                  <a:lnTo>
                    <a:pt x="44916" y="352758"/>
                  </a:lnTo>
                  <a:lnTo>
                    <a:pt x="29138" y="395020"/>
                  </a:lnTo>
                  <a:lnTo>
                    <a:pt x="16611" y="438784"/>
                  </a:lnTo>
                  <a:lnTo>
                    <a:pt x="7480" y="483900"/>
                  </a:lnTo>
                  <a:lnTo>
                    <a:pt x="1894" y="530220"/>
                  </a:lnTo>
                  <a:lnTo>
                    <a:pt x="0" y="577596"/>
                  </a:lnTo>
                  <a:lnTo>
                    <a:pt x="1894" y="624971"/>
                  </a:lnTo>
                  <a:lnTo>
                    <a:pt x="7480" y="671291"/>
                  </a:lnTo>
                  <a:lnTo>
                    <a:pt x="16611" y="716407"/>
                  </a:lnTo>
                  <a:lnTo>
                    <a:pt x="29138" y="760171"/>
                  </a:lnTo>
                  <a:lnTo>
                    <a:pt x="44916" y="802433"/>
                  </a:lnTo>
                  <a:lnTo>
                    <a:pt x="63796" y="843046"/>
                  </a:lnTo>
                  <a:lnTo>
                    <a:pt x="85632" y="881860"/>
                  </a:lnTo>
                  <a:lnTo>
                    <a:pt x="110276" y="918728"/>
                  </a:lnTo>
                  <a:lnTo>
                    <a:pt x="137582" y="953500"/>
                  </a:lnTo>
                  <a:lnTo>
                    <a:pt x="167401" y="986028"/>
                  </a:lnTo>
                  <a:lnTo>
                    <a:pt x="199588" y="1016163"/>
                  </a:lnTo>
                  <a:lnTo>
                    <a:pt x="233994" y="1043757"/>
                  </a:lnTo>
                  <a:lnTo>
                    <a:pt x="270474" y="1068661"/>
                  </a:lnTo>
                  <a:lnTo>
                    <a:pt x="308878" y="1090726"/>
                  </a:lnTo>
                  <a:lnTo>
                    <a:pt x="349061" y="1109805"/>
                  </a:lnTo>
                  <a:lnTo>
                    <a:pt x="390875" y="1125748"/>
                  </a:lnTo>
                  <a:lnTo>
                    <a:pt x="434173" y="1138407"/>
                  </a:lnTo>
                  <a:lnTo>
                    <a:pt x="478808" y="1147632"/>
                  </a:lnTo>
                  <a:lnTo>
                    <a:pt x="524632" y="1153277"/>
                  </a:lnTo>
                  <a:lnTo>
                    <a:pt x="571500" y="1155192"/>
                  </a:lnTo>
                  <a:lnTo>
                    <a:pt x="618367" y="1153277"/>
                  </a:lnTo>
                  <a:lnTo>
                    <a:pt x="664191" y="1147632"/>
                  </a:lnTo>
                  <a:lnTo>
                    <a:pt x="708826" y="1138407"/>
                  </a:lnTo>
                  <a:lnTo>
                    <a:pt x="752124" y="1125748"/>
                  </a:lnTo>
                  <a:lnTo>
                    <a:pt x="793938" y="1109805"/>
                  </a:lnTo>
                  <a:lnTo>
                    <a:pt x="834121" y="1090726"/>
                  </a:lnTo>
                  <a:lnTo>
                    <a:pt x="872525" y="1068661"/>
                  </a:lnTo>
                  <a:lnTo>
                    <a:pt x="909005" y="1043757"/>
                  </a:lnTo>
                  <a:lnTo>
                    <a:pt x="943411" y="1016163"/>
                  </a:lnTo>
                  <a:lnTo>
                    <a:pt x="975598" y="986028"/>
                  </a:lnTo>
                  <a:lnTo>
                    <a:pt x="1005417" y="953500"/>
                  </a:lnTo>
                  <a:lnTo>
                    <a:pt x="1032723" y="918728"/>
                  </a:lnTo>
                  <a:lnTo>
                    <a:pt x="1057367" y="881860"/>
                  </a:lnTo>
                  <a:lnTo>
                    <a:pt x="1079203" y="843046"/>
                  </a:lnTo>
                  <a:lnTo>
                    <a:pt x="1098083" y="802433"/>
                  </a:lnTo>
                  <a:lnTo>
                    <a:pt x="1113861" y="760171"/>
                  </a:lnTo>
                  <a:lnTo>
                    <a:pt x="1126388" y="716407"/>
                  </a:lnTo>
                  <a:lnTo>
                    <a:pt x="1135519" y="671291"/>
                  </a:lnTo>
                  <a:lnTo>
                    <a:pt x="1141105" y="624971"/>
                  </a:lnTo>
                  <a:lnTo>
                    <a:pt x="1143000" y="577596"/>
                  </a:lnTo>
                  <a:lnTo>
                    <a:pt x="1141105" y="530220"/>
                  </a:lnTo>
                  <a:lnTo>
                    <a:pt x="1135519" y="483900"/>
                  </a:lnTo>
                  <a:lnTo>
                    <a:pt x="1126388" y="438784"/>
                  </a:lnTo>
                  <a:lnTo>
                    <a:pt x="1113861" y="395020"/>
                  </a:lnTo>
                  <a:lnTo>
                    <a:pt x="1098083" y="352758"/>
                  </a:lnTo>
                  <a:lnTo>
                    <a:pt x="1079203" y="312145"/>
                  </a:lnTo>
                  <a:lnTo>
                    <a:pt x="1057367" y="273331"/>
                  </a:lnTo>
                  <a:lnTo>
                    <a:pt x="1032723" y="236463"/>
                  </a:lnTo>
                  <a:lnTo>
                    <a:pt x="1005417" y="201691"/>
                  </a:lnTo>
                  <a:lnTo>
                    <a:pt x="975598" y="169163"/>
                  </a:lnTo>
                  <a:lnTo>
                    <a:pt x="943411" y="139028"/>
                  </a:lnTo>
                  <a:lnTo>
                    <a:pt x="909005" y="111434"/>
                  </a:lnTo>
                  <a:lnTo>
                    <a:pt x="872525" y="86530"/>
                  </a:lnTo>
                  <a:lnTo>
                    <a:pt x="834121" y="64465"/>
                  </a:lnTo>
                  <a:lnTo>
                    <a:pt x="793938" y="45386"/>
                  </a:lnTo>
                  <a:lnTo>
                    <a:pt x="752124" y="29443"/>
                  </a:lnTo>
                  <a:lnTo>
                    <a:pt x="708826" y="16784"/>
                  </a:lnTo>
                  <a:lnTo>
                    <a:pt x="664191" y="7559"/>
                  </a:lnTo>
                  <a:lnTo>
                    <a:pt x="618367" y="191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572767" y="3939539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0" y="577596"/>
                  </a:moveTo>
                  <a:lnTo>
                    <a:pt x="1894" y="530220"/>
                  </a:lnTo>
                  <a:lnTo>
                    <a:pt x="7480" y="483900"/>
                  </a:lnTo>
                  <a:lnTo>
                    <a:pt x="16611" y="438784"/>
                  </a:lnTo>
                  <a:lnTo>
                    <a:pt x="29138" y="395020"/>
                  </a:lnTo>
                  <a:lnTo>
                    <a:pt x="44916" y="352758"/>
                  </a:lnTo>
                  <a:lnTo>
                    <a:pt x="63796" y="312145"/>
                  </a:lnTo>
                  <a:lnTo>
                    <a:pt x="85632" y="273331"/>
                  </a:lnTo>
                  <a:lnTo>
                    <a:pt x="110276" y="236463"/>
                  </a:lnTo>
                  <a:lnTo>
                    <a:pt x="137582" y="201691"/>
                  </a:lnTo>
                  <a:lnTo>
                    <a:pt x="167401" y="169163"/>
                  </a:lnTo>
                  <a:lnTo>
                    <a:pt x="199588" y="139028"/>
                  </a:lnTo>
                  <a:lnTo>
                    <a:pt x="233994" y="111434"/>
                  </a:lnTo>
                  <a:lnTo>
                    <a:pt x="270474" y="86530"/>
                  </a:lnTo>
                  <a:lnTo>
                    <a:pt x="308878" y="64465"/>
                  </a:lnTo>
                  <a:lnTo>
                    <a:pt x="349061" y="45386"/>
                  </a:lnTo>
                  <a:lnTo>
                    <a:pt x="390875" y="29443"/>
                  </a:lnTo>
                  <a:lnTo>
                    <a:pt x="434173" y="16784"/>
                  </a:lnTo>
                  <a:lnTo>
                    <a:pt x="478808" y="7559"/>
                  </a:lnTo>
                  <a:lnTo>
                    <a:pt x="524632" y="1914"/>
                  </a:lnTo>
                  <a:lnTo>
                    <a:pt x="571500" y="0"/>
                  </a:lnTo>
                  <a:lnTo>
                    <a:pt x="618367" y="1914"/>
                  </a:lnTo>
                  <a:lnTo>
                    <a:pt x="664191" y="7559"/>
                  </a:lnTo>
                  <a:lnTo>
                    <a:pt x="708826" y="16784"/>
                  </a:lnTo>
                  <a:lnTo>
                    <a:pt x="752124" y="29443"/>
                  </a:lnTo>
                  <a:lnTo>
                    <a:pt x="793938" y="45386"/>
                  </a:lnTo>
                  <a:lnTo>
                    <a:pt x="834121" y="64465"/>
                  </a:lnTo>
                  <a:lnTo>
                    <a:pt x="872525" y="86530"/>
                  </a:lnTo>
                  <a:lnTo>
                    <a:pt x="909005" y="111434"/>
                  </a:lnTo>
                  <a:lnTo>
                    <a:pt x="943411" y="139028"/>
                  </a:lnTo>
                  <a:lnTo>
                    <a:pt x="975598" y="169163"/>
                  </a:lnTo>
                  <a:lnTo>
                    <a:pt x="1005417" y="201691"/>
                  </a:lnTo>
                  <a:lnTo>
                    <a:pt x="1032723" y="236463"/>
                  </a:lnTo>
                  <a:lnTo>
                    <a:pt x="1057367" y="273331"/>
                  </a:lnTo>
                  <a:lnTo>
                    <a:pt x="1079203" y="312145"/>
                  </a:lnTo>
                  <a:lnTo>
                    <a:pt x="1098083" y="352758"/>
                  </a:lnTo>
                  <a:lnTo>
                    <a:pt x="1113861" y="395020"/>
                  </a:lnTo>
                  <a:lnTo>
                    <a:pt x="1126388" y="438784"/>
                  </a:lnTo>
                  <a:lnTo>
                    <a:pt x="1135519" y="483900"/>
                  </a:lnTo>
                  <a:lnTo>
                    <a:pt x="1141105" y="530220"/>
                  </a:lnTo>
                  <a:lnTo>
                    <a:pt x="1143000" y="577596"/>
                  </a:lnTo>
                  <a:lnTo>
                    <a:pt x="1141105" y="624971"/>
                  </a:lnTo>
                  <a:lnTo>
                    <a:pt x="1135519" y="671291"/>
                  </a:lnTo>
                  <a:lnTo>
                    <a:pt x="1126388" y="716407"/>
                  </a:lnTo>
                  <a:lnTo>
                    <a:pt x="1113861" y="760171"/>
                  </a:lnTo>
                  <a:lnTo>
                    <a:pt x="1098083" y="802433"/>
                  </a:lnTo>
                  <a:lnTo>
                    <a:pt x="1079203" y="843046"/>
                  </a:lnTo>
                  <a:lnTo>
                    <a:pt x="1057367" y="881860"/>
                  </a:lnTo>
                  <a:lnTo>
                    <a:pt x="1032723" y="918728"/>
                  </a:lnTo>
                  <a:lnTo>
                    <a:pt x="1005417" y="953500"/>
                  </a:lnTo>
                  <a:lnTo>
                    <a:pt x="975598" y="986028"/>
                  </a:lnTo>
                  <a:lnTo>
                    <a:pt x="943411" y="1016163"/>
                  </a:lnTo>
                  <a:lnTo>
                    <a:pt x="909005" y="1043757"/>
                  </a:lnTo>
                  <a:lnTo>
                    <a:pt x="872525" y="1068661"/>
                  </a:lnTo>
                  <a:lnTo>
                    <a:pt x="834121" y="1090726"/>
                  </a:lnTo>
                  <a:lnTo>
                    <a:pt x="793938" y="1109805"/>
                  </a:lnTo>
                  <a:lnTo>
                    <a:pt x="752124" y="1125748"/>
                  </a:lnTo>
                  <a:lnTo>
                    <a:pt x="708826" y="1138407"/>
                  </a:lnTo>
                  <a:lnTo>
                    <a:pt x="664191" y="1147632"/>
                  </a:lnTo>
                  <a:lnTo>
                    <a:pt x="618367" y="1153277"/>
                  </a:lnTo>
                  <a:lnTo>
                    <a:pt x="571500" y="1155192"/>
                  </a:lnTo>
                  <a:lnTo>
                    <a:pt x="524632" y="1153277"/>
                  </a:lnTo>
                  <a:lnTo>
                    <a:pt x="478808" y="1147632"/>
                  </a:lnTo>
                  <a:lnTo>
                    <a:pt x="434173" y="1138407"/>
                  </a:lnTo>
                  <a:lnTo>
                    <a:pt x="390875" y="1125748"/>
                  </a:lnTo>
                  <a:lnTo>
                    <a:pt x="349061" y="1109805"/>
                  </a:lnTo>
                  <a:lnTo>
                    <a:pt x="308878" y="1090726"/>
                  </a:lnTo>
                  <a:lnTo>
                    <a:pt x="270474" y="1068661"/>
                  </a:lnTo>
                  <a:lnTo>
                    <a:pt x="233994" y="1043757"/>
                  </a:lnTo>
                  <a:lnTo>
                    <a:pt x="199588" y="1016163"/>
                  </a:lnTo>
                  <a:lnTo>
                    <a:pt x="167401" y="986028"/>
                  </a:lnTo>
                  <a:lnTo>
                    <a:pt x="137582" y="953500"/>
                  </a:lnTo>
                  <a:lnTo>
                    <a:pt x="110276" y="918728"/>
                  </a:lnTo>
                  <a:lnTo>
                    <a:pt x="85632" y="881860"/>
                  </a:lnTo>
                  <a:lnTo>
                    <a:pt x="63796" y="843046"/>
                  </a:lnTo>
                  <a:lnTo>
                    <a:pt x="44916" y="802433"/>
                  </a:lnTo>
                  <a:lnTo>
                    <a:pt x="29138" y="760171"/>
                  </a:lnTo>
                  <a:lnTo>
                    <a:pt x="16611" y="716407"/>
                  </a:lnTo>
                  <a:lnTo>
                    <a:pt x="7480" y="671291"/>
                  </a:lnTo>
                  <a:lnTo>
                    <a:pt x="1894" y="624971"/>
                  </a:lnTo>
                  <a:lnTo>
                    <a:pt x="0" y="57759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0178542" y="3953002"/>
            <a:ext cx="1154430" cy="1165225"/>
            <a:chOff x="10178542" y="3953002"/>
            <a:chExt cx="1154430" cy="1165225"/>
          </a:xfrm>
        </p:grpSpPr>
        <p:sp>
          <p:nvSpPr>
            <p:cNvPr id="21" name="object 21" descr=""/>
            <p:cNvSpPr/>
            <p:nvPr/>
          </p:nvSpPr>
          <p:spPr>
            <a:xfrm>
              <a:off x="10184892" y="3959352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570737" y="0"/>
                  </a:moveTo>
                  <a:lnTo>
                    <a:pt x="523928" y="1909"/>
                  </a:lnTo>
                  <a:lnTo>
                    <a:pt x="478160" y="7540"/>
                  </a:lnTo>
                  <a:lnTo>
                    <a:pt x="433581" y="16743"/>
                  </a:lnTo>
                  <a:lnTo>
                    <a:pt x="390339" y="29370"/>
                  </a:lnTo>
                  <a:lnTo>
                    <a:pt x="348579" y="45273"/>
                  </a:lnTo>
                  <a:lnTo>
                    <a:pt x="308449" y="64304"/>
                  </a:lnTo>
                  <a:lnTo>
                    <a:pt x="270095" y="86313"/>
                  </a:lnTo>
                  <a:lnTo>
                    <a:pt x="233665" y="111154"/>
                  </a:lnTo>
                  <a:lnTo>
                    <a:pt x="199306" y="138677"/>
                  </a:lnTo>
                  <a:lnTo>
                    <a:pt x="167163" y="168735"/>
                  </a:lnTo>
                  <a:lnTo>
                    <a:pt x="137385" y="201179"/>
                  </a:lnTo>
                  <a:lnTo>
                    <a:pt x="110118" y="235860"/>
                  </a:lnTo>
                  <a:lnTo>
                    <a:pt x="85508" y="272631"/>
                  </a:lnTo>
                  <a:lnTo>
                    <a:pt x="63703" y="311342"/>
                  </a:lnTo>
                  <a:lnTo>
                    <a:pt x="44850" y="351847"/>
                  </a:lnTo>
                  <a:lnTo>
                    <a:pt x="29096" y="393996"/>
                  </a:lnTo>
                  <a:lnTo>
                    <a:pt x="16586" y="437641"/>
                  </a:lnTo>
                  <a:lnTo>
                    <a:pt x="7469" y="482635"/>
                  </a:lnTo>
                  <a:lnTo>
                    <a:pt x="1891" y="528827"/>
                  </a:lnTo>
                  <a:lnTo>
                    <a:pt x="0" y="576072"/>
                  </a:lnTo>
                  <a:lnTo>
                    <a:pt x="1891" y="623316"/>
                  </a:lnTo>
                  <a:lnTo>
                    <a:pt x="7469" y="669508"/>
                  </a:lnTo>
                  <a:lnTo>
                    <a:pt x="16586" y="714502"/>
                  </a:lnTo>
                  <a:lnTo>
                    <a:pt x="29096" y="758147"/>
                  </a:lnTo>
                  <a:lnTo>
                    <a:pt x="44850" y="800296"/>
                  </a:lnTo>
                  <a:lnTo>
                    <a:pt x="63703" y="840801"/>
                  </a:lnTo>
                  <a:lnTo>
                    <a:pt x="85508" y="879512"/>
                  </a:lnTo>
                  <a:lnTo>
                    <a:pt x="110118" y="916283"/>
                  </a:lnTo>
                  <a:lnTo>
                    <a:pt x="137385" y="950964"/>
                  </a:lnTo>
                  <a:lnTo>
                    <a:pt x="167163" y="983408"/>
                  </a:lnTo>
                  <a:lnTo>
                    <a:pt x="199306" y="1013466"/>
                  </a:lnTo>
                  <a:lnTo>
                    <a:pt x="233665" y="1040989"/>
                  </a:lnTo>
                  <a:lnTo>
                    <a:pt x="270095" y="1065830"/>
                  </a:lnTo>
                  <a:lnTo>
                    <a:pt x="308449" y="1087839"/>
                  </a:lnTo>
                  <a:lnTo>
                    <a:pt x="348579" y="1106870"/>
                  </a:lnTo>
                  <a:lnTo>
                    <a:pt x="390339" y="1122773"/>
                  </a:lnTo>
                  <a:lnTo>
                    <a:pt x="433581" y="1135400"/>
                  </a:lnTo>
                  <a:lnTo>
                    <a:pt x="478160" y="1144603"/>
                  </a:lnTo>
                  <a:lnTo>
                    <a:pt x="523928" y="1150234"/>
                  </a:lnTo>
                  <a:lnTo>
                    <a:pt x="570737" y="1152144"/>
                  </a:lnTo>
                  <a:lnTo>
                    <a:pt x="617547" y="1150234"/>
                  </a:lnTo>
                  <a:lnTo>
                    <a:pt x="663315" y="1144603"/>
                  </a:lnTo>
                  <a:lnTo>
                    <a:pt x="707894" y="1135400"/>
                  </a:lnTo>
                  <a:lnTo>
                    <a:pt x="751136" y="1122773"/>
                  </a:lnTo>
                  <a:lnTo>
                    <a:pt x="792896" y="1106870"/>
                  </a:lnTo>
                  <a:lnTo>
                    <a:pt x="833026" y="1087839"/>
                  </a:lnTo>
                  <a:lnTo>
                    <a:pt x="871380" y="1065830"/>
                  </a:lnTo>
                  <a:lnTo>
                    <a:pt x="907810" y="1040989"/>
                  </a:lnTo>
                  <a:lnTo>
                    <a:pt x="942169" y="1013466"/>
                  </a:lnTo>
                  <a:lnTo>
                    <a:pt x="974312" y="983408"/>
                  </a:lnTo>
                  <a:lnTo>
                    <a:pt x="1004090" y="950964"/>
                  </a:lnTo>
                  <a:lnTo>
                    <a:pt x="1031357" y="916283"/>
                  </a:lnTo>
                  <a:lnTo>
                    <a:pt x="1055967" y="879512"/>
                  </a:lnTo>
                  <a:lnTo>
                    <a:pt x="1077772" y="840801"/>
                  </a:lnTo>
                  <a:lnTo>
                    <a:pt x="1096625" y="800296"/>
                  </a:lnTo>
                  <a:lnTo>
                    <a:pt x="1112379" y="758147"/>
                  </a:lnTo>
                  <a:lnTo>
                    <a:pt x="1124889" y="714502"/>
                  </a:lnTo>
                  <a:lnTo>
                    <a:pt x="1134006" y="669508"/>
                  </a:lnTo>
                  <a:lnTo>
                    <a:pt x="1139584" y="623316"/>
                  </a:lnTo>
                  <a:lnTo>
                    <a:pt x="1141476" y="576072"/>
                  </a:lnTo>
                  <a:lnTo>
                    <a:pt x="1139584" y="528827"/>
                  </a:lnTo>
                  <a:lnTo>
                    <a:pt x="1134006" y="482635"/>
                  </a:lnTo>
                  <a:lnTo>
                    <a:pt x="1124889" y="437641"/>
                  </a:lnTo>
                  <a:lnTo>
                    <a:pt x="1112379" y="393996"/>
                  </a:lnTo>
                  <a:lnTo>
                    <a:pt x="1096625" y="351847"/>
                  </a:lnTo>
                  <a:lnTo>
                    <a:pt x="1077772" y="311342"/>
                  </a:lnTo>
                  <a:lnTo>
                    <a:pt x="1055967" y="272631"/>
                  </a:lnTo>
                  <a:lnTo>
                    <a:pt x="1031357" y="235860"/>
                  </a:lnTo>
                  <a:lnTo>
                    <a:pt x="1004090" y="201179"/>
                  </a:lnTo>
                  <a:lnTo>
                    <a:pt x="974312" y="168735"/>
                  </a:lnTo>
                  <a:lnTo>
                    <a:pt x="942169" y="138677"/>
                  </a:lnTo>
                  <a:lnTo>
                    <a:pt x="907810" y="111154"/>
                  </a:lnTo>
                  <a:lnTo>
                    <a:pt x="871380" y="86313"/>
                  </a:lnTo>
                  <a:lnTo>
                    <a:pt x="833026" y="64304"/>
                  </a:lnTo>
                  <a:lnTo>
                    <a:pt x="792896" y="45273"/>
                  </a:lnTo>
                  <a:lnTo>
                    <a:pt x="751136" y="29370"/>
                  </a:lnTo>
                  <a:lnTo>
                    <a:pt x="707894" y="16743"/>
                  </a:lnTo>
                  <a:lnTo>
                    <a:pt x="663315" y="7540"/>
                  </a:lnTo>
                  <a:lnTo>
                    <a:pt x="617547" y="1909"/>
                  </a:lnTo>
                  <a:lnTo>
                    <a:pt x="5707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184892" y="3959352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0" y="576072"/>
                  </a:moveTo>
                  <a:lnTo>
                    <a:pt x="1891" y="528827"/>
                  </a:lnTo>
                  <a:lnTo>
                    <a:pt x="7469" y="482635"/>
                  </a:lnTo>
                  <a:lnTo>
                    <a:pt x="16586" y="437641"/>
                  </a:lnTo>
                  <a:lnTo>
                    <a:pt x="29096" y="393996"/>
                  </a:lnTo>
                  <a:lnTo>
                    <a:pt x="44850" y="351847"/>
                  </a:lnTo>
                  <a:lnTo>
                    <a:pt x="63703" y="311342"/>
                  </a:lnTo>
                  <a:lnTo>
                    <a:pt x="85508" y="272631"/>
                  </a:lnTo>
                  <a:lnTo>
                    <a:pt x="110118" y="235860"/>
                  </a:lnTo>
                  <a:lnTo>
                    <a:pt x="137385" y="201179"/>
                  </a:lnTo>
                  <a:lnTo>
                    <a:pt x="167163" y="168735"/>
                  </a:lnTo>
                  <a:lnTo>
                    <a:pt x="199306" y="138677"/>
                  </a:lnTo>
                  <a:lnTo>
                    <a:pt x="233665" y="111154"/>
                  </a:lnTo>
                  <a:lnTo>
                    <a:pt x="270095" y="86313"/>
                  </a:lnTo>
                  <a:lnTo>
                    <a:pt x="308449" y="64304"/>
                  </a:lnTo>
                  <a:lnTo>
                    <a:pt x="348579" y="45273"/>
                  </a:lnTo>
                  <a:lnTo>
                    <a:pt x="390339" y="29370"/>
                  </a:lnTo>
                  <a:lnTo>
                    <a:pt x="433581" y="16743"/>
                  </a:lnTo>
                  <a:lnTo>
                    <a:pt x="478160" y="7540"/>
                  </a:lnTo>
                  <a:lnTo>
                    <a:pt x="523928" y="1909"/>
                  </a:lnTo>
                  <a:lnTo>
                    <a:pt x="570737" y="0"/>
                  </a:lnTo>
                  <a:lnTo>
                    <a:pt x="617547" y="1909"/>
                  </a:lnTo>
                  <a:lnTo>
                    <a:pt x="663315" y="7540"/>
                  </a:lnTo>
                  <a:lnTo>
                    <a:pt x="707894" y="16743"/>
                  </a:lnTo>
                  <a:lnTo>
                    <a:pt x="751136" y="29370"/>
                  </a:lnTo>
                  <a:lnTo>
                    <a:pt x="792896" y="45273"/>
                  </a:lnTo>
                  <a:lnTo>
                    <a:pt x="833026" y="64304"/>
                  </a:lnTo>
                  <a:lnTo>
                    <a:pt x="871380" y="86313"/>
                  </a:lnTo>
                  <a:lnTo>
                    <a:pt x="907810" y="111154"/>
                  </a:lnTo>
                  <a:lnTo>
                    <a:pt x="942169" y="138677"/>
                  </a:lnTo>
                  <a:lnTo>
                    <a:pt x="974312" y="168735"/>
                  </a:lnTo>
                  <a:lnTo>
                    <a:pt x="1004090" y="201179"/>
                  </a:lnTo>
                  <a:lnTo>
                    <a:pt x="1031357" y="235860"/>
                  </a:lnTo>
                  <a:lnTo>
                    <a:pt x="1055967" y="272631"/>
                  </a:lnTo>
                  <a:lnTo>
                    <a:pt x="1077772" y="311342"/>
                  </a:lnTo>
                  <a:lnTo>
                    <a:pt x="1096625" y="351847"/>
                  </a:lnTo>
                  <a:lnTo>
                    <a:pt x="1112379" y="393996"/>
                  </a:lnTo>
                  <a:lnTo>
                    <a:pt x="1124889" y="437641"/>
                  </a:lnTo>
                  <a:lnTo>
                    <a:pt x="1134006" y="482635"/>
                  </a:lnTo>
                  <a:lnTo>
                    <a:pt x="1139584" y="528827"/>
                  </a:lnTo>
                  <a:lnTo>
                    <a:pt x="1141476" y="576072"/>
                  </a:lnTo>
                  <a:lnTo>
                    <a:pt x="1139584" y="623316"/>
                  </a:lnTo>
                  <a:lnTo>
                    <a:pt x="1134006" y="669508"/>
                  </a:lnTo>
                  <a:lnTo>
                    <a:pt x="1124889" y="714502"/>
                  </a:lnTo>
                  <a:lnTo>
                    <a:pt x="1112379" y="758147"/>
                  </a:lnTo>
                  <a:lnTo>
                    <a:pt x="1096625" y="800296"/>
                  </a:lnTo>
                  <a:lnTo>
                    <a:pt x="1077772" y="840801"/>
                  </a:lnTo>
                  <a:lnTo>
                    <a:pt x="1055967" y="879512"/>
                  </a:lnTo>
                  <a:lnTo>
                    <a:pt x="1031357" y="916283"/>
                  </a:lnTo>
                  <a:lnTo>
                    <a:pt x="1004090" y="950964"/>
                  </a:lnTo>
                  <a:lnTo>
                    <a:pt x="974312" y="983408"/>
                  </a:lnTo>
                  <a:lnTo>
                    <a:pt x="942169" y="1013466"/>
                  </a:lnTo>
                  <a:lnTo>
                    <a:pt x="907810" y="1040989"/>
                  </a:lnTo>
                  <a:lnTo>
                    <a:pt x="871380" y="1065830"/>
                  </a:lnTo>
                  <a:lnTo>
                    <a:pt x="833026" y="1087839"/>
                  </a:lnTo>
                  <a:lnTo>
                    <a:pt x="792896" y="1106870"/>
                  </a:lnTo>
                  <a:lnTo>
                    <a:pt x="751136" y="1122773"/>
                  </a:lnTo>
                  <a:lnTo>
                    <a:pt x="707894" y="1135400"/>
                  </a:lnTo>
                  <a:lnTo>
                    <a:pt x="663315" y="1144603"/>
                  </a:lnTo>
                  <a:lnTo>
                    <a:pt x="617547" y="1150234"/>
                  </a:lnTo>
                  <a:lnTo>
                    <a:pt x="570737" y="1152144"/>
                  </a:lnTo>
                  <a:lnTo>
                    <a:pt x="523928" y="1150234"/>
                  </a:lnTo>
                  <a:lnTo>
                    <a:pt x="478160" y="1144603"/>
                  </a:lnTo>
                  <a:lnTo>
                    <a:pt x="433581" y="1135400"/>
                  </a:lnTo>
                  <a:lnTo>
                    <a:pt x="390339" y="1122773"/>
                  </a:lnTo>
                  <a:lnTo>
                    <a:pt x="348579" y="1106870"/>
                  </a:lnTo>
                  <a:lnTo>
                    <a:pt x="308449" y="1087839"/>
                  </a:lnTo>
                  <a:lnTo>
                    <a:pt x="270095" y="1065830"/>
                  </a:lnTo>
                  <a:lnTo>
                    <a:pt x="233665" y="1040989"/>
                  </a:lnTo>
                  <a:lnTo>
                    <a:pt x="199306" y="1013466"/>
                  </a:lnTo>
                  <a:lnTo>
                    <a:pt x="167163" y="983408"/>
                  </a:lnTo>
                  <a:lnTo>
                    <a:pt x="137385" y="950964"/>
                  </a:lnTo>
                  <a:lnTo>
                    <a:pt x="110118" y="916283"/>
                  </a:lnTo>
                  <a:lnTo>
                    <a:pt x="85508" y="879512"/>
                  </a:lnTo>
                  <a:lnTo>
                    <a:pt x="63703" y="840801"/>
                  </a:lnTo>
                  <a:lnTo>
                    <a:pt x="44850" y="800296"/>
                  </a:lnTo>
                  <a:lnTo>
                    <a:pt x="29096" y="758147"/>
                  </a:lnTo>
                  <a:lnTo>
                    <a:pt x="16586" y="714502"/>
                  </a:lnTo>
                  <a:lnTo>
                    <a:pt x="7469" y="669508"/>
                  </a:lnTo>
                  <a:lnTo>
                    <a:pt x="1891" y="623316"/>
                  </a:lnTo>
                  <a:lnTo>
                    <a:pt x="0" y="57607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0622660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8689085" y="4033773"/>
            <a:ext cx="2562860" cy="1002030"/>
            <a:chOff x="8689085" y="4033773"/>
            <a:chExt cx="2562860" cy="1002030"/>
          </a:xfrm>
        </p:grpSpPr>
        <p:sp>
          <p:nvSpPr>
            <p:cNvPr id="25" name="object 25" descr=""/>
            <p:cNvSpPr/>
            <p:nvPr/>
          </p:nvSpPr>
          <p:spPr>
            <a:xfrm>
              <a:off x="10265663" y="4040123"/>
              <a:ext cx="980440" cy="989330"/>
            </a:xfrm>
            <a:custGeom>
              <a:avLst/>
              <a:gdLst/>
              <a:ahLst/>
              <a:cxnLst/>
              <a:rect l="l" t="t" r="r" b="b"/>
              <a:pathLst>
                <a:path w="980440" h="989329">
                  <a:moveTo>
                    <a:pt x="0" y="494538"/>
                  </a:moveTo>
                  <a:lnTo>
                    <a:pt x="2242" y="446902"/>
                  </a:lnTo>
                  <a:lnTo>
                    <a:pt x="8833" y="400550"/>
                  </a:lnTo>
                  <a:lnTo>
                    <a:pt x="19567" y="355687"/>
                  </a:lnTo>
                  <a:lnTo>
                    <a:pt x="34239" y="312521"/>
                  </a:lnTo>
                  <a:lnTo>
                    <a:pt x="52644" y="271260"/>
                  </a:lnTo>
                  <a:lnTo>
                    <a:pt x="74576" y="232109"/>
                  </a:lnTo>
                  <a:lnTo>
                    <a:pt x="99831" y="195277"/>
                  </a:lnTo>
                  <a:lnTo>
                    <a:pt x="128203" y="160969"/>
                  </a:lnTo>
                  <a:lnTo>
                    <a:pt x="159487" y="129394"/>
                  </a:lnTo>
                  <a:lnTo>
                    <a:pt x="193477" y="100758"/>
                  </a:lnTo>
                  <a:lnTo>
                    <a:pt x="229970" y="75269"/>
                  </a:lnTo>
                  <a:lnTo>
                    <a:pt x="268758" y="53132"/>
                  </a:lnTo>
                  <a:lnTo>
                    <a:pt x="309638" y="34557"/>
                  </a:lnTo>
                  <a:lnTo>
                    <a:pt x="352404" y="19749"/>
                  </a:lnTo>
                  <a:lnTo>
                    <a:pt x="396851" y="8915"/>
                  </a:lnTo>
                  <a:lnTo>
                    <a:pt x="442773" y="2263"/>
                  </a:lnTo>
                  <a:lnTo>
                    <a:pt x="489965" y="0"/>
                  </a:lnTo>
                  <a:lnTo>
                    <a:pt x="537158" y="2263"/>
                  </a:lnTo>
                  <a:lnTo>
                    <a:pt x="583080" y="8915"/>
                  </a:lnTo>
                  <a:lnTo>
                    <a:pt x="627527" y="19749"/>
                  </a:lnTo>
                  <a:lnTo>
                    <a:pt x="670293" y="34557"/>
                  </a:lnTo>
                  <a:lnTo>
                    <a:pt x="711173" y="53132"/>
                  </a:lnTo>
                  <a:lnTo>
                    <a:pt x="749961" y="75269"/>
                  </a:lnTo>
                  <a:lnTo>
                    <a:pt x="786454" y="100758"/>
                  </a:lnTo>
                  <a:lnTo>
                    <a:pt x="820444" y="129394"/>
                  </a:lnTo>
                  <a:lnTo>
                    <a:pt x="851728" y="160969"/>
                  </a:lnTo>
                  <a:lnTo>
                    <a:pt x="880100" y="195277"/>
                  </a:lnTo>
                  <a:lnTo>
                    <a:pt x="905355" y="232109"/>
                  </a:lnTo>
                  <a:lnTo>
                    <a:pt x="927287" y="271260"/>
                  </a:lnTo>
                  <a:lnTo>
                    <a:pt x="945692" y="312521"/>
                  </a:lnTo>
                  <a:lnTo>
                    <a:pt x="960364" y="355687"/>
                  </a:lnTo>
                  <a:lnTo>
                    <a:pt x="971098" y="400550"/>
                  </a:lnTo>
                  <a:lnTo>
                    <a:pt x="977689" y="446902"/>
                  </a:lnTo>
                  <a:lnTo>
                    <a:pt x="979931" y="494538"/>
                  </a:lnTo>
                  <a:lnTo>
                    <a:pt x="977689" y="542173"/>
                  </a:lnTo>
                  <a:lnTo>
                    <a:pt x="971098" y="588525"/>
                  </a:lnTo>
                  <a:lnTo>
                    <a:pt x="960364" y="633388"/>
                  </a:lnTo>
                  <a:lnTo>
                    <a:pt x="945692" y="676554"/>
                  </a:lnTo>
                  <a:lnTo>
                    <a:pt x="927287" y="717815"/>
                  </a:lnTo>
                  <a:lnTo>
                    <a:pt x="905355" y="756966"/>
                  </a:lnTo>
                  <a:lnTo>
                    <a:pt x="880100" y="793798"/>
                  </a:lnTo>
                  <a:lnTo>
                    <a:pt x="851728" y="828106"/>
                  </a:lnTo>
                  <a:lnTo>
                    <a:pt x="820444" y="859681"/>
                  </a:lnTo>
                  <a:lnTo>
                    <a:pt x="786454" y="888317"/>
                  </a:lnTo>
                  <a:lnTo>
                    <a:pt x="749961" y="913806"/>
                  </a:lnTo>
                  <a:lnTo>
                    <a:pt x="711173" y="935943"/>
                  </a:lnTo>
                  <a:lnTo>
                    <a:pt x="670293" y="954518"/>
                  </a:lnTo>
                  <a:lnTo>
                    <a:pt x="627527" y="969326"/>
                  </a:lnTo>
                  <a:lnTo>
                    <a:pt x="583080" y="980160"/>
                  </a:lnTo>
                  <a:lnTo>
                    <a:pt x="537158" y="986812"/>
                  </a:lnTo>
                  <a:lnTo>
                    <a:pt x="489965" y="989076"/>
                  </a:lnTo>
                  <a:lnTo>
                    <a:pt x="442773" y="986812"/>
                  </a:lnTo>
                  <a:lnTo>
                    <a:pt x="396851" y="980160"/>
                  </a:lnTo>
                  <a:lnTo>
                    <a:pt x="352404" y="969326"/>
                  </a:lnTo>
                  <a:lnTo>
                    <a:pt x="309638" y="954518"/>
                  </a:lnTo>
                  <a:lnTo>
                    <a:pt x="268758" y="935943"/>
                  </a:lnTo>
                  <a:lnTo>
                    <a:pt x="229970" y="913806"/>
                  </a:lnTo>
                  <a:lnTo>
                    <a:pt x="193477" y="888317"/>
                  </a:lnTo>
                  <a:lnTo>
                    <a:pt x="159487" y="859681"/>
                  </a:lnTo>
                  <a:lnTo>
                    <a:pt x="128203" y="828106"/>
                  </a:lnTo>
                  <a:lnTo>
                    <a:pt x="99831" y="793798"/>
                  </a:lnTo>
                  <a:lnTo>
                    <a:pt x="74576" y="756966"/>
                  </a:lnTo>
                  <a:lnTo>
                    <a:pt x="52644" y="717815"/>
                  </a:lnTo>
                  <a:lnTo>
                    <a:pt x="34239" y="676554"/>
                  </a:lnTo>
                  <a:lnTo>
                    <a:pt x="19567" y="633388"/>
                  </a:lnTo>
                  <a:lnTo>
                    <a:pt x="8833" y="588525"/>
                  </a:lnTo>
                  <a:lnTo>
                    <a:pt x="2242" y="542173"/>
                  </a:lnTo>
                  <a:lnTo>
                    <a:pt x="0" y="4945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689085" y="4493513"/>
              <a:ext cx="1496695" cy="85725"/>
            </a:xfrm>
            <a:custGeom>
              <a:avLst/>
              <a:gdLst/>
              <a:ahLst/>
              <a:cxnLst/>
              <a:rect l="l" t="t" r="r" b="b"/>
              <a:pathLst>
                <a:path w="1496695" h="85725">
                  <a:moveTo>
                    <a:pt x="1410843" y="0"/>
                  </a:moveTo>
                  <a:lnTo>
                    <a:pt x="1410970" y="85725"/>
                  </a:lnTo>
                  <a:lnTo>
                    <a:pt x="1467727" y="57177"/>
                  </a:lnTo>
                  <a:lnTo>
                    <a:pt x="1425194" y="57177"/>
                  </a:lnTo>
                  <a:lnTo>
                    <a:pt x="1425194" y="28603"/>
                  </a:lnTo>
                  <a:lnTo>
                    <a:pt x="1468304" y="28603"/>
                  </a:lnTo>
                  <a:lnTo>
                    <a:pt x="1410843" y="0"/>
                  </a:lnTo>
                  <a:close/>
                </a:path>
                <a:path w="1496695" h="85725">
                  <a:moveTo>
                    <a:pt x="1410885" y="28603"/>
                  </a:moveTo>
                  <a:lnTo>
                    <a:pt x="0" y="31368"/>
                  </a:lnTo>
                  <a:lnTo>
                    <a:pt x="0" y="59943"/>
                  </a:lnTo>
                  <a:lnTo>
                    <a:pt x="1410927" y="57177"/>
                  </a:lnTo>
                  <a:lnTo>
                    <a:pt x="1410885" y="28603"/>
                  </a:lnTo>
                  <a:close/>
                </a:path>
                <a:path w="1496695" h="85725">
                  <a:moveTo>
                    <a:pt x="1468304" y="28603"/>
                  </a:moveTo>
                  <a:lnTo>
                    <a:pt x="1425194" y="28603"/>
                  </a:lnTo>
                  <a:lnTo>
                    <a:pt x="1425194" y="57177"/>
                  </a:lnTo>
                  <a:lnTo>
                    <a:pt x="1467727" y="57177"/>
                  </a:lnTo>
                  <a:lnTo>
                    <a:pt x="1496568" y="42672"/>
                  </a:lnTo>
                  <a:lnTo>
                    <a:pt x="1468304" y="286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3272790" y="4098797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C00000"/>
                </a:solidFill>
                <a:latin typeface="Franklin Gothic Medium"/>
                <a:cs typeface="Franklin Gothic Medium"/>
              </a:rPr>
              <a:t>ε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9319386" y="4091432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Franklin Gothic Medium"/>
                <a:cs typeface="Franklin Gothic Medium"/>
              </a:rPr>
              <a:t>ε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5144008" y="2985642"/>
            <a:ext cx="5507990" cy="1216025"/>
          </a:xfrm>
          <a:custGeom>
            <a:avLst/>
            <a:gdLst/>
            <a:ahLst/>
            <a:cxnLst/>
            <a:rect l="l" t="t" r="r" b="b"/>
            <a:pathLst>
              <a:path w="5507990" h="1216025">
                <a:moveTo>
                  <a:pt x="5456983" y="919686"/>
                </a:moveTo>
                <a:lnTo>
                  <a:pt x="5433314" y="935609"/>
                </a:lnTo>
                <a:lnTo>
                  <a:pt x="5507482" y="977646"/>
                </a:lnTo>
                <a:lnTo>
                  <a:pt x="5501365" y="930275"/>
                </a:lnTo>
                <a:lnTo>
                  <a:pt x="5464174" y="930275"/>
                </a:lnTo>
                <a:lnTo>
                  <a:pt x="5456983" y="919686"/>
                </a:lnTo>
                <a:close/>
              </a:path>
              <a:path w="5507990" h="1216025">
                <a:moveTo>
                  <a:pt x="5472789" y="909053"/>
                </a:moveTo>
                <a:lnTo>
                  <a:pt x="5456983" y="919686"/>
                </a:lnTo>
                <a:lnTo>
                  <a:pt x="5464174" y="930275"/>
                </a:lnTo>
                <a:lnTo>
                  <a:pt x="5479804" y="919686"/>
                </a:lnTo>
                <a:lnTo>
                  <a:pt x="5479977" y="919686"/>
                </a:lnTo>
                <a:lnTo>
                  <a:pt x="5472789" y="909053"/>
                </a:lnTo>
                <a:close/>
              </a:path>
              <a:path w="5507990" h="1216025">
                <a:moveTo>
                  <a:pt x="5496560" y="893064"/>
                </a:moveTo>
                <a:lnTo>
                  <a:pt x="5472789" y="909053"/>
                </a:lnTo>
                <a:lnTo>
                  <a:pt x="5479977" y="919686"/>
                </a:lnTo>
                <a:lnTo>
                  <a:pt x="5479804" y="919686"/>
                </a:lnTo>
                <a:lnTo>
                  <a:pt x="5464174" y="930275"/>
                </a:lnTo>
                <a:lnTo>
                  <a:pt x="5501365" y="930275"/>
                </a:lnTo>
                <a:lnTo>
                  <a:pt x="5496560" y="893064"/>
                </a:lnTo>
                <a:close/>
              </a:path>
              <a:path w="5507990" h="1216025">
                <a:moveTo>
                  <a:pt x="5382768" y="800227"/>
                </a:moveTo>
                <a:lnTo>
                  <a:pt x="5368924" y="813435"/>
                </a:lnTo>
                <a:lnTo>
                  <a:pt x="5377050" y="821924"/>
                </a:lnTo>
                <a:lnTo>
                  <a:pt x="5404348" y="852836"/>
                </a:lnTo>
                <a:lnTo>
                  <a:pt x="5430907" y="885218"/>
                </a:lnTo>
                <a:lnTo>
                  <a:pt x="5455091" y="916893"/>
                </a:lnTo>
                <a:lnTo>
                  <a:pt x="5456983" y="919686"/>
                </a:lnTo>
                <a:lnTo>
                  <a:pt x="5472789" y="909053"/>
                </a:lnTo>
                <a:lnTo>
                  <a:pt x="5470651" y="905891"/>
                </a:lnTo>
                <a:lnTo>
                  <a:pt x="5445760" y="873252"/>
                </a:lnTo>
                <a:lnTo>
                  <a:pt x="5419344" y="840994"/>
                </a:lnTo>
                <a:lnTo>
                  <a:pt x="5391403" y="809371"/>
                </a:lnTo>
                <a:lnTo>
                  <a:pt x="5382768" y="800227"/>
                </a:lnTo>
                <a:close/>
              </a:path>
              <a:path w="5507990" h="1216025">
                <a:moveTo>
                  <a:pt x="5227700" y="657352"/>
                </a:moveTo>
                <a:lnTo>
                  <a:pt x="5216144" y="672592"/>
                </a:lnTo>
                <a:lnTo>
                  <a:pt x="5217294" y="673361"/>
                </a:lnTo>
                <a:lnTo>
                  <a:pt x="5217696" y="673701"/>
                </a:lnTo>
                <a:lnTo>
                  <a:pt x="5217946" y="674013"/>
                </a:lnTo>
                <a:lnTo>
                  <a:pt x="5218236" y="674161"/>
                </a:lnTo>
                <a:lnTo>
                  <a:pt x="5286123" y="731884"/>
                </a:lnTo>
                <a:lnTo>
                  <a:pt x="5329046" y="773176"/>
                </a:lnTo>
                <a:lnTo>
                  <a:pt x="5342255" y="759333"/>
                </a:lnTo>
                <a:lnTo>
                  <a:pt x="5298567" y="717423"/>
                </a:lnTo>
                <a:lnTo>
                  <a:pt x="5229478" y="658749"/>
                </a:lnTo>
                <a:lnTo>
                  <a:pt x="5227700" y="657352"/>
                </a:lnTo>
                <a:close/>
              </a:path>
              <a:path w="5507990" h="1216025">
                <a:moveTo>
                  <a:pt x="5055870" y="535940"/>
                </a:moveTo>
                <a:lnTo>
                  <a:pt x="5045837" y="552196"/>
                </a:lnTo>
                <a:lnTo>
                  <a:pt x="5064506" y="563626"/>
                </a:lnTo>
                <a:lnTo>
                  <a:pt x="5143499" y="617474"/>
                </a:lnTo>
                <a:lnTo>
                  <a:pt x="5170677" y="638048"/>
                </a:lnTo>
                <a:lnTo>
                  <a:pt x="5182108" y="622808"/>
                </a:lnTo>
                <a:lnTo>
                  <a:pt x="5154802" y="602107"/>
                </a:lnTo>
                <a:lnTo>
                  <a:pt x="5075046" y="547751"/>
                </a:lnTo>
                <a:lnTo>
                  <a:pt x="5055870" y="535940"/>
                </a:lnTo>
                <a:close/>
              </a:path>
              <a:path w="5507990" h="1216025">
                <a:moveTo>
                  <a:pt x="4931095" y="462693"/>
                </a:moveTo>
                <a:lnTo>
                  <a:pt x="4891920" y="462693"/>
                </a:lnTo>
                <a:lnTo>
                  <a:pt x="4981002" y="512239"/>
                </a:lnTo>
                <a:lnTo>
                  <a:pt x="4997195" y="522224"/>
                </a:lnTo>
                <a:lnTo>
                  <a:pt x="5007228" y="505968"/>
                </a:lnTo>
                <a:lnTo>
                  <a:pt x="4990211" y="495554"/>
                </a:lnTo>
                <a:lnTo>
                  <a:pt x="4931095" y="462693"/>
                </a:lnTo>
                <a:close/>
              </a:path>
              <a:path w="5507990" h="1216025">
                <a:moveTo>
                  <a:pt x="4873117" y="431927"/>
                </a:moveTo>
                <a:lnTo>
                  <a:pt x="4864608" y="448945"/>
                </a:lnTo>
                <a:lnTo>
                  <a:pt x="4893952" y="463824"/>
                </a:lnTo>
                <a:lnTo>
                  <a:pt x="4891920" y="462693"/>
                </a:lnTo>
                <a:lnTo>
                  <a:pt x="4931095" y="462693"/>
                </a:lnTo>
                <a:lnTo>
                  <a:pt x="4900421" y="445643"/>
                </a:lnTo>
                <a:lnTo>
                  <a:pt x="4873117" y="431927"/>
                </a:lnTo>
                <a:close/>
              </a:path>
              <a:path w="5507990" h="1216025">
                <a:moveTo>
                  <a:pt x="4745788" y="370471"/>
                </a:moveTo>
                <a:lnTo>
                  <a:pt x="4700068" y="370471"/>
                </a:lnTo>
                <a:lnTo>
                  <a:pt x="4798184" y="415288"/>
                </a:lnTo>
                <a:lnTo>
                  <a:pt x="4798053" y="415288"/>
                </a:lnTo>
                <a:lnTo>
                  <a:pt x="4813553" y="423164"/>
                </a:lnTo>
                <a:lnTo>
                  <a:pt x="4817550" y="415288"/>
                </a:lnTo>
                <a:lnTo>
                  <a:pt x="4798184" y="415288"/>
                </a:lnTo>
                <a:lnTo>
                  <a:pt x="4797822" y="415124"/>
                </a:lnTo>
                <a:lnTo>
                  <a:pt x="4817633" y="415124"/>
                </a:lnTo>
                <a:lnTo>
                  <a:pt x="4822190" y="406146"/>
                </a:lnTo>
                <a:lnTo>
                  <a:pt x="4806188" y="398145"/>
                </a:lnTo>
                <a:lnTo>
                  <a:pt x="4745788" y="370471"/>
                </a:lnTo>
                <a:close/>
              </a:path>
              <a:path w="5507990" h="1216025">
                <a:moveTo>
                  <a:pt x="4682870" y="342773"/>
                </a:moveTo>
                <a:lnTo>
                  <a:pt x="4675505" y="360299"/>
                </a:lnTo>
                <a:lnTo>
                  <a:pt x="4703736" y="372147"/>
                </a:lnTo>
                <a:lnTo>
                  <a:pt x="4700068" y="370471"/>
                </a:lnTo>
                <a:lnTo>
                  <a:pt x="4745788" y="370471"/>
                </a:lnTo>
                <a:lnTo>
                  <a:pt x="4707509" y="352933"/>
                </a:lnTo>
                <a:lnTo>
                  <a:pt x="4682870" y="342773"/>
                </a:lnTo>
                <a:close/>
              </a:path>
              <a:path w="5507990" h="1216025">
                <a:moveTo>
                  <a:pt x="4487037" y="266319"/>
                </a:moveTo>
                <a:lnTo>
                  <a:pt x="4480941" y="284353"/>
                </a:lnTo>
                <a:lnTo>
                  <a:pt x="4492606" y="288380"/>
                </a:lnTo>
                <a:lnTo>
                  <a:pt x="4597532" y="327899"/>
                </a:lnTo>
                <a:lnTo>
                  <a:pt x="4597829" y="328040"/>
                </a:lnTo>
                <a:lnTo>
                  <a:pt x="4622672" y="338455"/>
                </a:lnTo>
                <a:lnTo>
                  <a:pt x="4630039" y="320802"/>
                </a:lnTo>
                <a:lnTo>
                  <a:pt x="4604766" y="310261"/>
                </a:lnTo>
                <a:lnTo>
                  <a:pt x="4497959" y="270129"/>
                </a:lnTo>
                <a:lnTo>
                  <a:pt x="4487037" y="266319"/>
                </a:lnTo>
                <a:close/>
              </a:path>
              <a:path w="5507990" h="1216025">
                <a:moveTo>
                  <a:pt x="4287520" y="201676"/>
                </a:moveTo>
                <a:lnTo>
                  <a:pt x="4281932" y="219837"/>
                </a:lnTo>
                <a:lnTo>
                  <a:pt x="4381952" y="250598"/>
                </a:lnTo>
                <a:lnTo>
                  <a:pt x="4426839" y="265938"/>
                </a:lnTo>
                <a:lnTo>
                  <a:pt x="4432935" y="247904"/>
                </a:lnTo>
                <a:lnTo>
                  <a:pt x="4387469" y="232410"/>
                </a:lnTo>
                <a:lnTo>
                  <a:pt x="4287520" y="201676"/>
                </a:lnTo>
                <a:close/>
              </a:path>
              <a:path w="5507990" h="1216025">
                <a:moveTo>
                  <a:pt x="4381952" y="250598"/>
                </a:moveTo>
                <a:lnTo>
                  <a:pt x="4381809" y="250598"/>
                </a:lnTo>
                <a:lnTo>
                  <a:pt x="4382941" y="250936"/>
                </a:lnTo>
                <a:lnTo>
                  <a:pt x="4381952" y="250598"/>
                </a:lnTo>
                <a:close/>
              </a:path>
              <a:path w="5507990" h="1216025">
                <a:moveTo>
                  <a:pt x="4084573" y="147320"/>
                </a:moveTo>
                <a:lnTo>
                  <a:pt x="4080001" y="165862"/>
                </a:lnTo>
                <a:lnTo>
                  <a:pt x="4151710" y="183453"/>
                </a:lnTo>
                <a:lnTo>
                  <a:pt x="4227195" y="204343"/>
                </a:lnTo>
                <a:lnTo>
                  <a:pt x="4232274" y="185928"/>
                </a:lnTo>
                <a:lnTo>
                  <a:pt x="4156074" y="164973"/>
                </a:lnTo>
                <a:lnTo>
                  <a:pt x="4084573" y="147320"/>
                </a:lnTo>
                <a:close/>
              </a:path>
              <a:path w="5507990" h="1216025">
                <a:moveTo>
                  <a:pt x="4149227" y="182830"/>
                </a:moveTo>
                <a:lnTo>
                  <a:pt x="4151485" y="183453"/>
                </a:lnTo>
                <a:lnTo>
                  <a:pt x="4151738" y="183453"/>
                </a:lnTo>
                <a:lnTo>
                  <a:pt x="4149227" y="182830"/>
                </a:lnTo>
                <a:close/>
              </a:path>
              <a:path w="5507990" h="1216025">
                <a:moveTo>
                  <a:pt x="3879468" y="102108"/>
                </a:moveTo>
                <a:lnTo>
                  <a:pt x="3875913" y="120777"/>
                </a:lnTo>
                <a:lnTo>
                  <a:pt x="3909014" y="127052"/>
                </a:lnTo>
                <a:lnTo>
                  <a:pt x="4024757" y="152400"/>
                </a:lnTo>
                <a:lnTo>
                  <a:pt x="4028820" y="133731"/>
                </a:lnTo>
                <a:lnTo>
                  <a:pt x="3912489" y="108331"/>
                </a:lnTo>
                <a:lnTo>
                  <a:pt x="3879468" y="102108"/>
                </a:lnTo>
                <a:close/>
              </a:path>
              <a:path w="5507990" h="1216025">
                <a:moveTo>
                  <a:pt x="3906916" y="126642"/>
                </a:moveTo>
                <a:lnTo>
                  <a:pt x="3908794" y="127052"/>
                </a:lnTo>
                <a:lnTo>
                  <a:pt x="3909047" y="127052"/>
                </a:lnTo>
                <a:lnTo>
                  <a:pt x="3906916" y="126642"/>
                </a:lnTo>
                <a:close/>
              </a:path>
              <a:path w="5507990" h="1216025">
                <a:moveTo>
                  <a:pt x="3821098" y="103135"/>
                </a:moveTo>
                <a:lnTo>
                  <a:pt x="3783789" y="103135"/>
                </a:lnTo>
                <a:lnTo>
                  <a:pt x="3819778" y="110109"/>
                </a:lnTo>
                <a:lnTo>
                  <a:pt x="3821014" y="103580"/>
                </a:lnTo>
                <a:lnTo>
                  <a:pt x="3821098" y="103135"/>
                </a:lnTo>
                <a:close/>
              </a:path>
              <a:path w="5507990" h="1216025">
                <a:moveTo>
                  <a:pt x="3672840" y="65532"/>
                </a:moveTo>
                <a:lnTo>
                  <a:pt x="3669791" y="84328"/>
                </a:lnTo>
                <a:lnTo>
                  <a:pt x="3786085" y="103580"/>
                </a:lnTo>
                <a:lnTo>
                  <a:pt x="3783789" y="103135"/>
                </a:lnTo>
                <a:lnTo>
                  <a:pt x="3821098" y="103135"/>
                </a:lnTo>
                <a:lnTo>
                  <a:pt x="3823335" y="91312"/>
                </a:lnTo>
                <a:lnTo>
                  <a:pt x="3786632" y="84328"/>
                </a:lnTo>
                <a:lnTo>
                  <a:pt x="3672840" y="65532"/>
                </a:lnTo>
                <a:close/>
              </a:path>
              <a:path w="5507990" h="1216025">
                <a:moveTo>
                  <a:pt x="3464687" y="37719"/>
                </a:moveTo>
                <a:lnTo>
                  <a:pt x="3462527" y="56642"/>
                </a:lnTo>
                <a:lnTo>
                  <a:pt x="3525726" y="63915"/>
                </a:lnTo>
                <a:lnTo>
                  <a:pt x="3613531" y="76073"/>
                </a:lnTo>
                <a:lnTo>
                  <a:pt x="3616070" y="57277"/>
                </a:lnTo>
                <a:lnTo>
                  <a:pt x="3527806" y="44958"/>
                </a:lnTo>
                <a:lnTo>
                  <a:pt x="3464687" y="37719"/>
                </a:lnTo>
                <a:close/>
              </a:path>
              <a:path w="5507990" h="1216025">
                <a:moveTo>
                  <a:pt x="3524008" y="63707"/>
                </a:moveTo>
                <a:lnTo>
                  <a:pt x="3525515" y="63915"/>
                </a:lnTo>
                <a:lnTo>
                  <a:pt x="3525768" y="63915"/>
                </a:lnTo>
                <a:lnTo>
                  <a:pt x="3524008" y="63707"/>
                </a:lnTo>
                <a:close/>
              </a:path>
              <a:path w="5507990" h="1216025">
                <a:moveTo>
                  <a:pt x="3255771" y="17272"/>
                </a:moveTo>
                <a:lnTo>
                  <a:pt x="3254501" y="36322"/>
                </a:lnTo>
                <a:lnTo>
                  <a:pt x="3259709" y="36576"/>
                </a:lnTo>
                <a:lnTo>
                  <a:pt x="3393906" y="48671"/>
                </a:lnTo>
                <a:lnTo>
                  <a:pt x="3393563" y="48671"/>
                </a:lnTo>
                <a:lnTo>
                  <a:pt x="3405759" y="50165"/>
                </a:lnTo>
                <a:lnTo>
                  <a:pt x="3407917" y="31242"/>
                </a:lnTo>
                <a:lnTo>
                  <a:pt x="3395344" y="29718"/>
                </a:lnTo>
                <a:lnTo>
                  <a:pt x="3261106" y="17653"/>
                </a:lnTo>
                <a:lnTo>
                  <a:pt x="3255771" y="17272"/>
                </a:lnTo>
                <a:close/>
              </a:path>
              <a:path w="5507990" h="1216025">
                <a:moveTo>
                  <a:pt x="3046348" y="5207"/>
                </a:moveTo>
                <a:lnTo>
                  <a:pt x="3045587" y="24257"/>
                </a:lnTo>
                <a:lnTo>
                  <a:pt x="3124862" y="27576"/>
                </a:lnTo>
                <a:lnTo>
                  <a:pt x="3124452" y="27576"/>
                </a:lnTo>
                <a:lnTo>
                  <a:pt x="3197478" y="32512"/>
                </a:lnTo>
                <a:lnTo>
                  <a:pt x="3198748" y="13462"/>
                </a:lnTo>
                <a:lnTo>
                  <a:pt x="3125342" y="8509"/>
                </a:lnTo>
                <a:lnTo>
                  <a:pt x="3046348" y="5207"/>
                </a:lnTo>
                <a:close/>
              </a:path>
              <a:path w="5507990" h="1216025">
                <a:moveTo>
                  <a:pt x="2850134" y="0"/>
                </a:moveTo>
                <a:lnTo>
                  <a:pt x="2836417" y="127"/>
                </a:lnTo>
                <a:lnTo>
                  <a:pt x="2836544" y="19177"/>
                </a:lnTo>
                <a:lnTo>
                  <a:pt x="2856447" y="19177"/>
                </a:lnTo>
                <a:lnTo>
                  <a:pt x="2994369" y="21844"/>
                </a:lnTo>
                <a:lnTo>
                  <a:pt x="2988437" y="21844"/>
                </a:lnTo>
                <a:lnTo>
                  <a:pt x="2989198" y="2794"/>
                </a:lnTo>
                <a:lnTo>
                  <a:pt x="2988310" y="2794"/>
                </a:lnTo>
                <a:lnTo>
                  <a:pt x="2850134" y="0"/>
                </a:lnTo>
                <a:close/>
              </a:path>
              <a:path w="5507990" h="1216025">
                <a:moveTo>
                  <a:pt x="2779267" y="381"/>
                </a:moveTo>
                <a:lnTo>
                  <a:pt x="2710941" y="762"/>
                </a:lnTo>
                <a:lnTo>
                  <a:pt x="2626614" y="3175"/>
                </a:lnTo>
                <a:lnTo>
                  <a:pt x="2627155" y="19431"/>
                </a:lnTo>
                <a:lnTo>
                  <a:pt x="2627248" y="22225"/>
                </a:lnTo>
                <a:lnTo>
                  <a:pt x="2711449" y="19812"/>
                </a:lnTo>
                <a:lnTo>
                  <a:pt x="2711196" y="19812"/>
                </a:lnTo>
                <a:lnTo>
                  <a:pt x="2779394" y="19431"/>
                </a:lnTo>
                <a:lnTo>
                  <a:pt x="2779267" y="381"/>
                </a:lnTo>
                <a:close/>
              </a:path>
              <a:path w="5507990" h="1216025">
                <a:moveTo>
                  <a:pt x="2569337" y="4953"/>
                </a:moveTo>
                <a:lnTo>
                  <a:pt x="2431034" y="12192"/>
                </a:lnTo>
                <a:lnTo>
                  <a:pt x="2416937" y="13335"/>
                </a:lnTo>
                <a:lnTo>
                  <a:pt x="2418260" y="31260"/>
                </a:lnTo>
                <a:lnTo>
                  <a:pt x="2418334" y="32258"/>
                </a:lnTo>
                <a:lnTo>
                  <a:pt x="2432178" y="31260"/>
                </a:lnTo>
                <a:lnTo>
                  <a:pt x="2431829" y="31260"/>
                </a:lnTo>
                <a:lnTo>
                  <a:pt x="2570352" y="24003"/>
                </a:lnTo>
                <a:lnTo>
                  <a:pt x="2569337" y="4953"/>
                </a:lnTo>
                <a:close/>
              </a:path>
              <a:path w="5507990" h="1216025">
                <a:moveTo>
                  <a:pt x="2359914" y="17653"/>
                </a:moveTo>
                <a:lnTo>
                  <a:pt x="2290698" y="23114"/>
                </a:lnTo>
                <a:lnTo>
                  <a:pt x="2207894" y="31496"/>
                </a:lnTo>
                <a:lnTo>
                  <a:pt x="2209926" y="50546"/>
                </a:lnTo>
                <a:lnTo>
                  <a:pt x="2292225" y="42062"/>
                </a:lnTo>
                <a:lnTo>
                  <a:pt x="2291886" y="42062"/>
                </a:lnTo>
                <a:lnTo>
                  <a:pt x="2361438" y="36703"/>
                </a:lnTo>
                <a:lnTo>
                  <a:pt x="2359914" y="17653"/>
                </a:lnTo>
                <a:close/>
              </a:path>
              <a:path w="5507990" h="1216025">
                <a:moveTo>
                  <a:pt x="2151125" y="37337"/>
                </a:moveTo>
                <a:lnTo>
                  <a:pt x="2010028" y="55499"/>
                </a:lnTo>
                <a:lnTo>
                  <a:pt x="1999488" y="57150"/>
                </a:lnTo>
                <a:lnTo>
                  <a:pt x="2002409" y="75946"/>
                </a:lnTo>
                <a:lnTo>
                  <a:pt x="2012237" y="74387"/>
                </a:lnTo>
                <a:lnTo>
                  <a:pt x="2152649" y="56387"/>
                </a:lnTo>
                <a:lnTo>
                  <a:pt x="2153031" y="56387"/>
                </a:lnTo>
                <a:lnTo>
                  <a:pt x="2151125" y="37337"/>
                </a:lnTo>
                <a:close/>
              </a:path>
              <a:path w="5507990" h="1216025">
                <a:moveTo>
                  <a:pt x="2012834" y="74387"/>
                </a:moveTo>
                <a:lnTo>
                  <a:pt x="2012277" y="74387"/>
                </a:lnTo>
                <a:lnTo>
                  <a:pt x="2009658" y="74796"/>
                </a:lnTo>
                <a:lnTo>
                  <a:pt x="2012834" y="74387"/>
                </a:lnTo>
                <a:close/>
              </a:path>
              <a:path w="5507990" h="1216025">
                <a:moveTo>
                  <a:pt x="1942972" y="65659"/>
                </a:moveTo>
                <a:lnTo>
                  <a:pt x="1908556" y="70866"/>
                </a:lnTo>
                <a:lnTo>
                  <a:pt x="1808988" y="87884"/>
                </a:lnTo>
                <a:lnTo>
                  <a:pt x="1792350" y="91059"/>
                </a:lnTo>
                <a:lnTo>
                  <a:pt x="1795907" y="109728"/>
                </a:lnTo>
                <a:lnTo>
                  <a:pt x="1812416" y="106553"/>
                </a:lnTo>
                <a:lnTo>
                  <a:pt x="1911484" y="89703"/>
                </a:lnTo>
                <a:lnTo>
                  <a:pt x="1911199" y="89703"/>
                </a:lnTo>
                <a:lnTo>
                  <a:pt x="1945893" y="84455"/>
                </a:lnTo>
                <a:lnTo>
                  <a:pt x="1942972" y="65659"/>
                </a:lnTo>
                <a:close/>
              </a:path>
              <a:path w="5507990" h="1216025">
                <a:moveTo>
                  <a:pt x="1913776" y="89314"/>
                </a:moveTo>
                <a:lnTo>
                  <a:pt x="1911199" y="89703"/>
                </a:lnTo>
                <a:lnTo>
                  <a:pt x="1911484" y="89703"/>
                </a:lnTo>
                <a:lnTo>
                  <a:pt x="1913776" y="89314"/>
                </a:lnTo>
                <a:close/>
              </a:path>
              <a:path w="5507990" h="1216025">
                <a:moveTo>
                  <a:pt x="1736216" y="101854"/>
                </a:moveTo>
                <a:lnTo>
                  <a:pt x="1711197" y="106680"/>
                </a:lnTo>
                <a:lnTo>
                  <a:pt x="1615439" y="127000"/>
                </a:lnTo>
                <a:lnTo>
                  <a:pt x="1586864" y="133731"/>
                </a:lnTo>
                <a:lnTo>
                  <a:pt x="1591183" y="152273"/>
                </a:lnTo>
                <a:lnTo>
                  <a:pt x="1620684" y="145292"/>
                </a:lnTo>
                <a:lnTo>
                  <a:pt x="1714888" y="125400"/>
                </a:lnTo>
                <a:lnTo>
                  <a:pt x="1714614" y="125400"/>
                </a:lnTo>
                <a:lnTo>
                  <a:pt x="1739899" y="120523"/>
                </a:lnTo>
                <a:lnTo>
                  <a:pt x="1736216" y="101854"/>
                </a:lnTo>
                <a:close/>
              </a:path>
              <a:path w="5507990" h="1216025">
                <a:moveTo>
                  <a:pt x="1717772" y="124791"/>
                </a:moveTo>
                <a:lnTo>
                  <a:pt x="1714614" y="125400"/>
                </a:lnTo>
                <a:lnTo>
                  <a:pt x="1714888" y="125400"/>
                </a:lnTo>
                <a:lnTo>
                  <a:pt x="1717772" y="124791"/>
                </a:lnTo>
                <a:close/>
              </a:path>
              <a:path w="5507990" h="1216025">
                <a:moveTo>
                  <a:pt x="1531239" y="146685"/>
                </a:moveTo>
                <a:lnTo>
                  <a:pt x="1521714" y="148971"/>
                </a:lnTo>
                <a:lnTo>
                  <a:pt x="1430019" y="172466"/>
                </a:lnTo>
                <a:lnTo>
                  <a:pt x="1383411" y="185547"/>
                </a:lnTo>
                <a:lnTo>
                  <a:pt x="1388617" y="203962"/>
                </a:lnTo>
                <a:lnTo>
                  <a:pt x="1434864" y="190947"/>
                </a:lnTo>
                <a:lnTo>
                  <a:pt x="1434588" y="190947"/>
                </a:lnTo>
                <a:lnTo>
                  <a:pt x="1526286" y="167386"/>
                </a:lnTo>
                <a:lnTo>
                  <a:pt x="1535557" y="165227"/>
                </a:lnTo>
                <a:lnTo>
                  <a:pt x="1531239" y="146685"/>
                </a:lnTo>
                <a:close/>
              </a:path>
              <a:path w="5507990" h="1216025">
                <a:moveTo>
                  <a:pt x="1437766" y="190130"/>
                </a:moveTo>
                <a:lnTo>
                  <a:pt x="1434588" y="190947"/>
                </a:lnTo>
                <a:lnTo>
                  <a:pt x="1434864" y="190947"/>
                </a:lnTo>
                <a:lnTo>
                  <a:pt x="1437766" y="190130"/>
                </a:lnTo>
                <a:close/>
              </a:path>
              <a:path w="5507990" h="1216025">
                <a:moveTo>
                  <a:pt x="1328292" y="201295"/>
                </a:moveTo>
                <a:lnTo>
                  <a:pt x="1253236" y="224155"/>
                </a:lnTo>
                <a:lnTo>
                  <a:pt x="1182751" y="247396"/>
                </a:lnTo>
                <a:lnTo>
                  <a:pt x="1188719" y="265430"/>
                </a:lnTo>
                <a:lnTo>
                  <a:pt x="1259077" y="242316"/>
                </a:lnTo>
                <a:lnTo>
                  <a:pt x="1333753" y="219583"/>
                </a:lnTo>
                <a:lnTo>
                  <a:pt x="1328292" y="201295"/>
                </a:lnTo>
                <a:close/>
              </a:path>
              <a:path w="5507990" h="1216025">
                <a:moveTo>
                  <a:pt x="1128521" y="266192"/>
                </a:moveTo>
                <a:lnTo>
                  <a:pt x="1085595" y="281559"/>
                </a:lnTo>
                <a:lnTo>
                  <a:pt x="1005331" y="312293"/>
                </a:lnTo>
                <a:lnTo>
                  <a:pt x="985646" y="320421"/>
                </a:lnTo>
                <a:lnTo>
                  <a:pt x="993013" y="338074"/>
                </a:lnTo>
                <a:lnTo>
                  <a:pt x="1012443" y="329946"/>
                </a:lnTo>
                <a:lnTo>
                  <a:pt x="1091017" y="299840"/>
                </a:lnTo>
                <a:lnTo>
                  <a:pt x="1134999" y="284226"/>
                </a:lnTo>
                <a:lnTo>
                  <a:pt x="1128521" y="266192"/>
                </a:lnTo>
                <a:close/>
              </a:path>
              <a:path w="5507990" h="1216025">
                <a:moveTo>
                  <a:pt x="932814" y="342392"/>
                </a:moveTo>
                <a:lnTo>
                  <a:pt x="927607" y="344551"/>
                </a:lnTo>
                <a:lnTo>
                  <a:pt x="852424" y="377952"/>
                </a:lnTo>
                <a:lnTo>
                  <a:pt x="793876" y="406019"/>
                </a:lnTo>
                <a:lnTo>
                  <a:pt x="802004" y="423164"/>
                </a:lnTo>
                <a:lnTo>
                  <a:pt x="860114" y="395432"/>
                </a:lnTo>
                <a:lnTo>
                  <a:pt x="935074" y="362018"/>
                </a:lnTo>
                <a:lnTo>
                  <a:pt x="935239" y="362018"/>
                </a:lnTo>
                <a:lnTo>
                  <a:pt x="940180" y="359918"/>
                </a:lnTo>
                <a:lnTo>
                  <a:pt x="932814" y="342392"/>
                </a:lnTo>
                <a:close/>
              </a:path>
              <a:path w="5507990" h="1216025">
                <a:moveTo>
                  <a:pt x="935239" y="362018"/>
                </a:moveTo>
                <a:lnTo>
                  <a:pt x="935074" y="362018"/>
                </a:lnTo>
                <a:lnTo>
                  <a:pt x="931698" y="363523"/>
                </a:lnTo>
                <a:lnTo>
                  <a:pt x="935239" y="362018"/>
                </a:lnTo>
                <a:close/>
              </a:path>
              <a:path w="5507990" h="1216025">
                <a:moveTo>
                  <a:pt x="742568" y="431800"/>
                </a:moveTo>
                <a:lnTo>
                  <a:pt x="710056" y="448437"/>
                </a:lnTo>
                <a:lnTo>
                  <a:pt x="642874" y="485521"/>
                </a:lnTo>
                <a:lnTo>
                  <a:pt x="608711" y="505968"/>
                </a:lnTo>
                <a:lnTo>
                  <a:pt x="618489" y="522224"/>
                </a:lnTo>
                <a:lnTo>
                  <a:pt x="652848" y="501839"/>
                </a:lnTo>
                <a:lnTo>
                  <a:pt x="718971" y="465328"/>
                </a:lnTo>
                <a:lnTo>
                  <a:pt x="751204" y="448691"/>
                </a:lnTo>
                <a:lnTo>
                  <a:pt x="742568" y="431800"/>
                </a:lnTo>
                <a:close/>
              </a:path>
              <a:path w="5507990" h="1216025">
                <a:moveTo>
                  <a:pt x="559815" y="535940"/>
                </a:moveTo>
                <a:lnTo>
                  <a:pt x="517270" y="563245"/>
                </a:lnTo>
                <a:lnTo>
                  <a:pt x="458850" y="603631"/>
                </a:lnTo>
                <a:lnTo>
                  <a:pt x="433577" y="622554"/>
                </a:lnTo>
                <a:lnTo>
                  <a:pt x="445007" y="637794"/>
                </a:lnTo>
                <a:lnTo>
                  <a:pt x="470149" y="618991"/>
                </a:lnTo>
                <a:lnTo>
                  <a:pt x="527775" y="579193"/>
                </a:lnTo>
                <a:lnTo>
                  <a:pt x="528107" y="579056"/>
                </a:lnTo>
                <a:lnTo>
                  <a:pt x="570102" y="551942"/>
                </a:lnTo>
                <a:lnTo>
                  <a:pt x="559815" y="535940"/>
                </a:lnTo>
                <a:close/>
              </a:path>
              <a:path w="5507990" h="1216025">
                <a:moveTo>
                  <a:pt x="388112" y="657733"/>
                </a:moveTo>
                <a:lnTo>
                  <a:pt x="351154" y="687705"/>
                </a:lnTo>
                <a:lnTo>
                  <a:pt x="302005" y="731139"/>
                </a:lnTo>
                <a:lnTo>
                  <a:pt x="273176" y="758952"/>
                </a:lnTo>
                <a:lnTo>
                  <a:pt x="286512" y="772668"/>
                </a:lnTo>
                <a:lnTo>
                  <a:pt x="315087" y="744982"/>
                </a:lnTo>
                <a:lnTo>
                  <a:pt x="362944" y="702637"/>
                </a:lnTo>
                <a:lnTo>
                  <a:pt x="400050" y="672465"/>
                </a:lnTo>
                <a:lnTo>
                  <a:pt x="388112" y="657733"/>
                </a:lnTo>
                <a:close/>
              </a:path>
              <a:path w="5507990" h="1216025">
                <a:moveTo>
                  <a:pt x="232917" y="800100"/>
                </a:moveTo>
                <a:lnTo>
                  <a:pt x="213487" y="820801"/>
                </a:lnTo>
                <a:lnTo>
                  <a:pt x="174243" y="866902"/>
                </a:lnTo>
                <a:lnTo>
                  <a:pt x="138429" y="913892"/>
                </a:lnTo>
                <a:lnTo>
                  <a:pt x="135127" y="918845"/>
                </a:lnTo>
                <a:lnTo>
                  <a:pt x="150875" y="929513"/>
                </a:lnTo>
                <a:lnTo>
                  <a:pt x="152994" y="926377"/>
                </a:lnTo>
                <a:lnTo>
                  <a:pt x="153828" y="925280"/>
                </a:lnTo>
                <a:lnTo>
                  <a:pt x="154045" y="924967"/>
                </a:lnTo>
                <a:lnTo>
                  <a:pt x="158641" y="918845"/>
                </a:lnTo>
                <a:lnTo>
                  <a:pt x="188623" y="879508"/>
                </a:lnTo>
                <a:lnTo>
                  <a:pt x="189131" y="878891"/>
                </a:lnTo>
                <a:lnTo>
                  <a:pt x="189233" y="878747"/>
                </a:lnTo>
                <a:lnTo>
                  <a:pt x="228064" y="833107"/>
                </a:lnTo>
                <a:lnTo>
                  <a:pt x="246761" y="813181"/>
                </a:lnTo>
                <a:lnTo>
                  <a:pt x="232917" y="800100"/>
                </a:lnTo>
                <a:close/>
              </a:path>
              <a:path w="5507990" h="1216025">
                <a:moveTo>
                  <a:pt x="103124" y="966851"/>
                </a:moveTo>
                <a:lnTo>
                  <a:pt x="77469" y="1010285"/>
                </a:lnTo>
                <a:lnTo>
                  <a:pt x="52450" y="1059561"/>
                </a:lnTo>
                <a:lnTo>
                  <a:pt x="33654" y="1103630"/>
                </a:lnTo>
                <a:lnTo>
                  <a:pt x="51180" y="1111123"/>
                </a:lnTo>
                <a:lnTo>
                  <a:pt x="69584" y="1067931"/>
                </a:lnTo>
                <a:lnTo>
                  <a:pt x="69793" y="1067304"/>
                </a:lnTo>
                <a:lnTo>
                  <a:pt x="94233" y="1019175"/>
                </a:lnTo>
                <a:lnTo>
                  <a:pt x="99535" y="1010285"/>
                </a:lnTo>
                <a:lnTo>
                  <a:pt x="119506" y="976503"/>
                </a:lnTo>
                <a:lnTo>
                  <a:pt x="103124" y="966851"/>
                </a:lnTo>
                <a:close/>
              </a:path>
              <a:path w="5507990" h="1216025">
                <a:moveTo>
                  <a:pt x="14224" y="1158113"/>
                </a:moveTo>
                <a:lnTo>
                  <a:pt x="13588" y="1160145"/>
                </a:lnTo>
                <a:lnTo>
                  <a:pt x="0" y="1210945"/>
                </a:lnTo>
                <a:lnTo>
                  <a:pt x="18414" y="1215771"/>
                </a:lnTo>
                <a:lnTo>
                  <a:pt x="31876" y="1165352"/>
                </a:lnTo>
                <a:lnTo>
                  <a:pt x="32257" y="1164336"/>
                </a:lnTo>
                <a:lnTo>
                  <a:pt x="14224" y="1158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4375784" y="2694508"/>
            <a:ext cx="4111625" cy="741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081405">
              <a:lnSpc>
                <a:spcPts val="2815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  <a:p>
            <a:pPr algn="ctr">
              <a:lnSpc>
                <a:spcPts val="2815"/>
              </a:lnSpc>
              <a:tabLst>
                <a:tab pos="3404870" algn="l"/>
              </a:tabLst>
            </a:pP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0</a:t>
            </a:r>
            <a:r>
              <a:rPr dirty="0" sz="2400" spc="-1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0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31" name="object 3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5048" y="3956050"/>
            <a:ext cx="8768969" cy="2448941"/>
          </a:xfrm>
          <a:prstGeom prst="rect">
            <a:avLst/>
          </a:prstGeom>
        </p:spPr>
      </p:pic>
      <p:sp>
        <p:nvSpPr>
          <p:cNvPr id="32" name="object 32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2.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5">
                <a:latin typeface="Franklin Gothic Medium"/>
                <a:cs typeface="Franklin Gothic Medium"/>
              </a:rPr>
              <a:t>Remove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repair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damage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recovering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paths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750569" y="4474971"/>
            <a:ext cx="824230" cy="85725"/>
          </a:xfrm>
          <a:custGeom>
            <a:avLst/>
            <a:gdLst/>
            <a:ahLst/>
            <a:cxnLst/>
            <a:rect l="l" t="t" r="r" b="b"/>
            <a:pathLst>
              <a:path w="824230" h="85725">
                <a:moveTo>
                  <a:pt x="738124" y="0"/>
                </a:moveTo>
                <a:lnTo>
                  <a:pt x="738124" y="85725"/>
                </a:lnTo>
                <a:lnTo>
                  <a:pt x="795358" y="57150"/>
                </a:lnTo>
                <a:lnTo>
                  <a:pt x="752348" y="57150"/>
                </a:lnTo>
                <a:lnTo>
                  <a:pt x="752348" y="28575"/>
                </a:lnTo>
                <a:lnTo>
                  <a:pt x="795189" y="28575"/>
                </a:lnTo>
                <a:lnTo>
                  <a:pt x="738124" y="0"/>
                </a:lnTo>
                <a:close/>
              </a:path>
              <a:path w="824230" h="85725">
                <a:moveTo>
                  <a:pt x="738124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738124" y="57150"/>
                </a:lnTo>
                <a:lnTo>
                  <a:pt x="738124" y="28575"/>
                </a:lnTo>
                <a:close/>
              </a:path>
              <a:path w="824230" h="85725">
                <a:moveTo>
                  <a:pt x="795189" y="28575"/>
                </a:moveTo>
                <a:lnTo>
                  <a:pt x="752348" y="28575"/>
                </a:lnTo>
                <a:lnTo>
                  <a:pt x="752348" y="57150"/>
                </a:lnTo>
                <a:lnTo>
                  <a:pt x="795358" y="57150"/>
                </a:lnTo>
                <a:lnTo>
                  <a:pt x="823849" y="42925"/>
                </a:lnTo>
                <a:lnTo>
                  <a:pt x="7951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6276594" y="5296941"/>
            <a:ext cx="217170" cy="330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45"/>
              </a:lnSpc>
            </a:pP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972559" y="5650234"/>
            <a:ext cx="1896745" cy="377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20"/>
              </a:lnSpc>
            </a:pPr>
            <a:r>
              <a:rPr dirty="0" sz="2400">
                <a:latin typeface="Cambria Math"/>
                <a:cs typeface="Cambria Math"/>
              </a:rPr>
              <a:t>∅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ε(0</a:t>
            </a:r>
            <a:r>
              <a:rPr dirty="0" sz="2400" spc="-11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 1)</a:t>
            </a:r>
            <a:r>
              <a:rPr dirty="0" baseline="28571" sz="262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6573139" y="6084333"/>
            <a:ext cx="217170" cy="330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50"/>
              </a:lnSpc>
            </a:pP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122420" y="3959352"/>
            <a:ext cx="1143000" cy="1155700"/>
          </a:xfrm>
          <a:custGeom>
            <a:avLst/>
            <a:gdLst/>
            <a:ahLst/>
            <a:cxnLst/>
            <a:rect l="l" t="t" r="r" b="b"/>
            <a:pathLst>
              <a:path w="1143000" h="1155700">
                <a:moveTo>
                  <a:pt x="0" y="577596"/>
                </a:moveTo>
                <a:lnTo>
                  <a:pt x="1894" y="530220"/>
                </a:lnTo>
                <a:lnTo>
                  <a:pt x="7480" y="483900"/>
                </a:lnTo>
                <a:lnTo>
                  <a:pt x="16611" y="438784"/>
                </a:lnTo>
                <a:lnTo>
                  <a:pt x="29138" y="395020"/>
                </a:lnTo>
                <a:lnTo>
                  <a:pt x="44916" y="352758"/>
                </a:lnTo>
                <a:lnTo>
                  <a:pt x="63796" y="312145"/>
                </a:lnTo>
                <a:lnTo>
                  <a:pt x="85632" y="273331"/>
                </a:lnTo>
                <a:lnTo>
                  <a:pt x="110276" y="236463"/>
                </a:lnTo>
                <a:lnTo>
                  <a:pt x="137582" y="201691"/>
                </a:lnTo>
                <a:lnTo>
                  <a:pt x="167401" y="169163"/>
                </a:lnTo>
                <a:lnTo>
                  <a:pt x="199588" y="139028"/>
                </a:lnTo>
                <a:lnTo>
                  <a:pt x="233994" y="111434"/>
                </a:lnTo>
                <a:lnTo>
                  <a:pt x="270474" y="86530"/>
                </a:lnTo>
                <a:lnTo>
                  <a:pt x="308878" y="64465"/>
                </a:lnTo>
                <a:lnTo>
                  <a:pt x="349061" y="45386"/>
                </a:lnTo>
                <a:lnTo>
                  <a:pt x="390875" y="29443"/>
                </a:lnTo>
                <a:lnTo>
                  <a:pt x="434173" y="16784"/>
                </a:lnTo>
                <a:lnTo>
                  <a:pt x="478808" y="7559"/>
                </a:lnTo>
                <a:lnTo>
                  <a:pt x="524632" y="1914"/>
                </a:lnTo>
                <a:lnTo>
                  <a:pt x="571500" y="0"/>
                </a:lnTo>
                <a:lnTo>
                  <a:pt x="618367" y="1914"/>
                </a:lnTo>
                <a:lnTo>
                  <a:pt x="664191" y="7559"/>
                </a:lnTo>
                <a:lnTo>
                  <a:pt x="708826" y="16784"/>
                </a:lnTo>
                <a:lnTo>
                  <a:pt x="752124" y="29443"/>
                </a:lnTo>
                <a:lnTo>
                  <a:pt x="793938" y="45386"/>
                </a:lnTo>
                <a:lnTo>
                  <a:pt x="834121" y="64465"/>
                </a:lnTo>
                <a:lnTo>
                  <a:pt x="872525" y="86530"/>
                </a:lnTo>
                <a:lnTo>
                  <a:pt x="909005" y="111434"/>
                </a:lnTo>
                <a:lnTo>
                  <a:pt x="943411" y="139028"/>
                </a:lnTo>
                <a:lnTo>
                  <a:pt x="975598" y="169163"/>
                </a:lnTo>
                <a:lnTo>
                  <a:pt x="1005417" y="201691"/>
                </a:lnTo>
                <a:lnTo>
                  <a:pt x="1032723" y="236463"/>
                </a:lnTo>
                <a:lnTo>
                  <a:pt x="1057367" y="273331"/>
                </a:lnTo>
                <a:lnTo>
                  <a:pt x="1079203" y="312145"/>
                </a:lnTo>
                <a:lnTo>
                  <a:pt x="1098083" y="352758"/>
                </a:lnTo>
                <a:lnTo>
                  <a:pt x="1113861" y="395020"/>
                </a:lnTo>
                <a:lnTo>
                  <a:pt x="1126388" y="438784"/>
                </a:lnTo>
                <a:lnTo>
                  <a:pt x="1135519" y="483900"/>
                </a:lnTo>
                <a:lnTo>
                  <a:pt x="1141105" y="530220"/>
                </a:lnTo>
                <a:lnTo>
                  <a:pt x="1143000" y="577596"/>
                </a:lnTo>
                <a:lnTo>
                  <a:pt x="1141105" y="624971"/>
                </a:lnTo>
                <a:lnTo>
                  <a:pt x="1135519" y="671291"/>
                </a:lnTo>
                <a:lnTo>
                  <a:pt x="1126388" y="716407"/>
                </a:lnTo>
                <a:lnTo>
                  <a:pt x="1113861" y="760171"/>
                </a:lnTo>
                <a:lnTo>
                  <a:pt x="1098083" y="802433"/>
                </a:lnTo>
                <a:lnTo>
                  <a:pt x="1079203" y="843046"/>
                </a:lnTo>
                <a:lnTo>
                  <a:pt x="1057367" y="881860"/>
                </a:lnTo>
                <a:lnTo>
                  <a:pt x="1032723" y="918728"/>
                </a:lnTo>
                <a:lnTo>
                  <a:pt x="1005417" y="953500"/>
                </a:lnTo>
                <a:lnTo>
                  <a:pt x="975598" y="986028"/>
                </a:lnTo>
                <a:lnTo>
                  <a:pt x="943411" y="1016163"/>
                </a:lnTo>
                <a:lnTo>
                  <a:pt x="909005" y="1043757"/>
                </a:lnTo>
                <a:lnTo>
                  <a:pt x="872525" y="1068661"/>
                </a:lnTo>
                <a:lnTo>
                  <a:pt x="834121" y="1090726"/>
                </a:lnTo>
                <a:lnTo>
                  <a:pt x="793938" y="1109805"/>
                </a:lnTo>
                <a:lnTo>
                  <a:pt x="752124" y="1125748"/>
                </a:lnTo>
                <a:lnTo>
                  <a:pt x="708826" y="1138407"/>
                </a:lnTo>
                <a:lnTo>
                  <a:pt x="664191" y="1147632"/>
                </a:lnTo>
                <a:lnTo>
                  <a:pt x="618367" y="1153277"/>
                </a:lnTo>
                <a:lnTo>
                  <a:pt x="571500" y="1155192"/>
                </a:lnTo>
                <a:lnTo>
                  <a:pt x="524632" y="1153277"/>
                </a:lnTo>
                <a:lnTo>
                  <a:pt x="478808" y="1147632"/>
                </a:lnTo>
                <a:lnTo>
                  <a:pt x="434173" y="1138407"/>
                </a:lnTo>
                <a:lnTo>
                  <a:pt x="390875" y="1125748"/>
                </a:lnTo>
                <a:lnTo>
                  <a:pt x="349061" y="1109805"/>
                </a:lnTo>
                <a:lnTo>
                  <a:pt x="308878" y="1090726"/>
                </a:lnTo>
                <a:lnTo>
                  <a:pt x="270474" y="1068661"/>
                </a:lnTo>
                <a:lnTo>
                  <a:pt x="233994" y="1043757"/>
                </a:lnTo>
                <a:lnTo>
                  <a:pt x="199588" y="1016163"/>
                </a:lnTo>
                <a:lnTo>
                  <a:pt x="167401" y="986028"/>
                </a:lnTo>
                <a:lnTo>
                  <a:pt x="137582" y="953500"/>
                </a:lnTo>
                <a:lnTo>
                  <a:pt x="110276" y="918728"/>
                </a:lnTo>
                <a:lnTo>
                  <a:pt x="85632" y="881860"/>
                </a:lnTo>
                <a:lnTo>
                  <a:pt x="63796" y="843046"/>
                </a:lnTo>
                <a:lnTo>
                  <a:pt x="44916" y="802433"/>
                </a:lnTo>
                <a:lnTo>
                  <a:pt x="29138" y="760171"/>
                </a:lnTo>
                <a:lnTo>
                  <a:pt x="16611" y="716407"/>
                </a:lnTo>
                <a:lnTo>
                  <a:pt x="7480" y="671291"/>
                </a:lnTo>
                <a:lnTo>
                  <a:pt x="1894" y="624971"/>
                </a:lnTo>
                <a:lnTo>
                  <a:pt x="0" y="577596"/>
                </a:lnTo>
                <a:close/>
              </a:path>
            </a:pathLst>
          </a:custGeom>
          <a:ln w="127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4476622" y="4334332"/>
            <a:ext cx="356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566417" y="3443732"/>
            <a:ext cx="6903720" cy="1657350"/>
            <a:chOff x="1566417" y="3443732"/>
            <a:chExt cx="6903720" cy="1657350"/>
          </a:xfrm>
        </p:grpSpPr>
        <p:sp>
          <p:nvSpPr>
            <p:cNvPr id="12" name="object 12" descr=""/>
            <p:cNvSpPr/>
            <p:nvPr/>
          </p:nvSpPr>
          <p:spPr>
            <a:xfrm>
              <a:off x="7765160" y="3443732"/>
              <a:ext cx="704850" cy="560070"/>
            </a:xfrm>
            <a:custGeom>
              <a:avLst/>
              <a:gdLst/>
              <a:ahLst/>
              <a:cxnLst/>
              <a:rect l="l" t="t" r="r" b="b"/>
              <a:pathLst>
                <a:path w="704850" h="560070">
                  <a:moveTo>
                    <a:pt x="367157" y="0"/>
                  </a:moveTo>
                  <a:lnTo>
                    <a:pt x="333375" y="0"/>
                  </a:lnTo>
                  <a:lnTo>
                    <a:pt x="316611" y="1270"/>
                  </a:lnTo>
                  <a:lnTo>
                    <a:pt x="266827" y="8890"/>
                  </a:lnTo>
                  <a:lnTo>
                    <a:pt x="218694" y="22860"/>
                  </a:lnTo>
                  <a:lnTo>
                    <a:pt x="158369" y="50800"/>
                  </a:lnTo>
                  <a:lnTo>
                    <a:pt x="130429" y="69850"/>
                  </a:lnTo>
                  <a:lnTo>
                    <a:pt x="117094" y="78740"/>
                  </a:lnTo>
                  <a:lnTo>
                    <a:pt x="80391" y="113030"/>
                  </a:lnTo>
                  <a:lnTo>
                    <a:pt x="49149" y="152400"/>
                  </a:lnTo>
                  <a:lnTo>
                    <a:pt x="25654" y="194310"/>
                  </a:lnTo>
                  <a:lnTo>
                    <a:pt x="9779" y="237490"/>
                  </a:lnTo>
                  <a:lnTo>
                    <a:pt x="1524" y="281940"/>
                  </a:lnTo>
                  <a:lnTo>
                    <a:pt x="0" y="312420"/>
                  </a:lnTo>
                  <a:lnTo>
                    <a:pt x="423" y="322580"/>
                  </a:lnTo>
                  <a:lnTo>
                    <a:pt x="476" y="323850"/>
                  </a:lnTo>
                  <a:lnTo>
                    <a:pt x="6985" y="372110"/>
                  </a:lnTo>
                  <a:lnTo>
                    <a:pt x="20574" y="415290"/>
                  </a:lnTo>
                  <a:lnTo>
                    <a:pt x="41275" y="455930"/>
                  </a:lnTo>
                  <a:lnTo>
                    <a:pt x="68834" y="495300"/>
                  </a:lnTo>
                  <a:lnTo>
                    <a:pt x="79502" y="506730"/>
                  </a:lnTo>
                  <a:lnTo>
                    <a:pt x="90932" y="519430"/>
                  </a:lnTo>
                  <a:lnTo>
                    <a:pt x="103124" y="529590"/>
                  </a:lnTo>
                  <a:lnTo>
                    <a:pt x="115950" y="541020"/>
                  </a:lnTo>
                  <a:lnTo>
                    <a:pt x="129540" y="551180"/>
                  </a:lnTo>
                  <a:lnTo>
                    <a:pt x="143637" y="560070"/>
                  </a:lnTo>
                  <a:lnTo>
                    <a:pt x="154432" y="544830"/>
                  </a:lnTo>
                  <a:lnTo>
                    <a:pt x="140768" y="536055"/>
                  </a:lnTo>
                  <a:lnTo>
                    <a:pt x="140993" y="536055"/>
                  </a:lnTo>
                  <a:lnTo>
                    <a:pt x="127635" y="525780"/>
                  </a:lnTo>
                  <a:lnTo>
                    <a:pt x="128016" y="525780"/>
                  </a:lnTo>
                  <a:lnTo>
                    <a:pt x="115443" y="515620"/>
                  </a:lnTo>
                  <a:lnTo>
                    <a:pt x="115824" y="515620"/>
                  </a:lnTo>
                  <a:lnTo>
                    <a:pt x="104013" y="505460"/>
                  </a:lnTo>
                  <a:lnTo>
                    <a:pt x="104394" y="505460"/>
                  </a:lnTo>
                  <a:lnTo>
                    <a:pt x="93345" y="494030"/>
                  </a:lnTo>
                  <a:lnTo>
                    <a:pt x="93599" y="494030"/>
                  </a:lnTo>
                  <a:lnTo>
                    <a:pt x="83185" y="482600"/>
                  </a:lnTo>
                  <a:lnTo>
                    <a:pt x="83566" y="482600"/>
                  </a:lnTo>
                  <a:lnTo>
                    <a:pt x="73914" y="471170"/>
                  </a:lnTo>
                  <a:lnTo>
                    <a:pt x="74295" y="471170"/>
                  </a:lnTo>
                  <a:lnTo>
                    <a:pt x="65405" y="458470"/>
                  </a:lnTo>
                  <a:lnTo>
                    <a:pt x="65659" y="458470"/>
                  </a:lnTo>
                  <a:lnTo>
                    <a:pt x="58229" y="447040"/>
                  </a:lnTo>
                  <a:lnTo>
                    <a:pt x="57658" y="447040"/>
                  </a:lnTo>
                  <a:lnTo>
                    <a:pt x="50961" y="434340"/>
                  </a:lnTo>
                  <a:lnTo>
                    <a:pt x="50546" y="434340"/>
                  </a:lnTo>
                  <a:lnTo>
                    <a:pt x="44426" y="421640"/>
                  </a:lnTo>
                  <a:lnTo>
                    <a:pt x="44069" y="421640"/>
                  </a:lnTo>
                  <a:lnTo>
                    <a:pt x="38227" y="407670"/>
                  </a:lnTo>
                  <a:lnTo>
                    <a:pt x="33147" y="394970"/>
                  </a:lnTo>
                  <a:lnTo>
                    <a:pt x="33400" y="394970"/>
                  </a:lnTo>
                  <a:lnTo>
                    <a:pt x="29360" y="382270"/>
                  </a:lnTo>
                  <a:lnTo>
                    <a:pt x="29083" y="382270"/>
                  </a:lnTo>
                  <a:lnTo>
                    <a:pt x="25823" y="368300"/>
                  </a:lnTo>
                  <a:lnTo>
                    <a:pt x="25654" y="368300"/>
                  </a:lnTo>
                  <a:lnTo>
                    <a:pt x="19673" y="327660"/>
                  </a:lnTo>
                  <a:lnTo>
                    <a:pt x="19050" y="312420"/>
                  </a:lnTo>
                  <a:lnTo>
                    <a:pt x="19304" y="298450"/>
                  </a:lnTo>
                  <a:lnTo>
                    <a:pt x="24765" y="256540"/>
                  </a:lnTo>
                  <a:lnTo>
                    <a:pt x="32385" y="228600"/>
                  </a:lnTo>
                  <a:lnTo>
                    <a:pt x="32604" y="228600"/>
                  </a:lnTo>
                  <a:lnTo>
                    <a:pt x="37338" y="215900"/>
                  </a:lnTo>
                  <a:lnTo>
                    <a:pt x="43053" y="201930"/>
                  </a:lnTo>
                  <a:lnTo>
                    <a:pt x="42799" y="201930"/>
                  </a:lnTo>
                  <a:lnTo>
                    <a:pt x="49657" y="189230"/>
                  </a:lnTo>
                  <a:lnTo>
                    <a:pt x="49275" y="189230"/>
                  </a:lnTo>
                  <a:lnTo>
                    <a:pt x="56896" y="175260"/>
                  </a:lnTo>
                  <a:lnTo>
                    <a:pt x="57531" y="175260"/>
                  </a:lnTo>
                  <a:lnTo>
                    <a:pt x="65150" y="162560"/>
                  </a:lnTo>
                  <a:lnTo>
                    <a:pt x="64770" y="162560"/>
                  </a:lnTo>
                  <a:lnTo>
                    <a:pt x="74168" y="149860"/>
                  </a:lnTo>
                  <a:lnTo>
                    <a:pt x="74803" y="149860"/>
                  </a:lnTo>
                  <a:lnTo>
                    <a:pt x="83947" y="138430"/>
                  </a:lnTo>
                  <a:lnTo>
                    <a:pt x="83566" y="138430"/>
                  </a:lnTo>
                  <a:lnTo>
                    <a:pt x="94488" y="125730"/>
                  </a:lnTo>
                  <a:lnTo>
                    <a:pt x="95250" y="125730"/>
                  </a:lnTo>
                  <a:lnTo>
                    <a:pt x="105537" y="114300"/>
                  </a:lnTo>
                  <a:lnTo>
                    <a:pt x="106456" y="114300"/>
                  </a:lnTo>
                  <a:lnTo>
                    <a:pt x="116733" y="104266"/>
                  </a:lnTo>
                  <a:lnTo>
                    <a:pt x="118379" y="102870"/>
                  </a:lnTo>
                  <a:lnTo>
                    <a:pt x="129159" y="93980"/>
                  </a:lnTo>
                  <a:lnTo>
                    <a:pt x="128778" y="93980"/>
                  </a:lnTo>
                  <a:lnTo>
                    <a:pt x="141732" y="85090"/>
                  </a:lnTo>
                  <a:lnTo>
                    <a:pt x="141350" y="85090"/>
                  </a:lnTo>
                  <a:lnTo>
                    <a:pt x="154686" y="76200"/>
                  </a:lnTo>
                  <a:lnTo>
                    <a:pt x="154305" y="76200"/>
                  </a:lnTo>
                  <a:lnTo>
                    <a:pt x="168148" y="67310"/>
                  </a:lnTo>
                  <a:lnTo>
                    <a:pt x="167767" y="67310"/>
                  </a:lnTo>
                  <a:lnTo>
                    <a:pt x="181991" y="59690"/>
                  </a:lnTo>
                  <a:lnTo>
                    <a:pt x="184023" y="59690"/>
                  </a:lnTo>
                  <a:lnTo>
                    <a:pt x="196088" y="53340"/>
                  </a:lnTo>
                  <a:lnTo>
                    <a:pt x="195580" y="53340"/>
                  </a:lnTo>
                  <a:lnTo>
                    <a:pt x="209982" y="47081"/>
                  </a:lnTo>
                  <a:lnTo>
                    <a:pt x="225425" y="40640"/>
                  </a:lnTo>
                  <a:lnTo>
                    <a:pt x="228015" y="40640"/>
                  </a:lnTo>
                  <a:lnTo>
                    <a:pt x="240411" y="35560"/>
                  </a:lnTo>
                  <a:lnTo>
                    <a:pt x="240030" y="35560"/>
                  </a:lnTo>
                  <a:lnTo>
                    <a:pt x="255650" y="31750"/>
                  </a:lnTo>
                  <a:lnTo>
                    <a:pt x="255143" y="31750"/>
                  </a:lnTo>
                  <a:lnTo>
                    <a:pt x="270784" y="28025"/>
                  </a:lnTo>
                  <a:lnTo>
                    <a:pt x="270223" y="28025"/>
                  </a:lnTo>
                  <a:lnTo>
                    <a:pt x="286766" y="25400"/>
                  </a:lnTo>
                  <a:lnTo>
                    <a:pt x="286385" y="25400"/>
                  </a:lnTo>
                  <a:lnTo>
                    <a:pt x="302641" y="22860"/>
                  </a:lnTo>
                  <a:lnTo>
                    <a:pt x="302260" y="22860"/>
                  </a:lnTo>
                  <a:lnTo>
                    <a:pt x="318144" y="20378"/>
                  </a:lnTo>
                  <a:lnTo>
                    <a:pt x="317385" y="20378"/>
                  </a:lnTo>
                  <a:lnTo>
                    <a:pt x="334518" y="19050"/>
                  </a:lnTo>
                  <a:lnTo>
                    <a:pt x="473862" y="19050"/>
                  </a:lnTo>
                  <a:lnTo>
                    <a:pt x="467360" y="16510"/>
                  </a:lnTo>
                  <a:lnTo>
                    <a:pt x="417703" y="5080"/>
                  </a:lnTo>
                  <a:lnTo>
                    <a:pt x="400939" y="2540"/>
                  </a:lnTo>
                  <a:lnTo>
                    <a:pt x="367157" y="0"/>
                  </a:lnTo>
                  <a:close/>
                </a:path>
                <a:path w="704850" h="560070">
                  <a:moveTo>
                    <a:pt x="584454" y="481330"/>
                  </a:moveTo>
                  <a:lnTo>
                    <a:pt x="547624" y="557530"/>
                  </a:lnTo>
                  <a:lnTo>
                    <a:pt x="631190" y="541020"/>
                  </a:lnTo>
                  <a:lnTo>
                    <a:pt x="620251" y="527050"/>
                  </a:lnTo>
                  <a:lnTo>
                    <a:pt x="603885" y="527050"/>
                  </a:lnTo>
                  <a:lnTo>
                    <a:pt x="591820" y="511810"/>
                  </a:lnTo>
                  <a:lnTo>
                    <a:pt x="602041" y="503792"/>
                  </a:lnTo>
                  <a:lnTo>
                    <a:pt x="584454" y="481330"/>
                  </a:lnTo>
                  <a:close/>
                </a:path>
                <a:path w="704850" h="560070">
                  <a:moveTo>
                    <a:pt x="140993" y="536055"/>
                  </a:moveTo>
                  <a:lnTo>
                    <a:pt x="140768" y="536055"/>
                  </a:lnTo>
                  <a:lnTo>
                    <a:pt x="142127" y="536927"/>
                  </a:lnTo>
                  <a:lnTo>
                    <a:pt x="140993" y="536055"/>
                  </a:lnTo>
                  <a:close/>
                </a:path>
                <a:path w="704850" h="560070">
                  <a:moveTo>
                    <a:pt x="602041" y="503792"/>
                  </a:moveTo>
                  <a:lnTo>
                    <a:pt x="591820" y="511810"/>
                  </a:lnTo>
                  <a:lnTo>
                    <a:pt x="603885" y="527050"/>
                  </a:lnTo>
                  <a:lnTo>
                    <a:pt x="613716" y="518702"/>
                  </a:lnTo>
                  <a:lnTo>
                    <a:pt x="602041" y="503792"/>
                  </a:lnTo>
                  <a:close/>
                </a:path>
                <a:path w="704850" h="560070">
                  <a:moveTo>
                    <a:pt x="613716" y="518702"/>
                  </a:moveTo>
                  <a:lnTo>
                    <a:pt x="603885" y="527050"/>
                  </a:lnTo>
                  <a:lnTo>
                    <a:pt x="620251" y="527050"/>
                  </a:lnTo>
                  <a:lnTo>
                    <a:pt x="613716" y="518702"/>
                  </a:lnTo>
                  <a:close/>
                </a:path>
                <a:path w="704850" h="560070">
                  <a:moveTo>
                    <a:pt x="621411" y="482600"/>
                  </a:moveTo>
                  <a:lnTo>
                    <a:pt x="603758" y="501650"/>
                  </a:lnTo>
                  <a:lnTo>
                    <a:pt x="604774" y="501650"/>
                  </a:lnTo>
                  <a:lnTo>
                    <a:pt x="602041" y="503792"/>
                  </a:lnTo>
                  <a:lnTo>
                    <a:pt x="613716" y="518702"/>
                  </a:lnTo>
                  <a:lnTo>
                    <a:pt x="617347" y="515620"/>
                  </a:lnTo>
                  <a:lnTo>
                    <a:pt x="635762" y="495300"/>
                  </a:lnTo>
                  <a:lnTo>
                    <a:pt x="645134" y="483870"/>
                  </a:lnTo>
                  <a:lnTo>
                    <a:pt x="621030" y="483870"/>
                  </a:lnTo>
                  <a:lnTo>
                    <a:pt x="621411" y="482600"/>
                  </a:lnTo>
                  <a:close/>
                </a:path>
                <a:path w="704850" h="560070">
                  <a:moveTo>
                    <a:pt x="648208" y="444500"/>
                  </a:moveTo>
                  <a:lnTo>
                    <a:pt x="639826" y="458470"/>
                  </a:lnTo>
                  <a:lnTo>
                    <a:pt x="640080" y="458470"/>
                  </a:lnTo>
                  <a:lnTo>
                    <a:pt x="630809" y="471170"/>
                  </a:lnTo>
                  <a:lnTo>
                    <a:pt x="631063" y="471170"/>
                  </a:lnTo>
                  <a:lnTo>
                    <a:pt x="621030" y="483870"/>
                  </a:lnTo>
                  <a:lnTo>
                    <a:pt x="645134" y="483870"/>
                  </a:lnTo>
                  <a:lnTo>
                    <a:pt x="646176" y="482600"/>
                  </a:lnTo>
                  <a:lnTo>
                    <a:pt x="655701" y="468630"/>
                  </a:lnTo>
                  <a:lnTo>
                    <a:pt x="664464" y="454660"/>
                  </a:lnTo>
                  <a:lnTo>
                    <a:pt x="669393" y="445770"/>
                  </a:lnTo>
                  <a:lnTo>
                    <a:pt x="647954" y="445770"/>
                  </a:lnTo>
                  <a:lnTo>
                    <a:pt x="648208" y="444500"/>
                  </a:lnTo>
                  <a:close/>
                </a:path>
                <a:path w="704850" h="560070">
                  <a:moveTo>
                    <a:pt x="57404" y="445770"/>
                  </a:moveTo>
                  <a:lnTo>
                    <a:pt x="57658" y="447040"/>
                  </a:lnTo>
                  <a:lnTo>
                    <a:pt x="58229" y="447040"/>
                  </a:lnTo>
                  <a:lnTo>
                    <a:pt x="57404" y="445770"/>
                  </a:lnTo>
                  <a:close/>
                </a:path>
                <a:path w="704850" h="560070">
                  <a:moveTo>
                    <a:pt x="667766" y="405130"/>
                  </a:moveTo>
                  <a:lnTo>
                    <a:pt x="661924" y="419100"/>
                  </a:lnTo>
                  <a:lnTo>
                    <a:pt x="662178" y="419100"/>
                  </a:lnTo>
                  <a:lnTo>
                    <a:pt x="655320" y="431800"/>
                  </a:lnTo>
                  <a:lnTo>
                    <a:pt x="647954" y="445770"/>
                  </a:lnTo>
                  <a:lnTo>
                    <a:pt x="669393" y="445770"/>
                  </a:lnTo>
                  <a:lnTo>
                    <a:pt x="672211" y="440690"/>
                  </a:lnTo>
                  <a:lnTo>
                    <a:pt x="679323" y="426720"/>
                  </a:lnTo>
                  <a:lnTo>
                    <a:pt x="685419" y="412750"/>
                  </a:lnTo>
                  <a:lnTo>
                    <a:pt x="687641" y="406400"/>
                  </a:lnTo>
                  <a:lnTo>
                    <a:pt x="667639" y="406400"/>
                  </a:lnTo>
                  <a:lnTo>
                    <a:pt x="667766" y="405130"/>
                  </a:lnTo>
                  <a:close/>
                </a:path>
                <a:path w="704850" h="560070">
                  <a:moveTo>
                    <a:pt x="50292" y="433070"/>
                  </a:moveTo>
                  <a:lnTo>
                    <a:pt x="50546" y="434340"/>
                  </a:lnTo>
                  <a:lnTo>
                    <a:pt x="50961" y="434340"/>
                  </a:lnTo>
                  <a:lnTo>
                    <a:pt x="50292" y="433070"/>
                  </a:lnTo>
                  <a:close/>
                </a:path>
                <a:path w="704850" h="560070">
                  <a:moveTo>
                    <a:pt x="43815" y="420370"/>
                  </a:moveTo>
                  <a:lnTo>
                    <a:pt x="44069" y="421640"/>
                  </a:lnTo>
                  <a:lnTo>
                    <a:pt x="44426" y="421640"/>
                  </a:lnTo>
                  <a:lnTo>
                    <a:pt x="43815" y="420370"/>
                  </a:lnTo>
                  <a:close/>
                </a:path>
                <a:path w="704850" h="560070">
                  <a:moveTo>
                    <a:pt x="672719" y="391160"/>
                  </a:moveTo>
                  <a:lnTo>
                    <a:pt x="667639" y="406400"/>
                  </a:lnTo>
                  <a:lnTo>
                    <a:pt x="687641" y="406400"/>
                  </a:lnTo>
                  <a:lnTo>
                    <a:pt x="690753" y="397510"/>
                  </a:lnTo>
                  <a:lnTo>
                    <a:pt x="692369" y="392430"/>
                  </a:lnTo>
                  <a:lnTo>
                    <a:pt x="672592" y="392430"/>
                  </a:lnTo>
                  <a:lnTo>
                    <a:pt x="672719" y="391160"/>
                  </a:lnTo>
                  <a:close/>
                </a:path>
                <a:path w="704850" h="560070">
                  <a:moveTo>
                    <a:pt x="701272" y="266700"/>
                  </a:moveTo>
                  <a:lnTo>
                    <a:pt x="682117" y="266700"/>
                  </a:lnTo>
                  <a:lnTo>
                    <a:pt x="684149" y="280670"/>
                  </a:lnTo>
                  <a:lnTo>
                    <a:pt x="685303" y="293370"/>
                  </a:lnTo>
                  <a:lnTo>
                    <a:pt x="685419" y="294640"/>
                  </a:lnTo>
                  <a:lnTo>
                    <a:pt x="685800" y="308610"/>
                  </a:lnTo>
                  <a:lnTo>
                    <a:pt x="685673" y="322580"/>
                  </a:lnTo>
                  <a:lnTo>
                    <a:pt x="680085" y="364490"/>
                  </a:lnTo>
                  <a:lnTo>
                    <a:pt x="672592" y="392430"/>
                  </a:lnTo>
                  <a:lnTo>
                    <a:pt x="692369" y="392430"/>
                  </a:lnTo>
                  <a:lnTo>
                    <a:pt x="701548" y="353060"/>
                  </a:lnTo>
                  <a:lnTo>
                    <a:pt x="704786" y="312420"/>
                  </a:lnTo>
                  <a:lnTo>
                    <a:pt x="704850" y="308610"/>
                  </a:lnTo>
                  <a:lnTo>
                    <a:pt x="704511" y="298450"/>
                  </a:lnTo>
                  <a:lnTo>
                    <a:pt x="704384" y="294640"/>
                  </a:lnTo>
                  <a:lnTo>
                    <a:pt x="704342" y="293370"/>
                  </a:lnTo>
                  <a:lnTo>
                    <a:pt x="703302" y="281940"/>
                  </a:lnTo>
                  <a:lnTo>
                    <a:pt x="703187" y="280670"/>
                  </a:lnTo>
                  <a:lnTo>
                    <a:pt x="703072" y="279400"/>
                  </a:lnTo>
                  <a:lnTo>
                    <a:pt x="701272" y="266700"/>
                  </a:lnTo>
                  <a:close/>
                </a:path>
                <a:path w="704850" h="560070">
                  <a:moveTo>
                    <a:pt x="28956" y="381000"/>
                  </a:moveTo>
                  <a:lnTo>
                    <a:pt x="29083" y="382270"/>
                  </a:lnTo>
                  <a:lnTo>
                    <a:pt x="29360" y="382270"/>
                  </a:lnTo>
                  <a:lnTo>
                    <a:pt x="28956" y="381000"/>
                  </a:lnTo>
                  <a:close/>
                </a:path>
                <a:path w="704850" h="560070">
                  <a:moveTo>
                    <a:pt x="25527" y="367030"/>
                  </a:moveTo>
                  <a:lnTo>
                    <a:pt x="25654" y="368300"/>
                  </a:lnTo>
                  <a:lnTo>
                    <a:pt x="25823" y="368300"/>
                  </a:lnTo>
                  <a:lnTo>
                    <a:pt x="25527" y="367030"/>
                  </a:lnTo>
                  <a:close/>
                </a:path>
                <a:path w="704850" h="560070">
                  <a:moveTo>
                    <a:pt x="698722" y="252730"/>
                  </a:moveTo>
                  <a:lnTo>
                    <a:pt x="679323" y="252730"/>
                  </a:lnTo>
                  <a:lnTo>
                    <a:pt x="679445" y="253981"/>
                  </a:lnTo>
                  <a:lnTo>
                    <a:pt x="679828" y="255486"/>
                  </a:lnTo>
                  <a:lnTo>
                    <a:pt x="682117" y="267970"/>
                  </a:lnTo>
                  <a:lnTo>
                    <a:pt x="682117" y="266700"/>
                  </a:lnTo>
                  <a:lnTo>
                    <a:pt x="701272" y="266700"/>
                  </a:lnTo>
                  <a:lnTo>
                    <a:pt x="700913" y="264160"/>
                  </a:lnTo>
                  <a:lnTo>
                    <a:pt x="698962" y="253981"/>
                  </a:lnTo>
                  <a:lnTo>
                    <a:pt x="698838" y="253338"/>
                  </a:lnTo>
                  <a:lnTo>
                    <a:pt x="698722" y="252730"/>
                  </a:lnTo>
                  <a:close/>
                </a:path>
                <a:path w="704850" h="560070">
                  <a:moveTo>
                    <a:pt x="681574" y="199390"/>
                  </a:moveTo>
                  <a:lnTo>
                    <a:pt x="660908" y="199390"/>
                  </a:lnTo>
                  <a:lnTo>
                    <a:pt x="666750" y="213360"/>
                  </a:lnTo>
                  <a:lnTo>
                    <a:pt x="671090" y="224490"/>
                  </a:lnTo>
                  <a:lnTo>
                    <a:pt x="675894" y="240030"/>
                  </a:lnTo>
                  <a:lnTo>
                    <a:pt x="679445" y="253981"/>
                  </a:lnTo>
                  <a:lnTo>
                    <a:pt x="679323" y="252730"/>
                  </a:lnTo>
                  <a:lnTo>
                    <a:pt x="698722" y="252730"/>
                  </a:lnTo>
                  <a:lnTo>
                    <a:pt x="697992" y="248920"/>
                  </a:lnTo>
                  <a:lnTo>
                    <a:pt x="694182" y="234950"/>
                  </a:lnTo>
                  <a:lnTo>
                    <a:pt x="689610" y="219710"/>
                  </a:lnTo>
                  <a:lnTo>
                    <a:pt x="684403" y="205740"/>
                  </a:lnTo>
                  <a:lnTo>
                    <a:pt x="681574" y="199390"/>
                  </a:lnTo>
                  <a:close/>
                </a:path>
                <a:path w="704850" h="560070">
                  <a:moveTo>
                    <a:pt x="32604" y="228600"/>
                  </a:moveTo>
                  <a:lnTo>
                    <a:pt x="32385" y="228600"/>
                  </a:lnTo>
                  <a:lnTo>
                    <a:pt x="31480" y="231616"/>
                  </a:lnTo>
                  <a:lnTo>
                    <a:pt x="32604" y="228600"/>
                  </a:lnTo>
                  <a:close/>
                </a:path>
                <a:path w="704850" h="560070">
                  <a:moveTo>
                    <a:pt x="675686" y="186690"/>
                  </a:moveTo>
                  <a:lnTo>
                    <a:pt x="654431" y="186690"/>
                  </a:lnTo>
                  <a:lnTo>
                    <a:pt x="661035" y="200660"/>
                  </a:lnTo>
                  <a:lnTo>
                    <a:pt x="660908" y="199390"/>
                  </a:lnTo>
                  <a:lnTo>
                    <a:pt x="681574" y="199390"/>
                  </a:lnTo>
                  <a:lnTo>
                    <a:pt x="678180" y="191770"/>
                  </a:lnTo>
                  <a:lnTo>
                    <a:pt x="675686" y="186690"/>
                  </a:lnTo>
                  <a:close/>
                </a:path>
                <a:path w="704850" h="560070">
                  <a:moveTo>
                    <a:pt x="669036" y="173990"/>
                  </a:moveTo>
                  <a:lnTo>
                    <a:pt x="647192" y="173990"/>
                  </a:lnTo>
                  <a:lnTo>
                    <a:pt x="654685" y="187960"/>
                  </a:lnTo>
                  <a:lnTo>
                    <a:pt x="654431" y="186690"/>
                  </a:lnTo>
                  <a:lnTo>
                    <a:pt x="675686" y="186690"/>
                  </a:lnTo>
                  <a:lnTo>
                    <a:pt x="671322" y="177800"/>
                  </a:lnTo>
                  <a:lnTo>
                    <a:pt x="669036" y="173990"/>
                  </a:lnTo>
                  <a:close/>
                </a:path>
                <a:path w="704850" h="560070">
                  <a:moveTo>
                    <a:pt x="57531" y="175260"/>
                  </a:moveTo>
                  <a:lnTo>
                    <a:pt x="56896" y="175260"/>
                  </a:lnTo>
                  <a:lnTo>
                    <a:pt x="56769" y="176530"/>
                  </a:lnTo>
                  <a:lnTo>
                    <a:pt x="57531" y="175260"/>
                  </a:lnTo>
                  <a:close/>
                </a:path>
                <a:path w="704850" h="560070">
                  <a:moveTo>
                    <a:pt x="594656" y="85090"/>
                  </a:moveTo>
                  <a:lnTo>
                    <a:pt x="564007" y="85090"/>
                  </a:lnTo>
                  <a:lnTo>
                    <a:pt x="577342" y="95250"/>
                  </a:lnTo>
                  <a:lnTo>
                    <a:pt x="576961" y="95250"/>
                  </a:lnTo>
                  <a:lnTo>
                    <a:pt x="589534" y="105410"/>
                  </a:lnTo>
                  <a:lnTo>
                    <a:pt x="589153" y="105410"/>
                  </a:lnTo>
                  <a:lnTo>
                    <a:pt x="600964" y="115570"/>
                  </a:lnTo>
                  <a:lnTo>
                    <a:pt x="600583" y="115570"/>
                  </a:lnTo>
                  <a:lnTo>
                    <a:pt x="611632" y="127000"/>
                  </a:lnTo>
                  <a:lnTo>
                    <a:pt x="611251" y="127000"/>
                  </a:lnTo>
                  <a:lnTo>
                    <a:pt x="621665" y="138430"/>
                  </a:lnTo>
                  <a:lnTo>
                    <a:pt x="621411" y="138430"/>
                  </a:lnTo>
                  <a:lnTo>
                    <a:pt x="631063" y="149860"/>
                  </a:lnTo>
                  <a:lnTo>
                    <a:pt x="630682" y="149860"/>
                  </a:lnTo>
                  <a:lnTo>
                    <a:pt x="639572" y="162560"/>
                  </a:lnTo>
                  <a:lnTo>
                    <a:pt x="639318" y="162560"/>
                  </a:lnTo>
                  <a:lnTo>
                    <a:pt x="647446" y="175260"/>
                  </a:lnTo>
                  <a:lnTo>
                    <a:pt x="647192" y="173990"/>
                  </a:lnTo>
                  <a:lnTo>
                    <a:pt x="669036" y="173990"/>
                  </a:lnTo>
                  <a:lnTo>
                    <a:pt x="646049" y="138430"/>
                  </a:lnTo>
                  <a:lnTo>
                    <a:pt x="614045" y="102870"/>
                  </a:lnTo>
                  <a:lnTo>
                    <a:pt x="601853" y="91440"/>
                  </a:lnTo>
                  <a:lnTo>
                    <a:pt x="594656" y="85090"/>
                  </a:lnTo>
                  <a:close/>
                </a:path>
                <a:path w="704850" h="560070">
                  <a:moveTo>
                    <a:pt x="74803" y="149860"/>
                  </a:moveTo>
                  <a:lnTo>
                    <a:pt x="74168" y="149860"/>
                  </a:lnTo>
                  <a:lnTo>
                    <a:pt x="73787" y="151130"/>
                  </a:lnTo>
                  <a:lnTo>
                    <a:pt x="74803" y="149860"/>
                  </a:lnTo>
                  <a:close/>
                </a:path>
                <a:path w="704850" h="560070">
                  <a:moveTo>
                    <a:pt x="95250" y="125730"/>
                  </a:moveTo>
                  <a:lnTo>
                    <a:pt x="94488" y="125730"/>
                  </a:lnTo>
                  <a:lnTo>
                    <a:pt x="94107" y="127000"/>
                  </a:lnTo>
                  <a:lnTo>
                    <a:pt x="95250" y="125730"/>
                  </a:lnTo>
                  <a:close/>
                </a:path>
                <a:path w="704850" h="560070">
                  <a:moveTo>
                    <a:pt x="106456" y="114300"/>
                  </a:moveTo>
                  <a:lnTo>
                    <a:pt x="105537" y="114300"/>
                  </a:lnTo>
                  <a:lnTo>
                    <a:pt x="105156" y="115570"/>
                  </a:lnTo>
                  <a:lnTo>
                    <a:pt x="106456" y="114300"/>
                  </a:lnTo>
                  <a:close/>
                </a:path>
                <a:path w="704850" h="560070">
                  <a:moveTo>
                    <a:pt x="118420" y="102870"/>
                  </a:moveTo>
                  <a:lnTo>
                    <a:pt x="116711" y="104266"/>
                  </a:lnTo>
                  <a:lnTo>
                    <a:pt x="116961" y="104266"/>
                  </a:lnTo>
                  <a:lnTo>
                    <a:pt x="118420" y="102870"/>
                  </a:lnTo>
                  <a:close/>
                </a:path>
                <a:path w="704850" h="560070">
                  <a:moveTo>
                    <a:pt x="490788" y="45120"/>
                  </a:moveTo>
                  <a:lnTo>
                    <a:pt x="507746" y="52070"/>
                  </a:lnTo>
                  <a:lnTo>
                    <a:pt x="507238" y="52070"/>
                  </a:lnTo>
                  <a:lnTo>
                    <a:pt x="522350" y="59690"/>
                  </a:lnTo>
                  <a:lnTo>
                    <a:pt x="521970" y="59690"/>
                  </a:lnTo>
                  <a:lnTo>
                    <a:pt x="536829" y="67310"/>
                  </a:lnTo>
                  <a:lnTo>
                    <a:pt x="536448" y="67310"/>
                  </a:lnTo>
                  <a:lnTo>
                    <a:pt x="550926" y="76200"/>
                  </a:lnTo>
                  <a:lnTo>
                    <a:pt x="550545" y="76200"/>
                  </a:lnTo>
                  <a:lnTo>
                    <a:pt x="564388" y="86360"/>
                  </a:lnTo>
                  <a:lnTo>
                    <a:pt x="564007" y="85090"/>
                  </a:lnTo>
                  <a:lnTo>
                    <a:pt x="594656" y="85090"/>
                  </a:lnTo>
                  <a:lnTo>
                    <a:pt x="588899" y="80010"/>
                  </a:lnTo>
                  <a:lnTo>
                    <a:pt x="575310" y="69850"/>
                  </a:lnTo>
                  <a:lnTo>
                    <a:pt x="561086" y="60960"/>
                  </a:lnTo>
                  <a:lnTo>
                    <a:pt x="546227" y="50800"/>
                  </a:lnTo>
                  <a:lnTo>
                    <a:pt x="536067" y="45720"/>
                  </a:lnTo>
                  <a:lnTo>
                    <a:pt x="492632" y="45720"/>
                  </a:lnTo>
                  <a:lnTo>
                    <a:pt x="490788" y="45120"/>
                  </a:lnTo>
                  <a:close/>
                </a:path>
                <a:path w="704850" h="560070">
                  <a:moveTo>
                    <a:pt x="184023" y="59690"/>
                  </a:moveTo>
                  <a:lnTo>
                    <a:pt x="181991" y="59690"/>
                  </a:lnTo>
                  <a:lnTo>
                    <a:pt x="181610" y="60960"/>
                  </a:lnTo>
                  <a:lnTo>
                    <a:pt x="184023" y="59690"/>
                  </a:lnTo>
                  <a:close/>
                </a:path>
                <a:path w="704850" h="560070">
                  <a:moveTo>
                    <a:pt x="219354" y="43180"/>
                  </a:moveTo>
                  <a:lnTo>
                    <a:pt x="209973" y="47081"/>
                  </a:lnTo>
                  <a:lnTo>
                    <a:pt x="210224" y="47081"/>
                  </a:lnTo>
                  <a:lnTo>
                    <a:pt x="219354" y="43180"/>
                  </a:lnTo>
                  <a:close/>
                </a:path>
                <a:path w="704850" h="560070">
                  <a:moveTo>
                    <a:pt x="444590" y="30025"/>
                  </a:moveTo>
                  <a:lnTo>
                    <a:pt x="462025" y="35560"/>
                  </a:lnTo>
                  <a:lnTo>
                    <a:pt x="461645" y="35560"/>
                  </a:lnTo>
                  <a:lnTo>
                    <a:pt x="477393" y="40640"/>
                  </a:lnTo>
                  <a:lnTo>
                    <a:pt x="477012" y="40640"/>
                  </a:lnTo>
                  <a:lnTo>
                    <a:pt x="492633" y="45720"/>
                  </a:lnTo>
                  <a:lnTo>
                    <a:pt x="536067" y="45720"/>
                  </a:lnTo>
                  <a:lnTo>
                    <a:pt x="515493" y="35560"/>
                  </a:lnTo>
                  <a:lnTo>
                    <a:pt x="504909" y="30480"/>
                  </a:lnTo>
                  <a:lnTo>
                    <a:pt x="446531" y="30480"/>
                  </a:lnTo>
                  <a:lnTo>
                    <a:pt x="444590" y="30025"/>
                  </a:lnTo>
                  <a:close/>
                </a:path>
                <a:path w="704850" h="560070">
                  <a:moveTo>
                    <a:pt x="228015" y="40640"/>
                  </a:moveTo>
                  <a:lnTo>
                    <a:pt x="225425" y="40640"/>
                  </a:lnTo>
                  <a:lnTo>
                    <a:pt x="224917" y="41910"/>
                  </a:lnTo>
                  <a:lnTo>
                    <a:pt x="228015" y="40640"/>
                  </a:lnTo>
                  <a:close/>
                </a:path>
                <a:path w="704850" h="560070">
                  <a:moveTo>
                    <a:pt x="240971" y="35330"/>
                  </a:moveTo>
                  <a:lnTo>
                    <a:pt x="240030" y="35560"/>
                  </a:lnTo>
                  <a:lnTo>
                    <a:pt x="240411" y="35560"/>
                  </a:lnTo>
                  <a:lnTo>
                    <a:pt x="240971" y="35330"/>
                  </a:lnTo>
                  <a:close/>
                </a:path>
                <a:path w="704850" h="560070">
                  <a:moveTo>
                    <a:pt x="406590" y="22860"/>
                  </a:moveTo>
                  <a:lnTo>
                    <a:pt x="430285" y="26611"/>
                  </a:lnTo>
                  <a:lnTo>
                    <a:pt x="430637" y="26754"/>
                  </a:lnTo>
                  <a:lnTo>
                    <a:pt x="446532" y="30480"/>
                  </a:lnTo>
                  <a:lnTo>
                    <a:pt x="504909" y="30480"/>
                  </a:lnTo>
                  <a:lnTo>
                    <a:pt x="499796" y="28025"/>
                  </a:lnTo>
                  <a:lnTo>
                    <a:pt x="487616" y="24130"/>
                  </a:lnTo>
                  <a:lnTo>
                    <a:pt x="414782" y="24130"/>
                  </a:lnTo>
                  <a:lnTo>
                    <a:pt x="406590" y="22860"/>
                  </a:lnTo>
                  <a:close/>
                </a:path>
                <a:path w="704850" h="560070">
                  <a:moveTo>
                    <a:pt x="430285" y="26611"/>
                  </a:moveTo>
                  <a:lnTo>
                    <a:pt x="430028" y="26611"/>
                  </a:lnTo>
                  <a:lnTo>
                    <a:pt x="430637" y="26754"/>
                  </a:lnTo>
                  <a:lnTo>
                    <a:pt x="430285" y="26611"/>
                  </a:lnTo>
                  <a:close/>
                </a:path>
                <a:path w="704850" h="560070">
                  <a:moveTo>
                    <a:pt x="473862" y="19050"/>
                  </a:moveTo>
                  <a:lnTo>
                    <a:pt x="366268" y="19050"/>
                  </a:lnTo>
                  <a:lnTo>
                    <a:pt x="383533" y="20378"/>
                  </a:lnTo>
                  <a:lnTo>
                    <a:pt x="383146" y="20378"/>
                  </a:lnTo>
                  <a:lnTo>
                    <a:pt x="399524" y="21647"/>
                  </a:lnTo>
                  <a:lnTo>
                    <a:pt x="398771" y="21647"/>
                  </a:lnTo>
                  <a:lnTo>
                    <a:pt x="414782" y="24130"/>
                  </a:lnTo>
                  <a:lnTo>
                    <a:pt x="487616" y="24130"/>
                  </a:lnTo>
                  <a:lnTo>
                    <a:pt x="483616" y="22860"/>
                  </a:lnTo>
                  <a:lnTo>
                    <a:pt x="473862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72767" y="3939540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571500" y="0"/>
                  </a:moveTo>
                  <a:lnTo>
                    <a:pt x="524632" y="1914"/>
                  </a:lnTo>
                  <a:lnTo>
                    <a:pt x="478808" y="7559"/>
                  </a:lnTo>
                  <a:lnTo>
                    <a:pt x="434173" y="16784"/>
                  </a:lnTo>
                  <a:lnTo>
                    <a:pt x="390875" y="29443"/>
                  </a:lnTo>
                  <a:lnTo>
                    <a:pt x="349061" y="45386"/>
                  </a:lnTo>
                  <a:lnTo>
                    <a:pt x="308878" y="64465"/>
                  </a:lnTo>
                  <a:lnTo>
                    <a:pt x="270474" y="86530"/>
                  </a:lnTo>
                  <a:lnTo>
                    <a:pt x="233994" y="111434"/>
                  </a:lnTo>
                  <a:lnTo>
                    <a:pt x="199588" y="139028"/>
                  </a:lnTo>
                  <a:lnTo>
                    <a:pt x="167401" y="169163"/>
                  </a:lnTo>
                  <a:lnTo>
                    <a:pt x="137582" y="201691"/>
                  </a:lnTo>
                  <a:lnTo>
                    <a:pt x="110276" y="236463"/>
                  </a:lnTo>
                  <a:lnTo>
                    <a:pt x="85632" y="273331"/>
                  </a:lnTo>
                  <a:lnTo>
                    <a:pt x="63796" y="312145"/>
                  </a:lnTo>
                  <a:lnTo>
                    <a:pt x="44916" y="352758"/>
                  </a:lnTo>
                  <a:lnTo>
                    <a:pt x="29138" y="395020"/>
                  </a:lnTo>
                  <a:lnTo>
                    <a:pt x="16611" y="438784"/>
                  </a:lnTo>
                  <a:lnTo>
                    <a:pt x="7480" y="483900"/>
                  </a:lnTo>
                  <a:lnTo>
                    <a:pt x="1894" y="530220"/>
                  </a:lnTo>
                  <a:lnTo>
                    <a:pt x="0" y="577596"/>
                  </a:lnTo>
                  <a:lnTo>
                    <a:pt x="1894" y="624971"/>
                  </a:lnTo>
                  <a:lnTo>
                    <a:pt x="7480" y="671291"/>
                  </a:lnTo>
                  <a:lnTo>
                    <a:pt x="16611" y="716407"/>
                  </a:lnTo>
                  <a:lnTo>
                    <a:pt x="29138" y="760171"/>
                  </a:lnTo>
                  <a:lnTo>
                    <a:pt x="44916" y="802433"/>
                  </a:lnTo>
                  <a:lnTo>
                    <a:pt x="63796" y="843046"/>
                  </a:lnTo>
                  <a:lnTo>
                    <a:pt x="85632" y="881860"/>
                  </a:lnTo>
                  <a:lnTo>
                    <a:pt x="110276" y="918728"/>
                  </a:lnTo>
                  <a:lnTo>
                    <a:pt x="137582" y="953500"/>
                  </a:lnTo>
                  <a:lnTo>
                    <a:pt x="167401" y="986028"/>
                  </a:lnTo>
                  <a:lnTo>
                    <a:pt x="199588" y="1016163"/>
                  </a:lnTo>
                  <a:lnTo>
                    <a:pt x="233994" y="1043757"/>
                  </a:lnTo>
                  <a:lnTo>
                    <a:pt x="270474" y="1068661"/>
                  </a:lnTo>
                  <a:lnTo>
                    <a:pt x="308878" y="1090726"/>
                  </a:lnTo>
                  <a:lnTo>
                    <a:pt x="349061" y="1109805"/>
                  </a:lnTo>
                  <a:lnTo>
                    <a:pt x="390875" y="1125748"/>
                  </a:lnTo>
                  <a:lnTo>
                    <a:pt x="434173" y="1138407"/>
                  </a:lnTo>
                  <a:lnTo>
                    <a:pt x="478808" y="1147632"/>
                  </a:lnTo>
                  <a:lnTo>
                    <a:pt x="524632" y="1153277"/>
                  </a:lnTo>
                  <a:lnTo>
                    <a:pt x="571500" y="1155192"/>
                  </a:lnTo>
                  <a:lnTo>
                    <a:pt x="618367" y="1153277"/>
                  </a:lnTo>
                  <a:lnTo>
                    <a:pt x="664191" y="1147632"/>
                  </a:lnTo>
                  <a:lnTo>
                    <a:pt x="708826" y="1138407"/>
                  </a:lnTo>
                  <a:lnTo>
                    <a:pt x="752124" y="1125748"/>
                  </a:lnTo>
                  <a:lnTo>
                    <a:pt x="793938" y="1109805"/>
                  </a:lnTo>
                  <a:lnTo>
                    <a:pt x="834121" y="1090726"/>
                  </a:lnTo>
                  <a:lnTo>
                    <a:pt x="872525" y="1068661"/>
                  </a:lnTo>
                  <a:lnTo>
                    <a:pt x="909005" y="1043757"/>
                  </a:lnTo>
                  <a:lnTo>
                    <a:pt x="943411" y="1016163"/>
                  </a:lnTo>
                  <a:lnTo>
                    <a:pt x="975598" y="986028"/>
                  </a:lnTo>
                  <a:lnTo>
                    <a:pt x="1005417" y="953500"/>
                  </a:lnTo>
                  <a:lnTo>
                    <a:pt x="1032723" y="918728"/>
                  </a:lnTo>
                  <a:lnTo>
                    <a:pt x="1057367" y="881860"/>
                  </a:lnTo>
                  <a:lnTo>
                    <a:pt x="1079203" y="843046"/>
                  </a:lnTo>
                  <a:lnTo>
                    <a:pt x="1098083" y="802433"/>
                  </a:lnTo>
                  <a:lnTo>
                    <a:pt x="1113861" y="760171"/>
                  </a:lnTo>
                  <a:lnTo>
                    <a:pt x="1126388" y="716407"/>
                  </a:lnTo>
                  <a:lnTo>
                    <a:pt x="1135519" y="671291"/>
                  </a:lnTo>
                  <a:lnTo>
                    <a:pt x="1141105" y="624971"/>
                  </a:lnTo>
                  <a:lnTo>
                    <a:pt x="1143000" y="577596"/>
                  </a:lnTo>
                  <a:lnTo>
                    <a:pt x="1141105" y="530220"/>
                  </a:lnTo>
                  <a:lnTo>
                    <a:pt x="1135519" y="483900"/>
                  </a:lnTo>
                  <a:lnTo>
                    <a:pt x="1126388" y="438784"/>
                  </a:lnTo>
                  <a:lnTo>
                    <a:pt x="1113861" y="395020"/>
                  </a:lnTo>
                  <a:lnTo>
                    <a:pt x="1098083" y="352758"/>
                  </a:lnTo>
                  <a:lnTo>
                    <a:pt x="1079203" y="312145"/>
                  </a:lnTo>
                  <a:lnTo>
                    <a:pt x="1057367" y="273331"/>
                  </a:lnTo>
                  <a:lnTo>
                    <a:pt x="1032723" y="236463"/>
                  </a:lnTo>
                  <a:lnTo>
                    <a:pt x="1005417" y="201691"/>
                  </a:lnTo>
                  <a:lnTo>
                    <a:pt x="975598" y="169163"/>
                  </a:lnTo>
                  <a:lnTo>
                    <a:pt x="943411" y="139028"/>
                  </a:lnTo>
                  <a:lnTo>
                    <a:pt x="909005" y="111434"/>
                  </a:lnTo>
                  <a:lnTo>
                    <a:pt x="872525" y="86530"/>
                  </a:lnTo>
                  <a:lnTo>
                    <a:pt x="834121" y="64465"/>
                  </a:lnTo>
                  <a:lnTo>
                    <a:pt x="793938" y="45386"/>
                  </a:lnTo>
                  <a:lnTo>
                    <a:pt x="752124" y="29443"/>
                  </a:lnTo>
                  <a:lnTo>
                    <a:pt x="708826" y="16784"/>
                  </a:lnTo>
                  <a:lnTo>
                    <a:pt x="664191" y="7559"/>
                  </a:lnTo>
                  <a:lnTo>
                    <a:pt x="618367" y="191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572767" y="3939540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0" y="577596"/>
                  </a:moveTo>
                  <a:lnTo>
                    <a:pt x="1894" y="530220"/>
                  </a:lnTo>
                  <a:lnTo>
                    <a:pt x="7480" y="483900"/>
                  </a:lnTo>
                  <a:lnTo>
                    <a:pt x="16611" y="438784"/>
                  </a:lnTo>
                  <a:lnTo>
                    <a:pt x="29138" y="395020"/>
                  </a:lnTo>
                  <a:lnTo>
                    <a:pt x="44916" y="352758"/>
                  </a:lnTo>
                  <a:lnTo>
                    <a:pt x="63796" y="312145"/>
                  </a:lnTo>
                  <a:lnTo>
                    <a:pt x="85632" y="273331"/>
                  </a:lnTo>
                  <a:lnTo>
                    <a:pt x="110276" y="236463"/>
                  </a:lnTo>
                  <a:lnTo>
                    <a:pt x="137582" y="201691"/>
                  </a:lnTo>
                  <a:lnTo>
                    <a:pt x="167401" y="169163"/>
                  </a:lnTo>
                  <a:lnTo>
                    <a:pt x="199588" y="139028"/>
                  </a:lnTo>
                  <a:lnTo>
                    <a:pt x="233994" y="111434"/>
                  </a:lnTo>
                  <a:lnTo>
                    <a:pt x="270474" y="86530"/>
                  </a:lnTo>
                  <a:lnTo>
                    <a:pt x="308878" y="64465"/>
                  </a:lnTo>
                  <a:lnTo>
                    <a:pt x="349061" y="45386"/>
                  </a:lnTo>
                  <a:lnTo>
                    <a:pt x="390875" y="29443"/>
                  </a:lnTo>
                  <a:lnTo>
                    <a:pt x="434173" y="16784"/>
                  </a:lnTo>
                  <a:lnTo>
                    <a:pt x="478808" y="7559"/>
                  </a:lnTo>
                  <a:lnTo>
                    <a:pt x="524632" y="1914"/>
                  </a:lnTo>
                  <a:lnTo>
                    <a:pt x="571500" y="0"/>
                  </a:lnTo>
                  <a:lnTo>
                    <a:pt x="618367" y="1914"/>
                  </a:lnTo>
                  <a:lnTo>
                    <a:pt x="664191" y="7559"/>
                  </a:lnTo>
                  <a:lnTo>
                    <a:pt x="708826" y="16784"/>
                  </a:lnTo>
                  <a:lnTo>
                    <a:pt x="752124" y="29443"/>
                  </a:lnTo>
                  <a:lnTo>
                    <a:pt x="793938" y="45386"/>
                  </a:lnTo>
                  <a:lnTo>
                    <a:pt x="834121" y="64465"/>
                  </a:lnTo>
                  <a:lnTo>
                    <a:pt x="872525" y="86530"/>
                  </a:lnTo>
                  <a:lnTo>
                    <a:pt x="909005" y="111434"/>
                  </a:lnTo>
                  <a:lnTo>
                    <a:pt x="943411" y="139028"/>
                  </a:lnTo>
                  <a:lnTo>
                    <a:pt x="975598" y="169163"/>
                  </a:lnTo>
                  <a:lnTo>
                    <a:pt x="1005417" y="201691"/>
                  </a:lnTo>
                  <a:lnTo>
                    <a:pt x="1032723" y="236463"/>
                  </a:lnTo>
                  <a:lnTo>
                    <a:pt x="1057367" y="273331"/>
                  </a:lnTo>
                  <a:lnTo>
                    <a:pt x="1079203" y="312145"/>
                  </a:lnTo>
                  <a:lnTo>
                    <a:pt x="1098083" y="352758"/>
                  </a:lnTo>
                  <a:lnTo>
                    <a:pt x="1113861" y="395020"/>
                  </a:lnTo>
                  <a:lnTo>
                    <a:pt x="1126388" y="438784"/>
                  </a:lnTo>
                  <a:lnTo>
                    <a:pt x="1135519" y="483900"/>
                  </a:lnTo>
                  <a:lnTo>
                    <a:pt x="1141105" y="530220"/>
                  </a:lnTo>
                  <a:lnTo>
                    <a:pt x="1143000" y="577596"/>
                  </a:lnTo>
                  <a:lnTo>
                    <a:pt x="1141105" y="624971"/>
                  </a:lnTo>
                  <a:lnTo>
                    <a:pt x="1135519" y="671291"/>
                  </a:lnTo>
                  <a:lnTo>
                    <a:pt x="1126388" y="716407"/>
                  </a:lnTo>
                  <a:lnTo>
                    <a:pt x="1113861" y="760171"/>
                  </a:lnTo>
                  <a:lnTo>
                    <a:pt x="1098083" y="802433"/>
                  </a:lnTo>
                  <a:lnTo>
                    <a:pt x="1079203" y="843046"/>
                  </a:lnTo>
                  <a:lnTo>
                    <a:pt x="1057367" y="881860"/>
                  </a:lnTo>
                  <a:lnTo>
                    <a:pt x="1032723" y="918728"/>
                  </a:lnTo>
                  <a:lnTo>
                    <a:pt x="1005417" y="953500"/>
                  </a:lnTo>
                  <a:lnTo>
                    <a:pt x="975598" y="986028"/>
                  </a:lnTo>
                  <a:lnTo>
                    <a:pt x="943411" y="1016163"/>
                  </a:lnTo>
                  <a:lnTo>
                    <a:pt x="909005" y="1043757"/>
                  </a:lnTo>
                  <a:lnTo>
                    <a:pt x="872525" y="1068661"/>
                  </a:lnTo>
                  <a:lnTo>
                    <a:pt x="834121" y="1090726"/>
                  </a:lnTo>
                  <a:lnTo>
                    <a:pt x="793938" y="1109805"/>
                  </a:lnTo>
                  <a:lnTo>
                    <a:pt x="752124" y="1125748"/>
                  </a:lnTo>
                  <a:lnTo>
                    <a:pt x="708826" y="1138407"/>
                  </a:lnTo>
                  <a:lnTo>
                    <a:pt x="664191" y="1147632"/>
                  </a:lnTo>
                  <a:lnTo>
                    <a:pt x="618367" y="1153277"/>
                  </a:lnTo>
                  <a:lnTo>
                    <a:pt x="571500" y="1155192"/>
                  </a:lnTo>
                  <a:lnTo>
                    <a:pt x="524632" y="1153277"/>
                  </a:lnTo>
                  <a:lnTo>
                    <a:pt x="478808" y="1147632"/>
                  </a:lnTo>
                  <a:lnTo>
                    <a:pt x="434173" y="1138407"/>
                  </a:lnTo>
                  <a:lnTo>
                    <a:pt x="390875" y="1125748"/>
                  </a:lnTo>
                  <a:lnTo>
                    <a:pt x="349061" y="1109805"/>
                  </a:lnTo>
                  <a:lnTo>
                    <a:pt x="308878" y="1090726"/>
                  </a:lnTo>
                  <a:lnTo>
                    <a:pt x="270474" y="1068661"/>
                  </a:lnTo>
                  <a:lnTo>
                    <a:pt x="233994" y="1043757"/>
                  </a:lnTo>
                  <a:lnTo>
                    <a:pt x="199588" y="1016163"/>
                  </a:lnTo>
                  <a:lnTo>
                    <a:pt x="167401" y="986028"/>
                  </a:lnTo>
                  <a:lnTo>
                    <a:pt x="137582" y="953500"/>
                  </a:lnTo>
                  <a:lnTo>
                    <a:pt x="110276" y="918728"/>
                  </a:lnTo>
                  <a:lnTo>
                    <a:pt x="85632" y="881860"/>
                  </a:lnTo>
                  <a:lnTo>
                    <a:pt x="63796" y="843046"/>
                  </a:lnTo>
                  <a:lnTo>
                    <a:pt x="44916" y="802433"/>
                  </a:lnTo>
                  <a:lnTo>
                    <a:pt x="29138" y="760171"/>
                  </a:lnTo>
                  <a:lnTo>
                    <a:pt x="16611" y="716407"/>
                  </a:lnTo>
                  <a:lnTo>
                    <a:pt x="7480" y="671291"/>
                  </a:lnTo>
                  <a:lnTo>
                    <a:pt x="1894" y="624971"/>
                  </a:lnTo>
                  <a:lnTo>
                    <a:pt x="0" y="57759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0178542" y="3953002"/>
            <a:ext cx="1154430" cy="1165225"/>
            <a:chOff x="10178542" y="3953002"/>
            <a:chExt cx="1154430" cy="1165225"/>
          </a:xfrm>
        </p:grpSpPr>
        <p:sp>
          <p:nvSpPr>
            <p:cNvPr id="17" name="object 17" descr=""/>
            <p:cNvSpPr/>
            <p:nvPr/>
          </p:nvSpPr>
          <p:spPr>
            <a:xfrm>
              <a:off x="10184892" y="3959352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570737" y="0"/>
                  </a:moveTo>
                  <a:lnTo>
                    <a:pt x="523928" y="1909"/>
                  </a:lnTo>
                  <a:lnTo>
                    <a:pt x="478160" y="7540"/>
                  </a:lnTo>
                  <a:lnTo>
                    <a:pt x="433581" y="16743"/>
                  </a:lnTo>
                  <a:lnTo>
                    <a:pt x="390339" y="29370"/>
                  </a:lnTo>
                  <a:lnTo>
                    <a:pt x="348579" y="45273"/>
                  </a:lnTo>
                  <a:lnTo>
                    <a:pt x="308449" y="64304"/>
                  </a:lnTo>
                  <a:lnTo>
                    <a:pt x="270095" y="86313"/>
                  </a:lnTo>
                  <a:lnTo>
                    <a:pt x="233665" y="111154"/>
                  </a:lnTo>
                  <a:lnTo>
                    <a:pt x="199306" y="138677"/>
                  </a:lnTo>
                  <a:lnTo>
                    <a:pt x="167163" y="168735"/>
                  </a:lnTo>
                  <a:lnTo>
                    <a:pt x="137385" y="201179"/>
                  </a:lnTo>
                  <a:lnTo>
                    <a:pt x="110118" y="235860"/>
                  </a:lnTo>
                  <a:lnTo>
                    <a:pt x="85508" y="272631"/>
                  </a:lnTo>
                  <a:lnTo>
                    <a:pt x="63703" y="311342"/>
                  </a:lnTo>
                  <a:lnTo>
                    <a:pt x="44850" y="351847"/>
                  </a:lnTo>
                  <a:lnTo>
                    <a:pt x="29096" y="393996"/>
                  </a:lnTo>
                  <a:lnTo>
                    <a:pt x="16586" y="437641"/>
                  </a:lnTo>
                  <a:lnTo>
                    <a:pt x="7469" y="482635"/>
                  </a:lnTo>
                  <a:lnTo>
                    <a:pt x="1891" y="528827"/>
                  </a:lnTo>
                  <a:lnTo>
                    <a:pt x="0" y="576072"/>
                  </a:lnTo>
                  <a:lnTo>
                    <a:pt x="1891" y="623316"/>
                  </a:lnTo>
                  <a:lnTo>
                    <a:pt x="7469" y="669508"/>
                  </a:lnTo>
                  <a:lnTo>
                    <a:pt x="16586" y="714502"/>
                  </a:lnTo>
                  <a:lnTo>
                    <a:pt x="29096" y="758147"/>
                  </a:lnTo>
                  <a:lnTo>
                    <a:pt x="44850" y="800296"/>
                  </a:lnTo>
                  <a:lnTo>
                    <a:pt x="63703" y="840801"/>
                  </a:lnTo>
                  <a:lnTo>
                    <a:pt x="85508" y="879512"/>
                  </a:lnTo>
                  <a:lnTo>
                    <a:pt x="110118" y="916283"/>
                  </a:lnTo>
                  <a:lnTo>
                    <a:pt x="137385" y="950964"/>
                  </a:lnTo>
                  <a:lnTo>
                    <a:pt x="167163" y="983408"/>
                  </a:lnTo>
                  <a:lnTo>
                    <a:pt x="199306" y="1013466"/>
                  </a:lnTo>
                  <a:lnTo>
                    <a:pt x="233665" y="1040989"/>
                  </a:lnTo>
                  <a:lnTo>
                    <a:pt x="270095" y="1065830"/>
                  </a:lnTo>
                  <a:lnTo>
                    <a:pt x="308449" y="1087839"/>
                  </a:lnTo>
                  <a:lnTo>
                    <a:pt x="348579" y="1106870"/>
                  </a:lnTo>
                  <a:lnTo>
                    <a:pt x="390339" y="1122773"/>
                  </a:lnTo>
                  <a:lnTo>
                    <a:pt x="433581" y="1135400"/>
                  </a:lnTo>
                  <a:lnTo>
                    <a:pt x="478160" y="1144603"/>
                  </a:lnTo>
                  <a:lnTo>
                    <a:pt x="523928" y="1150234"/>
                  </a:lnTo>
                  <a:lnTo>
                    <a:pt x="570737" y="1152144"/>
                  </a:lnTo>
                  <a:lnTo>
                    <a:pt x="617547" y="1150234"/>
                  </a:lnTo>
                  <a:lnTo>
                    <a:pt x="663315" y="1144603"/>
                  </a:lnTo>
                  <a:lnTo>
                    <a:pt x="707894" y="1135400"/>
                  </a:lnTo>
                  <a:lnTo>
                    <a:pt x="751136" y="1122773"/>
                  </a:lnTo>
                  <a:lnTo>
                    <a:pt x="792896" y="1106870"/>
                  </a:lnTo>
                  <a:lnTo>
                    <a:pt x="833026" y="1087839"/>
                  </a:lnTo>
                  <a:lnTo>
                    <a:pt x="871380" y="1065830"/>
                  </a:lnTo>
                  <a:lnTo>
                    <a:pt x="907810" y="1040989"/>
                  </a:lnTo>
                  <a:lnTo>
                    <a:pt x="942169" y="1013466"/>
                  </a:lnTo>
                  <a:lnTo>
                    <a:pt x="974312" y="983408"/>
                  </a:lnTo>
                  <a:lnTo>
                    <a:pt x="1004090" y="950964"/>
                  </a:lnTo>
                  <a:lnTo>
                    <a:pt x="1031357" y="916283"/>
                  </a:lnTo>
                  <a:lnTo>
                    <a:pt x="1055967" y="879512"/>
                  </a:lnTo>
                  <a:lnTo>
                    <a:pt x="1077772" y="840801"/>
                  </a:lnTo>
                  <a:lnTo>
                    <a:pt x="1096625" y="800296"/>
                  </a:lnTo>
                  <a:lnTo>
                    <a:pt x="1112379" y="758147"/>
                  </a:lnTo>
                  <a:lnTo>
                    <a:pt x="1124889" y="714502"/>
                  </a:lnTo>
                  <a:lnTo>
                    <a:pt x="1134006" y="669508"/>
                  </a:lnTo>
                  <a:lnTo>
                    <a:pt x="1139584" y="623316"/>
                  </a:lnTo>
                  <a:lnTo>
                    <a:pt x="1141476" y="576072"/>
                  </a:lnTo>
                  <a:lnTo>
                    <a:pt x="1139584" y="528827"/>
                  </a:lnTo>
                  <a:lnTo>
                    <a:pt x="1134006" y="482635"/>
                  </a:lnTo>
                  <a:lnTo>
                    <a:pt x="1124889" y="437641"/>
                  </a:lnTo>
                  <a:lnTo>
                    <a:pt x="1112379" y="393996"/>
                  </a:lnTo>
                  <a:lnTo>
                    <a:pt x="1096625" y="351847"/>
                  </a:lnTo>
                  <a:lnTo>
                    <a:pt x="1077772" y="311342"/>
                  </a:lnTo>
                  <a:lnTo>
                    <a:pt x="1055967" y="272631"/>
                  </a:lnTo>
                  <a:lnTo>
                    <a:pt x="1031357" y="235860"/>
                  </a:lnTo>
                  <a:lnTo>
                    <a:pt x="1004090" y="201179"/>
                  </a:lnTo>
                  <a:lnTo>
                    <a:pt x="974312" y="168735"/>
                  </a:lnTo>
                  <a:lnTo>
                    <a:pt x="942169" y="138677"/>
                  </a:lnTo>
                  <a:lnTo>
                    <a:pt x="907810" y="111154"/>
                  </a:lnTo>
                  <a:lnTo>
                    <a:pt x="871380" y="86313"/>
                  </a:lnTo>
                  <a:lnTo>
                    <a:pt x="833026" y="64304"/>
                  </a:lnTo>
                  <a:lnTo>
                    <a:pt x="792896" y="45273"/>
                  </a:lnTo>
                  <a:lnTo>
                    <a:pt x="751136" y="29370"/>
                  </a:lnTo>
                  <a:lnTo>
                    <a:pt x="707894" y="16743"/>
                  </a:lnTo>
                  <a:lnTo>
                    <a:pt x="663315" y="7540"/>
                  </a:lnTo>
                  <a:lnTo>
                    <a:pt x="617547" y="1909"/>
                  </a:lnTo>
                  <a:lnTo>
                    <a:pt x="5707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0184892" y="3959352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0" y="576072"/>
                  </a:moveTo>
                  <a:lnTo>
                    <a:pt x="1891" y="528827"/>
                  </a:lnTo>
                  <a:lnTo>
                    <a:pt x="7469" y="482635"/>
                  </a:lnTo>
                  <a:lnTo>
                    <a:pt x="16586" y="437641"/>
                  </a:lnTo>
                  <a:lnTo>
                    <a:pt x="29096" y="393996"/>
                  </a:lnTo>
                  <a:lnTo>
                    <a:pt x="44850" y="351847"/>
                  </a:lnTo>
                  <a:lnTo>
                    <a:pt x="63703" y="311342"/>
                  </a:lnTo>
                  <a:lnTo>
                    <a:pt x="85508" y="272631"/>
                  </a:lnTo>
                  <a:lnTo>
                    <a:pt x="110118" y="235860"/>
                  </a:lnTo>
                  <a:lnTo>
                    <a:pt x="137385" y="201179"/>
                  </a:lnTo>
                  <a:lnTo>
                    <a:pt x="167163" y="168735"/>
                  </a:lnTo>
                  <a:lnTo>
                    <a:pt x="199306" y="138677"/>
                  </a:lnTo>
                  <a:lnTo>
                    <a:pt x="233665" y="111154"/>
                  </a:lnTo>
                  <a:lnTo>
                    <a:pt x="270095" y="86313"/>
                  </a:lnTo>
                  <a:lnTo>
                    <a:pt x="308449" y="64304"/>
                  </a:lnTo>
                  <a:lnTo>
                    <a:pt x="348579" y="45273"/>
                  </a:lnTo>
                  <a:lnTo>
                    <a:pt x="390339" y="29370"/>
                  </a:lnTo>
                  <a:lnTo>
                    <a:pt x="433581" y="16743"/>
                  </a:lnTo>
                  <a:lnTo>
                    <a:pt x="478160" y="7540"/>
                  </a:lnTo>
                  <a:lnTo>
                    <a:pt x="523928" y="1909"/>
                  </a:lnTo>
                  <a:lnTo>
                    <a:pt x="570737" y="0"/>
                  </a:lnTo>
                  <a:lnTo>
                    <a:pt x="617547" y="1909"/>
                  </a:lnTo>
                  <a:lnTo>
                    <a:pt x="663315" y="7540"/>
                  </a:lnTo>
                  <a:lnTo>
                    <a:pt x="707894" y="16743"/>
                  </a:lnTo>
                  <a:lnTo>
                    <a:pt x="751136" y="29370"/>
                  </a:lnTo>
                  <a:lnTo>
                    <a:pt x="792896" y="45273"/>
                  </a:lnTo>
                  <a:lnTo>
                    <a:pt x="833026" y="64304"/>
                  </a:lnTo>
                  <a:lnTo>
                    <a:pt x="871380" y="86313"/>
                  </a:lnTo>
                  <a:lnTo>
                    <a:pt x="907810" y="111154"/>
                  </a:lnTo>
                  <a:lnTo>
                    <a:pt x="942169" y="138677"/>
                  </a:lnTo>
                  <a:lnTo>
                    <a:pt x="974312" y="168735"/>
                  </a:lnTo>
                  <a:lnTo>
                    <a:pt x="1004090" y="201179"/>
                  </a:lnTo>
                  <a:lnTo>
                    <a:pt x="1031357" y="235860"/>
                  </a:lnTo>
                  <a:lnTo>
                    <a:pt x="1055967" y="272631"/>
                  </a:lnTo>
                  <a:lnTo>
                    <a:pt x="1077772" y="311342"/>
                  </a:lnTo>
                  <a:lnTo>
                    <a:pt x="1096625" y="351847"/>
                  </a:lnTo>
                  <a:lnTo>
                    <a:pt x="1112379" y="393996"/>
                  </a:lnTo>
                  <a:lnTo>
                    <a:pt x="1124889" y="437641"/>
                  </a:lnTo>
                  <a:lnTo>
                    <a:pt x="1134006" y="482635"/>
                  </a:lnTo>
                  <a:lnTo>
                    <a:pt x="1139584" y="528827"/>
                  </a:lnTo>
                  <a:lnTo>
                    <a:pt x="1141476" y="576072"/>
                  </a:lnTo>
                  <a:lnTo>
                    <a:pt x="1139584" y="623316"/>
                  </a:lnTo>
                  <a:lnTo>
                    <a:pt x="1134006" y="669508"/>
                  </a:lnTo>
                  <a:lnTo>
                    <a:pt x="1124889" y="714502"/>
                  </a:lnTo>
                  <a:lnTo>
                    <a:pt x="1112379" y="758147"/>
                  </a:lnTo>
                  <a:lnTo>
                    <a:pt x="1096625" y="800296"/>
                  </a:lnTo>
                  <a:lnTo>
                    <a:pt x="1077772" y="840801"/>
                  </a:lnTo>
                  <a:lnTo>
                    <a:pt x="1055967" y="879512"/>
                  </a:lnTo>
                  <a:lnTo>
                    <a:pt x="1031357" y="916283"/>
                  </a:lnTo>
                  <a:lnTo>
                    <a:pt x="1004090" y="950964"/>
                  </a:lnTo>
                  <a:lnTo>
                    <a:pt x="974312" y="983408"/>
                  </a:lnTo>
                  <a:lnTo>
                    <a:pt x="942169" y="1013466"/>
                  </a:lnTo>
                  <a:lnTo>
                    <a:pt x="907810" y="1040989"/>
                  </a:lnTo>
                  <a:lnTo>
                    <a:pt x="871380" y="1065830"/>
                  </a:lnTo>
                  <a:lnTo>
                    <a:pt x="833026" y="1087839"/>
                  </a:lnTo>
                  <a:lnTo>
                    <a:pt x="792896" y="1106870"/>
                  </a:lnTo>
                  <a:lnTo>
                    <a:pt x="751136" y="1122773"/>
                  </a:lnTo>
                  <a:lnTo>
                    <a:pt x="707894" y="1135400"/>
                  </a:lnTo>
                  <a:lnTo>
                    <a:pt x="663315" y="1144603"/>
                  </a:lnTo>
                  <a:lnTo>
                    <a:pt x="617547" y="1150234"/>
                  </a:lnTo>
                  <a:lnTo>
                    <a:pt x="570737" y="1152144"/>
                  </a:lnTo>
                  <a:lnTo>
                    <a:pt x="523928" y="1150234"/>
                  </a:lnTo>
                  <a:lnTo>
                    <a:pt x="478160" y="1144603"/>
                  </a:lnTo>
                  <a:lnTo>
                    <a:pt x="433581" y="1135400"/>
                  </a:lnTo>
                  <a:lnTo>
                    <a:pt x="390339" y="1122773"/>
                  </a:lnTo>
                  <a:lnTo>
                    <a:pt x="348579" y="1106870"/>
                  </a:lnTo>
                  <a:lnTo>
                    <a:pt x="308449" y="1087839"/>
                  </a:lnTo>
                  <a:lnTo>
                    <a:pt x="270095" y="1065830"/>
                  </a:lnTo>
                  <a:lnTo>
                    <a:pt x="233665" y="1040989"/>
                  </a:lnTo>
                  <a:lnTo>
                    <a:pt x="199306" y="1013466"/>
                  </a:lnTo>
                  <a:lnTo>
                    <a:pt x="167163" y="983408"/>
                  </a:lnTo>
                  <a:lnTo>
                    <a:pt x="137385" y="950964"/>
                  </a:lnTo>
                  <a:lnTo>
                    <a:pt x="110118" y="916283"/>
                  </a:lnTo>
                  <a:lnTo>
                    <a:pt x="85508" y="879512"/>
                  </a:lnTo>
                  <a:lnTo>
                    <a:pt x="63703" y="840801"/>
                  </a:lnTo>
                  <a:lnTo>
                    <a:pt x="44850" y="800296"/>
                  </a:lnTo>
                  <a:lnTo>
                    <a:pt x="29096" y="758147"/>
                  </a:lnTo>
                  <a:lnTo>
                    <a:pt x="16586" y="714502"/>
                  </a:lnTo>
                  <a:lnTo>
                    <a:pt x="7469" y="669508"/>
                  </a:lnTo>
                  <a:lnTo>
                    <a:pt x="1891" y="623316"/>
                  </a:lnTo>
                  <a:lnTo>
                    <a:pt x="0" y="57607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0622660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2035048" y="2985642"/>
            <a:ext cx="9217025" cy="3419475"/>
            <a:chOff x="2035048" y="2985642"/>
            <a:chExt cx="9217025" cy="3419475"/>
          </a:xfrm>
        </p:grpSpPr>
        <p:sp>
          <p:nvSpPr>
            <p:cNvPr id="21" name="object 21" descr=""/>
            <p:cNvSpPr/>
            <p:nvPr/>
          </p:nvSpPr>
          <p:spPr>
            <a:xfrm>
              <a:off x="10265664" y="4040123"/>
              <a:ext cx="980440" cy="989330"/>
            </a:xfrm>
            <a:custGeom>
              <a:avLst/>
              <a:gdLst/>
              <a:ahLst/>
              <a:cxnLst/>
              <a:rect l="l" t="t" r="r" b="b"/>
              <a:pathLst>
                <a:path w="980440" h="989329">
                  <a:moveTo>
                    <a:pt x="0" y="494538"/>
                  </a:moveTo>
                  <a:lnTo>
                    <a:pt x="2242" y="446902"/>
                  </a:lnTo>
                  <a:lnTo>
                    <a:pt x="8833" y="400550"/>
                  </a:lnTo>
                  <a:lnTo>
                    <a:pt x="19567" y="355687"/>
                  </a:lnTo>
                  <a:lnTo>
                    <a:pt x="34239" y="312521"/>
                  </a:lnTo>
                  <a:lnTo>
                    <a:pt x="52644" y="271260"/>
                  </a:lnTo>
                  <a:lnTo>
                    <a:pt x="74576" y="232109"/>
                  </a:lnTo>
                  <a:lnTo>
                    <a:pt x="99831" y="195277"/>
                  </a:lnTo>
                  <a:lnTo>
                    <a:pt x="128203" y="160969"/>
                  </a:lnTo>
                  <a:lnTo>
                    <a:pt x="159487" y="129394"/>
                  </a:lnTo>
                  <a:lnTo>
                    <a:pt x="193477" y="100758"/>
                  </a:lnTo>
                  <a:lnTo>
                    <a:pt x="229970" y="75269"/>
                  </a:lnTo>
                  <a:lnTo>
                    <a:pt x="268758" y="53132"/>
                  </a:lnTo>
                  <a:lnTo>
                    <a:pt x="309638" y="34557"/>
                  </a:lnTo>
                  <a:lnTo>
                    <a:pt x="352404" y="19749"/>
                  </a:lnTo>
                  <a:lnTo>
                    <a:pt x="396851" y="8915"/>
                  </a:lnTo>
                  <a:lnTo>
                    <a:pt x="442773" y="2263"/>
                  </a:lnTo>
                  <a:lnTo>
                    <a:pt x="489965" y="0"/>
                  </a:lnTo>
                  <a:lnTo>
                    <a:pt x="537158" y="2263"/>
                  </a:lnTo>
                  <a:lnTo>
                    <a:pt x="583080" y="8915"/>
                  </a:lnTo>
                  <a:lnTo>
                    <a:pt x="627527" y="19749"/>
                  </a:lnTo>
                  <a:lnTo>
                    <a:pt x="670293" y="34557"/>
                  </a:lnTo>
                  <a:lnTo>
                    <a:pt x="711173" y="53132"/>
                  </a:lnTo>
                  <a:lnTo>
                    <a:pt x="749961" y="75269"/>
                  </a:lnTo>
                  <a:lnTo>
                    <a:pt x="786454" y="100758"/>
                  </a:lnTo>
                  <a:lnTo>
                    <a:pt x="820444" y="129394"/>
                  </a:lnTo>
                  <a:lnTo>
                    <a:pt x="851728" y="160969"/>
                  </a:lnTo>
                  <a:lnTo>
                    <a:pt x="880100" y="195277"/>
                  </a:lnTo>
                  <a:lnTo>
                    <a:pt x="905355" y="232109"/>
                  </a:lnTo>
                  <a:lnTo>
                    <a:pt x="927287" y="271260"/>
                  </a:lnTo>
                  <a:lnTo>
                    <a:pt x="945692" y="312521"/>
                  </a:lnTo>
                  <a:lnTo>
                    <a:pt x="960364" y="355687"/>
                  </a:lnTo>
                  <a:lnTo>
                    <a:pt x="971098" y="400550"/>
                  </a:lnTo>
                  <a:lnTo>
                    <a:pt x="977689" y="446902"/>
                  </a:lnTo>
                  <a:lnTo>
                    <a:pt x="979931" y="494538"/>
                  </a:lnTo>
                  <a:lnTo>
                    <a:pt x="977689" y="542173"/>
                  </a:lnTo>
                  <a:lnTo>
                    <a:pt x="971098" y="588525"/>
                  </a:lnTo>
                  <a:lnTo>
                    <a:pt x="960364" y="633388"/>
                  </a:lnTo>
                  <a:lnTo>
                    <a:pt x="945692" y="676554"/>
                  </a:lnTo>
                  <a:lnTo>
                    <a:pt x="927287" y="717815"/>
                  </a:lnTo>
                  <a:lnTo>
                    <a:pt x="905355" y="756966"/>
                  </a:lnTo>
                  <a:lnTo>
                    <a:pt x="880100" y="793798"/>
                  </a:lnTo>
                  <a:lnTo>
                    <a:pt x="851728" y="828106"/>
                  </a:lnTo>
                  <a:lnTo>
                    <a:pt x="820444" y="859681"/>
                  </a:lnTo>
                  <a:lnTo>
                    <a:pt x="786454" y="888317"/>
                  </a:lnTo>
                  <a:lnTo>
                    <a:pt x="749961" y="913806"/>
                  </a:lnTo>
                  <a:lnTo>
                    <a:pt x="711173" y="935943"/>
                  </a:lnTo>
                  <a:lnTo>
                    <a:pt x="670293" y="954518"/>
                  </a:lnTo>
                  <a:lnTo>
                    <a:pt x="627527" y="969326"/>
                  </a:lnTo>
                  <a:lnTo>
                    <a:pt x="583080" y="980160"/>
                  </a:lnTo>
                  <a:lnTo>
                    <a:pt x="537158" y="986812"/>
                  </a:lnTo>
                  <a:lnTo>
                    <a:pt x="489965" y="989076"/>
                  </a:lnTo>
                  <a:lnTo>
                    <a:pt x="442773" y="986812"/>
                  </a:lnTo>
                  <a:lnTo>
                    <a:pt x="396851" y="980160"/>
                  </a:lnTo>
                  <a:lnTo>
                    <a:pt x="352404" y="969326"/>
                  </a:lnTo>
                  <a:lnTo>
                    <a:pt x="309638" y="954518"/>
                  </a:lnTo>
                  <a:lnTo>
                    <a:pt x="268758" y="935943"/>
                  </a:lnTo>
                  <a:lnTo>
                    <a:pt x="229970" y="913806"/>
                  </a:lnTo>
                  <a:lnTo>
                    <a:pt x="193477" y="888317"/>
                  </a:lnTo>
                  <a:lnTo>
                    <a:pt x="159487" y="859681"/>
                  </a:lnTo>
                  <a:lnTo>
                    <a:pt x="128203" y="828106"/>
                  </a:lnTo>
                  <a:lnTo>
                    <a:pt x="99831" y="793798"/>
                  </a:lnTo>
                  <a:lnTo>
                    <a:pt x="74576" y="756966"/>
                  </a:lnTo>
                  <a:lnTo>
                    <a:pt x="52644" y="717815"/>
                  </a:lnTo>
                  <a:lnTo>
                    <a:pt x="34239" y="676554"/>
                  </a:lnTo>
                  <a:lnTo>
                    <a:pt x="19567" y="633388"/>
                  </a:lnTo>
                  <a:lnTo>
                    <a:pt x="8833" y="588525"/>
                  </a:lnTo>
                  <a:lnTo>
                    <a:pt x="2242" y="542173"/>
                  </a:lnTo>
                  <a:lnTo>
                    <a:pt x="0" y="4945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689086" y="4493513"/>
              <a:ext cx="1496695" cy="85725"/>
            </a:xfrm>
            <a:custGeom>
              <a:avLst/>
              <a:gdLst/>
              <a:ahLst/>
              <a:cxnLst/>
              <a:rect l="l" t="t" r="r" b="b"/>
              <a:pathLst>
                <a:path w="1496695" h="85725">
                  <a:moveTo>
                    <a:pt x="1410843" y="0"/>
                  </a:moveTo>
                  <a:lnTo>
                    <a:pt x="1410970" y="85725"/>
                  </a:lnTo>
                  <a:lnTo>
                    <a:pt x="1467727" y="57177"/>
                  </a:lnTo>
                  <a:lnTo>
                    <a:pt x="1425194" y="57177"/>
                  </a:lnTo>
                  <a:lnTo>
                    <a:pt x="1425194" y="28603"/>
                  </a:lnTo>
                  <a:lnTo>
                    <a:pt x="1468304" y="28603"/>
                  </a:lnTo>
                  <a:lnTo>
                    <a:pt x="1410843" y="0"/>
                  </a:lnTo>
                  <a:close/>
                </a:path>
                <a:path w="1496695" h="85725">
                  <a:moveTo>
                    <a:pt x="1410885" y="28603"/>
                  </a:moveTo>
                  <a:lnTo>
                    <a:pt x="0" y="31368"/>
                  </a:lnTo>
                  <a:lnTo>
                    <a:pt x="0" y="59943"/>
                  </a:lnTo>
                  <a:lnTo>
                    <a:pt x="1410927" y="57177"/>
                  </a:lnTo>
                  <a:lnTo>
                    <a:pt x="1410885" y="28603"/>
                  </a:lnTo>
                  <a:close/>
                </a:path>
                <a:path w="1496695" h="85725">
                  <a:moveTo>
                    <a:pt x="1468304" y="28603"/>
                  </a:moveTo>
                  <a:lnTo>
                    <a:pt x="1425194" y="28603"/>
                  </a:lnTo>
                  <a:lnTo>
                    <a:pt x="1425194" y="57177"/>
                  </a:lnTo>
                  <a:lnTo>
                    <a:pt x="1467727" y="57177"/>
                  </a:lnTo>
                  <a:lnTo>
                    <a:pt x="1496568" y="42672"/>
                  </a:lnTo>
                  <a:lnTo>
                    <a:pt x="1468304" y="286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615307" y="2985642"/>
              <a:ext cx="6036310" cy="2680335"/>
            </a:xfrm>
            <a:custGeom>
              <a:avLst/>
              <a:gdLst/>
              <a:ahLst/>
              <a:cxnLst/>
              <a:rect l="l" t="t" r="r" b="b"/>
              <a:pathLst>
                <a:path w="6036309" h="2680335">
                  <a:moveTo>
                    <a:pt x="137922" y="2280793"/>
                  </a:moveTo>
                  <a:lnTo>
                    <a:pt x="121704" y="2267547"/>
                  </a:lnTo>
                  <a:lnTo>
                    <a:pt x="91719" y="2239137"/>
                  </a:lnTo>
                  <a:lnTo>
                    <a:pt x="91503" y="2238959"/>
                  </a:lnTo>
                  <a:lnTo>
                    <a:pt x="91186" y="2238641"/>
                  </a:lnTo>
                  <a:lnTo>
                    <a:pt x="65176" y="2209800"/>
                  </a:lnTo>
                  <a:lnTo>
                    <a:pt x="64516" y="2209088"/>
                  </a:lnTo>
                  <a:lnTo>
                    <a:pt x="65024" y="2209800"/>
                  </a:lnTo>
                  <a:lnTo>
                    <a:pt x="64262" y="2208784"/>
                  </a:lnTo>
                  <a:lnTo>
                    <a:pt x="61785" y="2205101"/>
                  </a:lnTo>
                  <a:lnTo>
                    <a:pt x="45821" y="2181872"/>
                  </a:lnTo>
                  <a:lnTo>
                    <a:pt x="67119" y="2170430"/>
                  </a:lnTo>
                  <a:lnTo>
                    <a:pt x="69723" y="2169033"/>
                  </a:lnTo>
                  <a:lnTo>
                    <a:pt x="0" y="2120011"/>
                  </a:lnTo>
                  <a:lnTo>
                    <a:pt x="2540" y="2205101"/>
                  </a:lnTo>
                  <a:lnTo>
                    <a:pt x="28905" y="2190953"/>
                  </a:lnTo>
                  <a:lnTo>
                    <a:pt x="49657" y="2221103"/>
                  </a:lnTo>
                  <a:lnTo>
                    <a:pt x="77851" y="2252218"/>
                  </a:lnTo>
                  <a:lnTo>
                    <a:pt x="109601" y="2282317"/>
                  </a:lnTo>
                  <a:lnTo>
                    <a:pt x="125984" y="2295525"/>
                  </a:lnTo>
                  <a:lnTo>
                    <a:pt x="137922" y="2280793"/>
                  </a:lnTo>
                  <a:close/>
                </a:path>
                <a:path w="6036309" h="2680335">
                  <a:moveTo>
                    <a:pt x="312674" y="2392045"/>
                  </a:moveTo>
                  <a:lnTo>
                    <a:pt x="284543" y="2377630"/>
                  </a:lnTo>
                  <a:lnTo>
                    <a:pt x="283425" y="2376995"/>
                  </a:lnTo>
                  <a:lnTo>
                    <a:pt x="283108" y="2376843"/>
                  </a:lnTo>
                  <a:lnTo>
                    <a:pt x="237363" y="2350782"/>
                  </a:lnTo>
                  <a:lnTo>
                    <a:pt x="195326" y="2323846"/>
                  </a:lnTo>
                  <a:lnTo>
                    <a:pt x="183007" y="2314956"/>
                  </a:lnTo>
                  <a:lnTo>
                    <a:pt x="171831" y="2330450"/>
                  </a:lnTo>
                  <a:lnTo>
                    <a:pt x="184785" y="2339721"/>
                  </a:lnTo>
                  <a:lnTo>
                    <a:pt x="227711" y="2367153"/>
                  </a:lnTo>
                  <a:lnTo>
                    <a:pt x="274066" y="2393569"/>
                  </a:lnTo>
                  <a:lnTo>
                    <a:pt x="303911" y="2408936"/>
                  </a:lnTo>
                  <a:lnTo>
                    <a:pt x="312674" y="2392045"/>
                  </a:lnTo>
                  <a:close/>
                </a:path>
                <a:path w="6036309" h="2680335">
                  <a:moveTo>
                    <a:pt x="503936" y="2473833"/>
                  </a:moveTo>
                  <a:lnTo>
                    <a:pt x="496912" y="2471407"/>
                  </a:lnTo>
                  <a:lnTo>
                    <a:pt x="438835" y="2449106"/>
                  </a:lnTo>
                  <a:lnTo>
                    <a:pt x="384429" y="2426322"/>
                  </a:lnTo>
                  <a:lnTo>
                    <a:pt x="363728" y="2416683"/>
                  </a:lnTo>
                  <a:lnTo>
                    <a:pt x="355727" y="2433955"/>
                  </a:lnTo>
                  <a:lnTo>
                    <a:pt x="376555" y="2443607"/>
                  </a:lnTo>
                  <a:lnTo>
                    <a:pt x="432435" y="2467102"/>
                  </a:lnTo>
                  <a:lnTo>
                    <a:pt x="491363" y="2489581"/>
                  </a:lnTo>
                  <a:lnTo>
                    <a:pt x="497713" y="2491867"/>
                  </a:lnTo>
                  <a:lnTo>
                    <a:pt x="503936" y="2473833"/>
                  </a:lnTo>
                  <a:close/>
                </a:path>
                <a:path w="6036309" h="2680335">
                  <a:moveTo>
                    <a:pt x="560959" y="1164336"/>
                  </a:moveTo>
                  <a:lnTo>
                    <a:pt x="542925" y="1158113"/>
                  </a:lnTo>
                  <a:lnTo>
                    <a:pt x="542290" y="1160145"/>
                  </a:lnTo>
                  <a:lnTo>
                    <a:pt x="528701" y="1210945"/>
                  </a:lnTo>
                  <a:lnTo>
                    <a:pt x="547116" y="1215771"/>
                  </a:lnTo>
                  <a:lnTo>
                    <a:pt x="560578" y="1165352"/>
                  </a:lnTo>
                  <a:lnTo>
                    <a:pt x="560959" y="1164336"/>
                  </a:lnTo>
                  <a:close/>
                </a:path>
                <a:path w="6036309" h="2680335">
                  <a:moveTo>
                    <a:pt x="648208" y="976503"/>
                  </a:moveTo>
                  <a:lnTo>
                    <a:pt x="631825" y="966851"/>
                  </a:lnTo>
                  <a:lnTo>
                    <a:pt x="606171" y="1010285"/>
                  </a:lnTo>
                  <a:lnTo>
                    <a:pt x="581152" y="1059561"/>
                  </a:lnTo>
                  <a:lnTo>
                    <a:pt x="562356" y="1103630"/>
                  </a:lnTo>
                  <a:lnTo>
                    <a:pt x="579882" y="1111123"/>
                  </a:lnTo>
                  <a:lnTo>
                    <a:pt x="598284" y="1067943"/>
                  </a:lnTo>
                  <a:lnTo>
                    <a:pt x="598487" y="1067308"/>
                  </a:lnTo>
                  <a:lnTo>
                    <a:pt x="622935" y="1019175"/>
                  </a:lnTo>
                  <a:lnTo>
                    <a:pt x="628230" y="1010285"/>
                  </a:lnTo>
                  <a:lnTo>
                    <a:pt x="648208" y="976503"/>
                  </a:lnTo>
                  <a:close/>
                </a:path>
                <a:path w="6036309" h="2680335">
                  <a:moveTo>
                    <a:pt x="703326" y="2535682"/>
                  </a:moveTo>
                  <a:lnTo>
                    <a:pt x="689546" y="2532088"/>
                  </a:lnTo>
                  <a:lnTo>
                    <a:pt x="686308" y="2531237"/>
                  </a:lnTo>
                  <a:lnTo>
                    <a:pt x="689203" y="2532088"/>
                  </a:lnTo>
                  <a:lnTo>
                    <a:pt x="625817" y="2513863"/>
                  </a:lnTo>
                  <a:lnTo>
                    <a:pt x="623138" y="2513025"/>
                  </a:lnTo>
                  <a:lnTo>
                    <a:pt x="622922" y="2513025"/>
                  </a:lnTo>
                  <a:lnTo>
                    <a:pt x="624814" y="2513584"/>
                  </a:lnTo>
                  <a:lnTo>
                    <a:pt x="622909" y="2513025"/>
                  </a:lnTo>
                  <a:lnTo>
                    <a:pt x="558800" y="2492883"/>
                  </a:lnTo>
                  <a:lnTo>
                    <a:pt x="557911" y="2492629"/>
                  </a:lnTo>
                  <a:lnTo>
                    <a:pt x="551688" y="2510536"/>
                  </a:lnTo>
                  <a:lnTo>
                    <a:pt x="552958" y="2511044"/>
                  </a:lnTo>
                  <a:lnTo>
                    <a:pt x="617347" y="2531237"/>
                  </a:lnTo>
                  <a:lnTo>
                    <a:pt x="684276" y="2550414"/>
                  </a:lnTo>
                  <a:lnTo>
                    <a:pt x="698500" y="2554097"/>
                  </a:lnTo>
                  <a:lnTo>
                    <a:pt x="703326" y="2535682"/>
                  </a:lnTo>
                  <a:close/>
                </a:path>
                <a:path w="6036309" h="2680335">
                  <a:moveTo>
                    <a:pt x="775462" y="813181"/>
                  </a:moveTo>
                  <a:lnTo>
                    <a:pt x="702945" y="866902"/>
                  </a:lnTo>
                  <a:lnTo>
                    <a:pt x="667131" y="913892"/>
                  </a:lnTo>
                  <a:lnTo>
                    <a:pt x="663829" y="918845"/>
                  </a:lnTo>
                  <a:lnTo>
                    <a:pt x="679577" y="929513"/>
                  </a:lnTo>
                  <a:lnTo>
                    <a:pt x="681685" y="926388"/>
                  </a:lnTo>
                  <a:lnTo>
                    <a:pt x="682523" y="925283"/>
                  </a:lnTo>
                  <a:lnTo>
                    <a:pt x="682739" y="924979"/>
                  </a:lnTo>
                  <a:lnTo>
                    <a:pt x="687336" y="918845"/>
                  </a:lnTo>
                  <a:lnTo>
                    <a:pt x="717321" y="879513"/>
                  </a:lnTo>
                  <a:lnTo>
                    <a:pt x="717829" y="878903"/>
                  </a:lnTo>
                  <a:lnTo>
                    <a:pt x="717931" y="878751"/>
                  </a:lnTo>
                  <a:lnTo>
                    <a:pt x="756754" y="833120"/>
                  </a:lnTo>
                  <a:lnTo>
                    <a:pt x="775462" y="813181"/>
                  </a:lnTo>
                  <a:close/>
                </a:path>
                <a:path w="6036309" h="2680335">
                  <a:moveTo>
                    <a:pt x="906780" y="2582672"/>
                  </a:moveTo>
                  <a:lnTo>
                    <a:pt x="905217" y="2582392"/>
                  </a:lnTo>
                  <a:lnTo>
                    <a:pt x="904786" y="2582303"/>
                  </a:lnTo>
                  <a:lnTo>
                    <a:pt x="903185" y="2581960"/>
                  </a:lnTo>
                  <a:lnTo>
                    <a:pt x="902982" y="2581960"/>
                  </a:lnTo>
                  <a:lnTo>
                    <a:pt x="903643" y="2582100"/>
                  </a:lnTo>
                  <a:lnTo>
                    <a:pt x="902957" y="2581960"/>
                  </a:lnTo>
                  <a:lnTo>
                    <a:pt x="831888" y="2567089"/>
                  </a:lnTo>
                  <a:lnTo>
                    <a:pt x="831545" y="2567013"/>
                  </a:lnTo>
                  <a:lnTo>
                    <a:pt x="829779" y="2566593"/>
                  </a:lnTo>
                  <a:lnTo>
                    <a:pt x="829564" y="2566593"/>
                  </a:lnTo>
                  <a:lnTo>
                    <a:pt x="758444" y="2550033"/>
                  </a:lnTo>
                  <a:lnTo>
                    <a:pt x="754126" y="2568575"/>
                  </a:lnTo>
                  <a:lnTo>
                    <a:pt x="825373" y="2585085"/>
                  </a:lnTo>
                  <a:lnTo>
                    <a:pt x="899160" y="2600579"/>
                  </a:lnTo>
                  <a:lnTo>
                    <a:pt x="903351" y="2601341"/>
                  </a:lnTo>
                  <a:lnTo>
                    <a:pt x="906780" y="2582672"/>
                  </a:lnTo>
                  <a:close/>
                </a:path>
                <a:path w="6036309" h="2680335">
                  <a:moveTo>
                    <a:pt x="928751" y="672465"/>
                  </a:moveTo>
                  <a:lnTo>
                    <a:pt x="916813" y="657733"/>
                  </a:lnTo>
                  <a:lnTo>
                    <a:pt x="879856" y="687705"/>
                  </a:lnTo>
                  <a:lnTo>
                    <a:pt x="830707" y="731139"/>
                  </a:lnTo>
                  <a:lnTo>
                    <a:pt x="801878" y="758952"/>
                  </a:lnTo>
                  <a:lnTo>
                    <a:pt x="815213" y="772668"/>
                  </a:lnTo>
                  <a:lnTo>
                    <a:pt x="843788" y="744982"/>
                  </a:lnTo>
                  <a:lnTo>
                    <a:pt x="891641" y="702640"/>
                  </a:lnTo>
                  <a:lnTo>
                    <a:pt x="928751" y="672465"/>
                  </a:lnTo>
                  <a:close/>
                </a:path>
                <a:path w="6036309" h="2680335">
                  <a:moveTo>
                    <a:pt x="1098804" y="551942"/>
                  </a:moveTo>
                  <a:lnTo>
                    <a:pt x="1088517" y="535940"/>
                  </a:lnTo>
                  <a:lnTo>
                    <a:pt x="1045972" y="563245"/>
                  </a:lnTo>
                  <a:lnTo>
                    <a:pt x="987552" y="603631"/>
                  </a:lnTo>
                  <a:lnTo>
                    <a:pt x="962279" y="622554"/>
                  </a:lnTo>
                  <a:lnTo>
                    <a:pt x="973709" y="637794"/>
                  </a:lnTo>
                  <a:lnTo>
                    <a:pt x="998842" y="618998"/>
                  </a:lnTo>
                  <a:lnTo>
                    <a:pt x="1056474" y="579196"/>
                  </a:lnTo>
                  <a:lnTo>
                    <a:pt x="1056805" y="579069"/>
                  </a:lnTo>
                  <a:lnTo>
                    <a:pt x="1098804" y="551942"/>
                  </a:lnTo>
                  <a:close/>
                </a:path>
                <a:path w="6036309" h="2680335">
                  <a:moveTo>
                    <a:pt x="1113028" y="2617266"/>
                  </a:moveTo>
                  <a:lnTo>
                    <a:pt x="1056005" y="2608999"/>
                  </a:lnTo>
                  <a:lnTo>
                    <a:pt x="978725" y="2596096"/>
                  </a:lnTo>
                  <a:lnTo>
                    <a:pt x="974572" y="2595397"/>
                  </a:lnTo>
                  <a:lnTo>
                    <a:pt x="978255" y="2596096"/>
                  </a:lnTo>
                  <a:lnTo>
                    <a:pt x="963041" y="2593213"/>
                  </a:lnTo>
                  <a:lnTo>
                    <a:pt x="959485" y="2611907"/>
                  </a:lnTo>
                  <a:lnTo>
                    <a:pt x="975106" y="2614815"/>
                  </a:lnTo>
                  <a:lnTo>
                    <a:pt x="1052957" y="2627807"/>
                  </a:lnTo>
                  <a:lnTo>
                    <a:pt x="1110361" y="2636113"/>
                  </a:lnTo>
                  <a:lnTo>
                    <a:pt x="1113028" y="2617266"/>
                  </a:lnTo>
                  <a:close/>
                </a:path>
                <a:path w="6036309" h="2680335">
                  <a:moveTo>
                    <a:pt x="1279906" y="448691"/>
                  </a:moveTo>
                  <a:lnTo>
                    <a:pt x="1271270" y="431800"/>
                  </a:lnTo>
                  <a:lnTo>
                    <a:pt x="1238758" y="448437"/>
                  </a:lnTo>
                  <a:lnTo>
                    <a:pt x="1171575" y="485521"/>
                  </a:lnTo>
                  <a:lnTo>
                    <a:pt x="1137412" y="505968"/>
                  </a:lnTo>
                  <a:lnTo>
                    <a:pt x="1147191" y="522224"/>
                  </a:lnTo>
                  <a:lnTo>
                    <a:pt x="1181544" y="501840"/>
                  </a:lnTo>
                  <a:lnTo>
                    <a:pt x="1247660" y="465328"/>
                  </a:lnTo>
                  <a:lnTo>
                    <a:pt x="1279906" y="448691"/>
                  </a:lnTo>
                  <a:close/>
                </a:path>
                <a:path w="6036309" h="2680335">
                  <a:moveTo>
                    <a:pt x="1320546" y="2641181"/>
                  </a:moveTo>
                  <a:lnTo>
                    <a:pt x="1299019" y="2639491"/>
                  </a:lnTo>
                  <a:lnTo>
                    <a:pt x="1216152" y="2630728"/>
                  </a:lnTo>
                  <a:lnTo>
                    <a:pt x="1169543" y="2624823"/>
                  </a:lnTo>
                  <a:lnTo>
                    <a:pt x="1167130" y="2643721"/>
                  </a:lnTo>
                  <a:lnTo>
                    <a:pt x="1213993" y="2649664"/>
                  </a:lnTo>
                  <a:lnTo>
                    <a:pt x="1297178" y="2658453"/>
                  </a:lnTo>
                  <a:lnTo>
                    <a:pt x="1319149" y="2660167"/>
                  </a:lnTo>
                  <a:lnTo>
                    <a:pt x="1320546" y="2641181"/>
                  </a:lnTo>
                  <a:close/>
                </a:path>
                <a:path w="6036309" h="2680335">
                  <a:moveTo>
                    <a:pt x="1468882" y="359918"/>
                  </a:moveTo>
                  <a:lnTo>
                    <a:pt x="1461516" y="342392"/>
                  </a:lnTo>
                  <a:lnTo>
                    <a:pt x="1456309" y="344551"/>
                  </a:lnTo>
                  <a:lnTo>
                    <a:pt x="1381125" y="377952"/>
                  </a:lnTo>
                  <a:lnTo>
                    <a:pt x="1322578" y="406019"/>
                  </a:lnTo>
                  <a:lnTo>
                    <a:pt x="1330706" y="423164"/>
                  </a:lnTo>
                  <a:lnTo>
                    <a:pt x="1388808" y="395439"/>
                  </a:lnTo>
                  <a:lnTo>
                    <a:pt x="1460398" y="363524"/>
                  </a:lnTo>
                  <a:lnTo>
                    <a:pt x="1463929" y="362026"/>
                  </a:lnTo>
                  <a:lnTo>
                    <a:pt x="1468882" y="359918"/>
                  </a:lnTo>
                  <a:close/>
                </a:path>
                <a:path w="6036309" h="2680335">
                  <a:moveTo>
                    <a:pt x="1529334" y="2655786"/>
                  </a:moveTo>
                  <a:lnTo>
                    <a:pt x="1468501" y="2652725"/>
                  </a:lnTo>
                  <a:lnTo>
                    <a:pt x="1377569" y="2645626"/>
                  </a:lnTo>
                  <a:lnTo>
                    <a:pt x="1376045" y="2664612"/>
                  </a:lnTo>
                  <a:lnTo>
                    <a:pt x="1467104" y="2671711"/>
                  </a:lnTo>
                  <a:lnTo>
                    <a:pt x="1528445" y="2674810"/>
                  </a:lnTo>
                  <a:lnTo>
                    <a:pt x="1529334" y="2655786"/>
                  </a:lnTo>
                  <a:close/>
                </a:path>
                <a:path w="6036309" h="2680335">
                  <a:moveTo>
                    <a:pt x="1663700" y="284226"/>
                  </a:moveTo>
                  <a:lnTo>
                    <a:pt x="1657223" y="266192"/>
                  </a:lnTo>
                  <a:lnTo>
                    <a:pt x="1614297" y="281559"/>
                  </a:lnTo>
                  <a:lnTo>
                    <a:pt x="1534033" y="312293"/>
                  </a:lnTo>
                  <a:lnTo>
                    <a:pt x="1514348" y="320421"/>
                  </a:lnTo>
                  <a:lnTo>
                    <a:pt x="1521714" y="338074"/>
                  </a:lnTo>
                  <a:lnTo>
                    <a:pt x="1541145" y="329946"/>
                  </a:lnTo>
                  <a:lnTo>
                    <a:pt x="1619707" y="299847"/>
                  </a:lnTo>
                  <a:lnTo>
                    <a:pt x="1663700" y="284226"/>
                  </a:lnTo>
                  <a:close/>
                </a:path>
                <a:path w="6036309" h="2680335">
                  <a:moveTo>
                    <a:pt x="1738376" y="2680309"/>
                  </a:moveTo>
                  <a:lnTo>
                    <a:pt x="1738350" y="2677134"/>
                  </a:lnTo>
                  <a:lnTo>
                    <a:pt x="1738249" y="2661259"/>
                  </a:lnTo>
                  <a:lnTo>
                    <a:pt x="1731391" y="2661259"/>
                  </a:lnTo>
                  <a:lnTo>
                    <a:pt x="1642491" y="2659926"/>
                  </a:lnTo>
                  <a:lnTo>
                    <a:pt x="1586230" y="2658097"/>
                  </a:lnTo>
                  <a:lnTo>
                    <a:pt x="1585722" y="2677134"/>
                  </a:lnTo>
                  <a:lnTo>
                    <a:pt x="1642110" y="2678963"/>
                  </a:lnTo>
                  <a:lnTo>
                    <a:pt x="1731137" y="2680309"/>
                  </a:lnTo>
                  <a:lnTo>
                    <a:pt x="1738376" y="2680309"/>
                  </a:lnTo>
                  <a:close/>
                </a:path>
                <a:path w="6036309" h="2680335">
                  <a:moveTo>
                    <a:pt x="1862455" y="219583"/>
                  </a:moveTo>
                  <a:lnTo>
                    <a:pt x="1856994" y="201295"/>
                  </a:lnTo>
                  <a:lnTo>
                    <a:pt x="1781937" y="224155"/>
                  </a:lnTo>
                  <a:lnTo>
                    <a:pt x="1711452" y="247396"/>
                  </a:lnTo>
                  <a:lnTo>
                    <a:pt x="1717421" y="265430"/>
                  </a:lnTo>
                  <a:lnTo>
                    <a:pt x="1787779" y="242316"/>
                  </a:lnTo>
                  <a:lnTo>
                    <a:pt x="1862455" y="219583"/>
                  </a:lnTo>
                  <a:close/>
                </a:path>
                <a:path w="6036309" h="2680335">
                  <a:moveTo>
                    <a:pt x="1948167" y="2676448"/>
                  </a:moveTo>
                  <a:lnTo>
                    <a:pt x="1947557" y="2660980"/>
                  </a:lnTo>
                  <a:lnTo>
                    <a:pt x="1947468" y="2658884"/>
                  </a:lnTo>
                  <a:lnTo>
                    <a:pt x="1947418" y="2657411"/>
                  </a:lnTo>
                  <a:lnTo>
                    <a:pt x="1910753" y="2658884"/>
                  </a:lnTo>
                  <a:lnTo>
                    <a:pt x="1815973" y="2660980"/>
                  </a:lnTo>
                  <a:lnTo>
                    <a:pt x="1795399" y="2660980"/>
                  </a:lnTo>
                  <a:lnTo>
                    <a:pt x="1795500" y="2676448"/>
                  </a:lnTo>
                  <a:lnTo>
                    <a:pt x="1795526" y="2680030"/>
                  </a:lnTo>
                  <a:lnTo>
                    <a:pt x="1816201" y="2680030"/>
                  </a:lnTo>
                  <a:lnTo>
                    <a:pt x="1911337" y="2677922"/>
                  </a:lnTo>
                  <a:lnTo>
                    <a:pt x="1948167" y="2676448"/>
                  </a:lnTo>
                  <a:close/>
                </a:path>
                <a:path w="6036309" h="2680335">
                  <a:moveTo>
                    <a:pt x="2064258" y="165227"/>
                  </a:moveTo>
                  <a:lnTo>
                    <a:pt x="2059940" y="146685"/>
                  </a:lnTo>
                  <a:lnTo>
                    <a:pt x="2050415" y="148971"/>
                  </a:lnTo>
                  <a:lnTo>
                    <a:pt x="1958721" y="172466"/>
                  </a:lnTo>
                  <a:lnTo>
                    <a:pt x="1912112" y="185547"/>
                  </a:lnTo>
                  <a:lnTo>
                    <a:pt x="1917319" y="203962"/>
                  </a:lnTo>
                  <a:lnTo>
                    <a:pt x="1963559" y="190957"/>
                  </a:lnTo>
                  <a:lnTo>
                    <a:pt x="1966112" y="190233"/>
                  </a:lnTo>
                  <a:lnTo>
                    <a:pt x="2054987" y="167386"/>
                  </a:lnTo>
                  <a:lnTo>
                    <a:pt x="2064258" y="165227"/>
                  </a:lnTo>
                  <a:close/>
                </a:path>
                <a:path w="6036309" h="2680335">
                  <a:moveTo>
                    <a:pt x="2157857" y="2664002"/>
                  </a:moveTo>
                  <a:lnTo>
                    <a:pt x="2156295" y="2646146"/>
                  </a:lnTo>
                  <a:lnTo>
                    <a:pt x="2156206" y="2645029"/>
                  </a:lnTo>
                  <a:lnTo>
                    <a:pt x="2143328" y="2646146"/>
                  </a:lnTo>
                  <a:lnTo>
                    <a:pt x="2072894" y="2651188"/>
                  </a:lnTo>
                  <a:lnTo>
                    <a:pt x="2004441" y="2655100"/>
                  </a:lnTo>
                  <a:lnTo>
                    <a:pt x="2005457" y="2674112"/>
                  </a:lnTo>
                  <a:lnTo>
                    <a:pt x="2074164" y="2670187"/>
                  </a:lnTo>
                  <a:lnTo>
                    <a:pt x="2144903" y="2665133"/>
                  </a:lnTo>
                  <a:lnTo>
                    <a:pt x="2157857" y="2664002"/>
                  </a:lnTo>
                  <a:close/>
                </a:path>
                <a:path w="6036309" h="2680335">
                  <a:moveTo>
                    <a:pt x="2268601" y="120523"/>
                  </a:moveTo>
                  <a:lnTo>
                    <a:pt x="2264918" y="101854"/>
                  </a:lnTo>
                  <a:lnTo>
                    <a:pt x="2239899" y="106680"/>
                  </a:lnTo>
                  <a:lnTo>
                    <a:pt x="2144141" y="127000"/>
                  </a:lnTo>
                  <a:lnTo>
                    <a:pt x="2115566" y="133731"/>
                  </a:lnTo>
                  <a:lnTo>
                    <a:pt x="2119884" y="152273"/>
                  </a:lnTo>
                  <a:lnTo>
                    <a:pt x="2149373" y="145300"/>
                  </a:lnTo>
                  <a:lnTo>
                    <a:pt x="2243582" y="125412"/>
                  </a:lnTo>
                  <a:lnTo>
                    <a:pt x="2246426" y="124815"/>
                  </a:lnTo>
                  <a:lnTo>
                    <a:pt x="2268601" y="120523"/>
                  </a:lnTo>
                  <a:close/>
                </a:path>
                <a:path w="6036309" h="2680335">
                  <a:moveTo>
                    <a:pt x="2366645" y="2641917"/>
                  </a:moveTo>
                  <a:lnTo>
                    <a:pt x="2364105" y="2623032"/>
                  </a:lnTo>
                  <a:lnTo>
                    <a:pt x="2348357" y="2625140"/>
                  </a:lnTo>
                  <a:lnTo>
                    <a:pt x="2281174" y="2633129"/>
                  </a:lnTo>
                  <a:lnTo>
                    <a:pt x="2212975" y="2640050"/>
                  </a:lnTo>
                  <a:lnTo>
                    <a:pt x="2214880" y="2658999"/>
                  </a:lnTo>
                  <a:lnTo>
                    <a:pt x="2283333" y="2652052"/>
                  </a:lnTo>
                  <a:lnTo>
                    <a:pt x="2350897" y="2644038"/>
                  </a:lnTo>
                  <a:lnTo>
                    <a:pt x="2366645" y="2641917"/>
                  </a:lnTo>
                  <a:close/>
                </a:path>
                <a:path w="6036309" h="2680335">
                  <a:moveTo>
                    <a:pt x="2474595" y="84455"/>
                  </a:moveTo>
                  <a:lnTo>
                    <a:pt x="2471674" y="65659"/>
                  </a:lnTo>
                  <a:lnTo>
                    <a:pt x="2437257" y="70866"/>
                  </a:lnTo>
                  <a:lnTo>
                    <a:pt x="2337689" y="87884"/>
                  </a:lnTo>
                  <a:lnTo>
                    <a:pt x="2321052" y="91059"/>
                  </a:lnTo>
                  <a:lnTo>
                    <a:pt x="2324608" y="109728"/>
                  </a:lnTo>
                  <a:lnTo>
                    <a:pt x="2341118" y="106553"/>
                  </a:lnTo>
                  <a:lnTo>
                    <a:pt x="2440178" y="89712"/>
                  </a:lnTo>
                  <a:lnTo>
                    <a:pt x="2442311" y="89357"/>
                  </a:lnTo>
                  <a:lnTo>
                    <a:pt x="2474595" y="84455"/>
                  </a:lnTo>
                  <a:close/>
                </a:path>
                <a:path w="6036309" h="2680335">
                  <a:moveTo>
                    <a:pt x="2541524" y="74396"/>
                  </a:moveTo>
                  <a:lnTo>
                    <a:pt x="2540978" y="74396"/>
                  </a:lnTo>
                  <a:lnTo>
                    <a:pt x="2538488" y="74790"/>
                  </a:lnTo>
                  <a:lnTo>
                    <a:pt x="2541524" y="74396"/>
                  </a:lnTo>
                  <a:close/>
                </a:path>
                <a:path w="6036309" h="2680335">
                  <a:moveTo>
                    <a:pt x="2574036" y="2609380"/>
                  </a:moveTo>
                  <a:lnTo>
                    <a:pt x="2570607" y="2590673"/>
                  </a:lnTo>
                  <a:lnTo>
                    <a:pt x="2542413" y="2595880"/>
                  </a:lnTo>
                  <a:lnTo>
                    <a:pt x="2479040" y="2606522"/>
                  </a:lnTo>
                  <a:lnTo>
                    <a:pt x="2420620" y="2615361"/>
                  </a:lnTo>
                  <a:lnTo>
                    <a:pt x="2423414" y="2634196"/>
                  </a:lnTo>
                  <a:lnTo>
                    <a:pt x="2482088" y="2625318"/>
                  </a:lnTo>
                  <a:lnTo>
                    <a:pt x="2545842" y="2614625"/>
                  </a:lnTo>
                  <a:lnTo>
                    <a:pt x="2574036" y="2609380"/>
                  </a:lnTo>
                  <a:close/>
                </a:path>
                <a:path w="6036309" h="2680335">
                  <a:moveTo>
                    <a:pt x="2681732" y="56388"/>
                  </a:moveTo>
                  <a:lnTo>
                    <a:pt x="2679827" y="37338"/>
                  </a:lnTo>
                  <a:lnTo>
                    <a:pt x="2538730" y="55499"/>
                  </a:lnTo>
                  <a:lnTo>
                    <a:pt x="2528189" y="57150"/>
                  </a:lnTo>
                  <a:lnTo>
                    <a:pt x="2531110" y="75946"/>
                  </a:lnTo>
                  <a:lnTo>
                    <a:pt x="2538349" y="74803"/>
                  </a:lnTo>
                  <a:lnTo>
                    <a:pt x="2538488" y="74790"/>
                  </a:lnTo>
                  <a:lnTo>
                    <a:pt x="2540927" y="74396"/>
                  </a:lnTo>
                  <a:lnTo>
                    <a:pt x="2681351" y="56388"/>
                  </a:lnTo>
                  <a:lnTo>
                    <a:pt x="2681732" y="56388"/>
                  </a:lnTo>
                  <a:close/>
                </a:path>
                <a:path w="6036309" h="2680335">
                  <a:moveTo>
                    <a:pt x="2779395" y="2564892"/>
                  </a:moveTo>
                  <a:lnTo>
                    <a:pt x="2774823" y="2546350"/>
                  </a:lnTo>
                  <a:lnTo>
                    <a:pt x="2723769" y="2558796"/>
                  </a:lnTo>
                  <a:lnTo>
                    <a:pt x="2662555" y="2572499"/>
                  </a:lnTo>
                  <a:lnTo>
                    <a:pt x="2626614" y="2579878"/>
                  </a:lnTo>
                  <a:lnTo>
                    <a:pt x="2630424" y="2598547"/>
                  </a:lnTo>
                  <a:lnTo>
                    <a:pt x="2668778" y="2590673"/>
                  </a:lnTo>
                  <a:lnTo>
                    <a:pt x="2728214" y="2577338"/>
                  </a:lnTo>
                  <a:lnTo>
                    <a:pt x="2749931" y="2572054"/>
                  </a:lnTo>
                  <a:lnTo>
                    <a:pt x="2779395" y="2564892"/>
                  </a:lnTo>
                  <a:close/>
                </a:path>
                <a:path w="6036309" h="2680335">
                  <a:moveTo>
                    <a:pt x="2890139" y="36703"/>
                  </a:moveTo>
                  <a:lnTo>
                    <a:pt x="2888615" y="17653"/>
                  </a:lnTo>
                  <a:lnTo>
                    <a:pt x="2819400" y="23114"/>
                  </a:lnTo>
                  <a:lnTo>
                    <a:pt x="2736596" y="31496"/>
                  </a:lnTo>
                  <a:lnTo>
                    <a:pt x="2738628" y="50546"/>
                  </a:lnTo>
                  <a:lnTo>
                    <a:pt x="2820924" y="42075"/>
                  </a:lnTo>
                  <a:lnTo>
                    <a:pt x="2820581" y="42075"/>
                  </a:lnTo>
                  <a:lnTo>
                    <a:pt x="2890139" y="36703"/>
                  </a:lnTo>
                  <a:close/>
                </a:path>
                <a:path w="6036309" h="2680335">
                  <a:moveTo>
                    <a:pt x="2981198" y="2505837"/>
                  </a:moveTo>
                  <a:lnTo>
                    <a:pt x="2975102" y="2487803"/>
                  </a:lnTo>
                  <a:lnTo>
                    <a:pt x="2944812" y="2498026"/>
                  </a:lnTo>
                  <a:lnTo>
                    <a:pt x="2944584" y="2498102"/>
                  </a:lnTo>
                  <a:lnTo>
                    <a:pt x="2942996" y="2498585"/>
                  </a:lnTo>
                  <a:lnTo>
                    <a:pt x="2943136" y="2498585"/>
                  </a:lnTo>
                  <a:lnTo>
                    <a:pt x="2893314" y="2513939"/>
                  </a:lnTo>
                  <a:lnTo>
                    <a:pt x="2890634" y="2514714"/>
                  </a:lnTo>
                  <a:lnTo>
                    <a:pt x="2890799" y="2514714"/>
                  </a:lnTo>
                  <a:lnTo>
                    <a:pt x="2836989" y="2530170"/>
                  </a:lnTo>
                  <a:lnTo>
                    <a:pt x="2839707" y="2529382"/>
                  </a:lnTo>
                  <a:lnTo>
                    <a:pt x="2829941" y="2531999"/>
                  </a:lnTo>
                  <a:lnTo>
                    <a:pt x="2834894" y="2550414"/>
                  </a:lnTo>
                  <a:lnTo>
                    <a:pt x="2842006" y="2548509"/>
                  </a:lnTo>
                  <a:lnTo>
                    <a:pt x="2896362" y="2532888"/>
                  </a:lnTo>
                  <a:lnTo>
                    <a:pt x="2905175" y="2530170"/>
                  </a:lnTo>
                  <a:lnTo>
                    <a:pt x="2949067" y="2516632"/>
                  </a:lnTo>
                  <a:lnTo>
                    <a:pt x="2981198" y="2505837"/>
                  </a:lnTo>
                  <a:close/>
                </a:path>
                <a:path w="6036309" h="2680335">
                  <a:moveTo>
                    <a:pt x="3099054" y="24003"/>
                  </a:moveTo>
                  <a:lnTo>
                    <a:pt x="3098038" y="4953"/>
                  </a:lnTo>
                  <a:lnTo>
                    <a:pt x="2959735" y="12192"/>
                  </a:lnTo>
                  <a:lnTo>
                    <a:pt x="2945638" y="13335"/>
                  </a:lnTo>
                  <a:lnTo>
                    <a:pt x="2946958" y="31267"/>
                  </a:lnTo>
                  <a:lnTo>
                    <a:pt x="2947035" y="32258"/>
                  </a:lnTo>
                  <a:lnTo>
                    <a:pt x="2960878" y="31267"/>
                  </a:lnTo>
                  <a:lnTo>
                    <a:pt x="2960522" y="31267"/>
                  </a:lnTo>
                  <a:lnTo>
                    <a:pt x="3099054" y="24003"/>
                  </a:lnTo>
                  <a:close/>
                </a:path>
                <a:path w="6036309" h="2680335">
                  <a:moveTo>
                    <a:pt x="3176651" y="2427859"/>
                  </a:moveTo>
                  <a:lnTo>
                    <a:pt x="3168777" y="2410587"/>
                  </a:lnTo>
                  <a:lnTo>
                    <a:pt x="3133636" y="2426716"/>
                  </a:lnTo>
                  <a:lnTo>
                    <a:pt x="3089325" y="2445550"/>
                  </a:lnTo>
                  <a:lnTo>
                    <a:pt x="3042031" y="2464054"/>
                  </a:lnTo>
                  <a:lnTo>
                    <a:pt x="3028823" y="2468880"/>
                  </a:lnTo>
                  <a:lnTo>
                    <a:pt x="3035300" y="2486787"/>
                  </a:lnTo>
                  <a:lnTo>
                    <a:pt x="3048762" y="2481834"/>
                  </a:lnTo>
                  <a:lnTo>
                    <a:pt x="3095879" y="2463419"/>
                  </a:lnTo>
                  <a:lnTo>
                    <a:pt x="3140964" y="2444369"/>
                  </a:lnTo>
                  <a:lnTo>
                    <a:pt x="3176651" y="2427859"/>
                  </a:lnTo>
                  <a:close/>
                </a:path>
                <a:path w="6036309" h="2680335">
                  <a:moveTo>
                    <a:pt x="3308096" y="19431"/>
                  </a:moveTo>
                  <a:lnTo>
                    <a:pt x="3307969" y="381"/>
                  </a:lnTo>
                  <a:lnTo>
                    <a:pt x="3239643" y="762"/>
                  </a:lnTo>
                  <a:lnTo>
                    <a:pt x="3155315" y="3175"/>
                  </a:lnTo>
                  <a:lnTo>
                    <a:pt x="3155848" y="19431"/>
                  </a:lnTo>
                  <a:lnTo>
                    <a:pt x="3155950" y="22225"/>
                  </a:lnTo>
                  <a:lnTo>
                    <a:pt x="3240151" y="19812"/>
                  </a:lnTo>
                  <a:lnTo>
                    <a:pt x="3308096" y="19431"/>
                  </a:lnTo>
                  <a:close/>
                </a:path>
                <a:path w="6036309" h="2680335">
                  <a:moveTo>
                    <a:pt x="3359277" y="2321941"/>
                  </a:moveTo>
                  <a:lnTo>
                    <a:pt x="3348101" y="2306574"/>
                  </a:lnTo>
                  <a:lnTo>
                    <a:pt x="3340468" y="2312238"/>
                  </a:lnTo>
                  <a:lnTo>
                    <a:pt x="3325457" y="2322601"/>
                  </a:lnTo>
                  <a:lnTo>
                    <a:pt x="3290189" y="2345436"/>
                  </a:lnTo>
                  <a:lnTo>
                    <a:pt x="3253854" y="2366873"/>
                  </a:lnTo>
                  <a:lnTo>
                    <a:pt x="3219450" y="2385568"/>
                  </a:lnTo>
                  <a:lnTo>
                    <a:pt x="3228467" y="2402332"/>
                  </a:lnTo>
                  <a:lnTo>
                    <a:pt x="3263646" y="2383282"/>
                  </a:lnTo>
                  <a:lnTo>
                    <a:pt x="3300222" y="2361565"/>
                  </a:lnTo>
                  <a:lnTo>
                    <a:pt x="3334512" y="2339467"/>
                  </a:lnTo>
                  <a:lnTo>
                    <a:pt x="3350768" y="2328164"/>
                  </a:lnTo>
                  <a:lnTo>
                    <a:pt x="3359277" y="2321941"/>
                  </a:lnTo>
                  <a:close/>
                </a:path>
                <a:path w="6036309" h="2680335">
                  <a:moveTo>
                    <a:pt x="3506089" y="2168779"/>
                  </a:moveTo>
                  <a:lnTo>
                    <a:pt x="3489452" y="2159508"/>
                  </a:lnTo>
                  <a:lnTo>
                    <a:pt x="3482302" y="2171179"/>
                  </a:lnTo>
                  <a:lnTo>
                    <a:pt x="3474224" y="2183295"/>
                  </a:lnTo>
                  <a:lnTo>
                    <a:pt x="3465157" y="2195817"/>
                  </a:lnTo>
                  <a:lnTo>
                    <a:pt x="3455200" y="2208187"/>
                  </a:lnTo>
                  <a:lnTo>
                    <a:pt x="3454971" y="2208365"/>
                  </a:lnTo>
                  <a:lnTo>
                    <a:pt x="3445027" y="2220137"/>
                  </a:lnTo>
                  <a:lnTo>
                    <a:pt x="3444659" y="2220544"/>
                  </a:lnTo>
                  <a:lnTo>
                    <a:pt x="3443224" y="2222271"/>
                  </a:lnTo>
                  <a:lnTo>
                    <a:pt x="3435896" y="2230183"/>
                  </a:lnTo>
                  <a:lnTo>
                    <a:pt x="3434016" y="2232088"/>
                  </a:lnTo>
                  <a:lnTo>
                    <a:pt x="3422256" y="2244229"/>
                  </a:lnTo>
                  <a:lnTo>
                    <a:pt x="3410508" y="2255494"/>
                  </a:lnTo>
                  <a:lnTo>
                    <a:pt x="3397758" y="2266988"/>
                  </a:lnTo>
                  <a:lnTo>
                    <a:pt x="3392297" y="2271649"/>
                  </a:lnTo>
                  <a:lnTo>
                    <a:pt x="3404743" y="2286127"/>
                  </a:lnTo>
                  <a:lnTo>
                    <a:pt x="3435858" y="2257552"/>
                  </a:lnTo>
                  <a:lnTo>
                    <a:pt x="3470033" y="2220137"/>
                  </a:lnTo>
                  <a:lnTo>
                    <a:pt x="3497961" y="2182114"/>
                  </a:lnTo>
                  <a:lnTo>
                    <a:pt x="3505962" y="2169160"/>
                  </a:lnTo>
                  <a:lnTo>
                    <a:pt x="3506089" y="2168779"/>
                  </a:lnTo>
                  <a:close/>
                </a:path>
                <a:path w="6036309" h="2680335">
                  <a:moveTo>
                    <a:pt x="3517900" y="2794"/>
                  </a:moveTo>
                  <a:lnTo>
                    <a:pt x="3517011" y="2794"/>
                  </a:lnTo>
                  <a:lnTo>
                    <a:pt x="3378835" y="0"/>
                  </a:lnTo>
                  <a:lnTo>
                    <a:pt x="3365119" y="127"/>
                  </a:lnTo>
                  <a:lnTo>
                    <a:pt x="3365246" y="19177"/>
                  </a:lnTo>
                  <a:lnTo>
                    <a:pt x="3385147" y="19177"/>
                  </a:lnTo>
                  <a:lnTo>
                    <a:pt x="3517138" y="21729"/>
                  </a:lnTo>
                  <a:lnTo>
                    <a:pt x="3517900" y="2794"/>
                  </a:lnTo>
                  <a:close/>
                </a:path>
                <a:path w="6036309" h="2680335">
                  <a:moveTo>
                    <a:pt x="3727450" y="13462"/>
                  </a:moveTo>
                  <a:lnTo>
                    <a:pt x="3654044" y="8509"/>
                  </a:lnTo>
                  <a:lnTo>
                    <a:pt x="3575050" y="5207"/>
                  </a:lnTo>
                  <a:lnTo>
                    <a:pt x="3574288" y="24257"/>
                  </a:lnTo>
                  <a:lnTo>
                    <a:pt x="3653561" y="27584"/>
                  </a:lnTo>
                  <a:lnTo>
                    <a:pt x="3653142" y="27584"/>
                  </a:lnTo>
                  <a:lnTo>
                    <a:pt x="3726180" y="32512"/>
                  </a:lnTo>
                  <a:lnTo>
                    <a:pt x="3727450" y="13462"/>
                  </a:lnTo>
                  <a:close/>
                </a:path>
                <a:path w="6036309" h="2680335">
                  <a:moveTo>
                    <a:pt x="3936619" y="31242"/>
                  </a:moveTo>
                  <a:lnTo>
                    <a:pt x="3924046" y="29718"/>
                  </a:lnTo>
                  <a:lnTo>
                    <a:pt x="3789807" y="17653"/>
                  </a:lnTo>
                  <a:lnTo>
                    <a:pt x="3784473" y="17272"/>
                  </a:lnTo>
                  <a:lnTo>
                    <a:pt x="3783203" y="36322"/>
                  </a:lnTo>
                  <a:lnTo>
                    <a:pt x="3788410" y="36576"/>
                  </a:lnTo>
                  <a:lnTo>
                    <a:pt x="3922598" y="48679"/>
                  </a:lnTo>
                  <a:lnTo>
                    <a:pt x="3922255" y="48679"/>
                  </a:lnTo>
                  <a:lnTo>
                    <a:pt x="3934460" y="50165"/>
                  </a:lnTo>
                  <a:lnTo>
                    <a:pt x="3936619" y="31242"/>
                  </a:lnTo>
                  <a:close/>
                </a:path>
                <a:path w="6036309" h="2680335">
                  <a:moveTo>
                    <a:pt x="4144772" y="57277"/>
                  </a:moveTo>
                  <a:lnTo>
                    <a:pt x="4056507" y="44958"/>
                  </a:lnTo>
                  <a:lnTo>
                    <a:pt x="3993388" y="37719"/>
                  </a:lnTo>
                  <a:lnTo>
                    <a:pt x="3991229" y="56642"/>
                  </a:lnTo>
                  <a:lnTo>
                    <a:pt x="4052913" y="63754"/>
                  </a:lnTo>
                  <a:lnTo>
                    <a:pt x="4054208" y="63919"/>
                  </a:lnTo>
                  <a:lnTo>
                    <a:pt x="4054424" y="63919"/>
                  </a:lnTo>
                  <a:lnTo>
                    <a:pt x="4142232" y="76073"/>
                  </a:lnTo>
                  <a:lnTo>
                    <a:pt x="4144772" y="57277"/>
                  </a:lnTo>
                  <a:close/>
                </a:path>
                <a:path w="6036309" h="2680335">
                  <a:moveTo>
                    <a:pt x="4352036" y="91313"/>
                  </a:moveTo>
                  <a:lnTo>
                    <a:pt x="4315333" y="84328"/>
                  </a:lnTo>
                  <a:lnTo>
                    <a:pt x="4201541" y="65532"/>
                  </a:lnTo>
                  <a:lnTo>
                    <a:pt x="4198493" y="84328"/>
                  </a:lnTo>
                  <a:lnTo>
                    <a:pt x="4314749" y="103581"/>
                  </a:lnTo>
                  <a:lnTo>
                    <a:pt x="4348480" y="110109"/>
                  </a:lnTo>
                  <a:lnTo>
                    <a:pt x="4349712" y="103581"/>
                  </a:lnTo>
                  <a:lnTo>
                    <a:pt x="4349788" y="103136"/>
                  </a:lnTo>
                  <a:lnTo>
                    <a:pt x="4352036" y="91313"/>
                  </a:lnTo>
                  <a:close/>
                </a:path>
                <a:path w="6036309" h="2680335">
                  <a:moveTo>
                    <a:pt x="4557522" y="133731"/>
                  </a:moveTo>
                  <a:lnTo>
                    <a:pt x="4441190" y="108331"/>
                  </a:lnTo>
                  <a:lnTo>
                    <a:pt x="4408170" y="102108"/>
                  </a:lnTo>
                  <a:lnTo>
                    <a:pt x="4404614" y="120777"/>
                  </a:lnTo>
                  <a:lnTo>
                    <a:pt x="4436249" y="126796"/>
                  </a:lnTo>
                  <a:lnTo>
                    <a:pt x="4437494" y="127063"/>
                  </a:lnTo>
                  <a:lnTo>
                    <a:pt x="4437710" y="127063"/>
                  </a:lnTo>
                  <a:lnTo>
                    <a:pt x="4553458" y="152400"/>
                  </a:lnTo>
                  <a:lnTo>
                    <a:pt x="4557522" y="133731"/>
                  </a:lnTo>
                  <a:close/>
                </a:path>
                <a:path w="6036309" h="2680335">
                  <a:moveTo>
                    <a:pt x="4760976" y="185928"/>
                  </a:moveTo>
                  <a:lnTo>
                    <a:pt x="4684776" y="164973"/>
                  </a:lnTo>
                  <a:lnTo>
                    <a:pt x="4613275" y="147320"/>
                  </a:lnTo>
                  <a:lnTo>
                    <a:pt x="4608703" y="165862"/>
                  </a:lnTo>
                  <a:lnTo>
                    <a:pt x="4678286" y="182956"/>
                  </a:lnTo>
                  <a:lnTo>
                    <a:pt x="4680178" y="183464"/>
                  </a:lnTo>
                  <a:lnTo>
                    <a:pt x="4680407" y="183464"/>
                  </a:lnTo>
                  <a:lnTo>
                    <a:pt x="4755896" y="204343"/>
                  </a:lnTo>
                  <a:lnTo>
                    <a:pt x="4760976" y="185928"/>
                  </a:lnTo>
                  <a:close/>
                </a:path>
                <a:path w="6036309" h="2680335">
                  <a:moveTo>
                    <a:pt x="4961636" y="247904"/>
                  </a:moveTo>
                  <a:lnTo>
                    <a:pt x="4916170" y="232410"/>
                  </a:lnTo>
                  <a:lnTo>
                    <a:pt x="4816221" y="201676"/>
                  </a:lnTo>
                  <a:lnTo>
                    <a:pt x="4810633" y="219837"/>
                  </a:lnTo>
                  <a:lnTo>
                    <a:pt x="4910645" y="250609"/>
                  </a:lnTo>
                  <a:lnTo>
                    <a:pt x="4910506" y="250609"/>
                  </a:lnTo>
                  <a:lnTo>
                    <a:pt x="4911471" y="250901"/>
                  </a:lnTo>
                  <a:lnTo>
                    <a:pt x="4955540" y="265938"/>
                  </a:lnTo>
                  <a:lnTo>
                    <a:pt x="4961636" y="247904"/>
                  </a:lnTo>
                  <a:close/>
                </a:path>
                <a:path w="6036309" h="2680335">
                  <a:moveTo>
                    <a:pt x="5158740" y="320802"/>
                  </a:moveTo>
                  <a:lnTo>
                    <a:pt x="5133467" y="310261"/>
                  </a:lnTo>
                  <a:lnTo>
                    <a:pt x="5026660" y="270129"/>
                  </a:lnTo>
                  <a:lnTo>
                    <a:pt x="5015738" y="266319"/>
                  </a:lnTo>
                  <a:lnTo>
                    <a:pt x="5009642" y="284353"/>
                  </a:lnTo>
                  <a:lnTo>
                    <a:pt x="5021300" y="288391"/>
                  </a:lnTo>
                  <a:lnTo>
                    <a:pt x="5126228" y="327901"/>
                  </a:lnTo>
                  <a:lnTo>
                    <a:pt x="5126520" y="328041"/>
                  </a:lnTo>
                  <a:lnTo>
                    <a:pt x="5151374" y="338455"/>
                  </a:lnTo>
                  <a:lnTo>
                    <a:pt x="5158740" y="320802"/>
                  </a:lnTo>
                  <a:close/>
                </a:path>
                <a:path w="6036309" h="2680335">
                  <a:moveTo>
                    <a:pt x="5346243" y="415290"/>
                  </a:moveTo>
                  <a:lnTo>
                    <a:pt x="5326875" y="415290"/>
                  </a:lnTo>
                  <a:lnTo>
                    <a:pt x="5326748" y="415290"/>
                  </a:lnTo>
                  <a:lnTo>
                    <a:pt x="5342255" y="423164"/>
                  </a:lnTo>
                  <a:lnTo>
                    <a:pt x="5346243" y="415290"/>
                  </a:lnTo>
                  <a:close/>
                </a:path>
                <a:path w="6036309" h="2680335">
                  <a:moveTo>
                    <a:pt x="5350891" y="406146"/>
                  </a:moveTo>
                  <a:lnTo>
                    <a:pt x="5334889" y="398145"/>
                  </a:lnTo>
                  <a:lnTo>
                    <a:pt x="5274488" y="370484"/>
                  </a:lnTo>
                  <a:lnTo>
                    <a:pt x="5236210" y="352933"/>
                  </a:lnTo>
                  <a:lnTo>
                    <a:pt x="5211572" y="342773"/>
                  </a:lnTo>
                  <a:lnTo>
                    <a:pt x="5204206" y="360299"/>
                  </a:lnTo>
                  <a:lnTo>
                    <a:pt x="5232235" y="372071"/>
                  </a:lnTo>
                  <a:lnTo>
                    <a:pt x="5326875" y="415290"/>
                  </a:lnTo>
                  <a:lnTo>
                    <a:pt x="5326519" y="415124"/>
                  </a:lnTo>
                  <a:lnTo>
                    <a:pt x="5346331" y="415124"/>
                  </a:lnTo>
                  <a:lnTo>
                    <a:pt x="5350891" y="406146"/>
                  </a:lnTo>
                  <a:close/>
                </a:path>
                <a:path w="6036309" h="2680335">
                  <a:moveTo>
                    <a:pt x="5535930" y="505968"/>
                  </a:moveTo>
                  <a:lnTo>
                    <a:pt x="5518912" y="495554"/>
                  </a:lnTo>
                  <a:lnTo>
                    <a:pt x="5459793" y="462699"/>
                  </a:lnTo>
                  <a:lnTo>
                    <a:pt x="5429123" y="445643"/>
                  </a:lnTo>
                  <a:lnTo>
                    <a:pt x="5401818" y="431927"/>
                  </a:lnTo>
                  <a:lnTo>
                    <a:pt x="5393309" y="448945"/>
                  </a:lnTo>
                  <a:lnTo>
                    <a:pt x="5422646" y="463829"/>
                  </a:lnTo>
                  <a:lnTo>
                    <a:pt x="5509692" y="512241"/>
                  </a:lnTo>
                  <a:lnTo>
                    <a:pt x="5525897" y="522224"/>
                  </a:lnTo>
                  <a:lnTo>
                    <a:pt x="5535930" y="505968"/>
                  </a:lnTo>
                  <a:close/>
                </a:path>
                <a:path w="6036309" h="2680335">
                  <a:moveTo>
                    <a:pt x="5710809" y="622808"/>
                  </a:moveTo>
                  <a:lnTo>
                    <a:pt x="5683504" y="602107"/>
                  </a:lnTo>
                  <a:lnTo>
                    <a:pt x="5603748" y="547763"/>
                  </a:lnTo>
                  <a:lnTo>
                    <a:pt x="5584571" y="535940"/>
                  </a:lnTo>
                  <a:lnTo>
                    <a:pt x="5574538" y="552196"/>
                  </a:lnTo>
                  <a:lnTo>
                    <a:pt x="5593207" y="563638"/>
                  </a:lnTo>
                  <a:lnTo>
                    <a:pt x="5672201" y="617474"/>
                  </a:lnTo>
                  <a:lnTo>
                    <a:pt x="5699379" y="638048"/>
                  </a:lnTo>
                  <a:lnTo>
                    <a:pt x="5710809" y="622808"/>
                  </a:lnTo>
                  <a:close/>
                </a:path>
                <a:path w="6036309" h="2680335">
                  <a:moveTo>
                    <a:pt x="5870956" y="759333"/>
                  </a:moveTo>
                  <a:lnTo>
                    <a:pt x="5827268" y="717423"/>
                  </a:lnTo>
                  <a:lnTo>
                    <a:pt x="5758180" y="658749"/>
                  </a:lnTo>
                  <a:lnTo>
                    <a:pt x="5756402" y="657352"/>
                  </a:lnTo>
                  <a:lnTo>
                    <a:pt x="5744845" y="672592"/>
                  </a:lnTo>
                  <a:lnTo>
                    <a:pt x="5745988" y="673366"/>
                  </a:lnTo>
                  <a:lnTo>
                    <a:pt x="5746394" y="673709"/>
                  </a:lnTo>
                  <a:lnTo>
                    <a:pt x="5746635" y="674014"/>
                  </a:lnTo>
                  <a:lnTo>
                    <a:pt x="5746928" y="674166"/>
                  </a:lnTo>
                  <a:lnTo>
                    <a:pt x="5814822" y="731888"/>
                  </a:lnTo>
                  <a:lnTo>
                    <a:pt x="5857748" y="773176"/>
                  </a:lnTo>
                  <a:lnTo>
                    <a:pt x="5870956" y="759333"/>
                  </a:lnTo>
                  <a:close/>
                </a:path>
                <a:path w="6036309" h="2680335">
                  <a:moveTo>
                    <a:pt x="6036183" y="977646"/>
                  </a:moveTo>
                  <a:lnTo>
                    <a:pt x="6030061" y="930275"/>
                  </a:lnTo>
                  <a:lnTo>
                    <a:pt x="6025261" y="893064"/>
                  </a:lnTo>
                  <a:lnTo>
                    <a:pt x="6001486" y="909066"/>
                  </a:lnTo>
                  <a:lnTo>
                    <a:pt x="5974461" y="873252"/>
                  </a:lnTo>
                  <a:lnTo>
                    <a:pt x="5948045" y="840994"/>
                  </a:lnTo>
                  <a:lnTo>
                    <a:pt x="5920105" y="809371"/>
                  </a:lnTo>
                  <a:lnTo>
                    <a:pt x="5911469" y="800227"/>
                  </a:lnTo>
                  <a:lnTo>
                    <a:pt x="5897626" y="813435"/>
                  </a:lnTo>
                  <a:lnTo>
                    <a:pt x="5905741" y="821931"/>
                  </a:lnTo>
                  <a:lnTo>
                    <a:pt x="5933046" y="852843"/>
                  </a:lnTo>
                  <a:lnTo>
                    <a:pt x="5959602" y="885228"/>
                  </a:lnTo>
                  <a:lnTo>
                    <a:pt x="5983783" y="916901"/>
                  </a:lnTo>
                  <a:lnTo>
                    <a:pt x="5985675" y="919695"/>
                  </a:lnTo>
                  <a:lnTo>
                    <a:pt x="5962015" y="935609"/>
                  </a:lnTo>
                  <a:lnTo>
                    <a:pt x="6036183" y="97764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035048" y="5079364"/>
              <a:ext cx="8769350" cy="1325880"/>
            </a:xfrm>
            <a:custGeom>
              <a:avLst/>
              <a:gdLst/>
              <a:ahLst/>
              <a:cxnLst/>
              <a:rect l="l" t="t" r="r" b="b"/>
              <a:pathLst>
                <a:path w="8769350" h="1325879">
                  <a:moveTo>
                    <a:pt x="336359" y="551053"/>
                  </a:moveTo>
                  <a:lnTo>
                    <a:pt x="335292" y="550367"/>
                  </a:lnTo>
                  <a:lnTo>
                    <a:pt x="336042" y="551053"/>
                  </a:lnTo>
                  <a:lnTo>
                    <a:pt x="336359" y="551053"/>
                  </a:lnTo>
                  <a:close/>
                </a:path>
                <a:path w="8769350" h="1325879">
                  <a:moveTo>
                    <a:pt x="6279388" y="83947"/>
                  </a:moveTo>
                  <a:lnTo>
                    <a:pt x="6274943" y="58204"/>
                  </a:lnTo>
                  <a:lnTo>
                    <a:pt x="6274867" y="57785"/>
                  </a:lnTo>
                  <a:lnTo>
                    <a:pt x="6264910" y="0"/>
                  </a:lnTo>
                  <a:lnTo>
                    <a:pt x="6206490" y="62103"/>
                  </a:lnTo>
                  <a:lnTo>
                    <a:pt x="6233401" y="70180"/>
                  </a:lnTo>
                  <a:lnTo>
                    <a:pt x="6231598" y="75653"/>
                  </a:lnTo>
                  <a:lnTo>
                    <a:pt x="6231382" y="76454"/>
                  </a:lnTo>
                  <a:lnTo>
                    <a:pt x="6219799" y="101815"/>
                  </a:lnTo>
                  <a:lnTo>
                    <a:pt x="6205893" y="127609"/>
                  </a:lnTo>
                  <a:lnTo>
                    <a:pt x="6192063" y="150368"/>
                  </a:lnTo>
                  <a:lnTo>
                    <a:pt x="6190234" y="153416"/>
                  </a:lnTo>
                  <a:lnTo>
                    <a:pt x="6172822" y="178409"/>
                  </a:lnTo>
                  <a:lnTo>
                    <a:pt x="6153518" y="203542"/>
                  </a:lnTo>
                  <a:lnTo>
                    <a:pt x="6153124" y="204000"/>
                  </a:lnTo>
                  <a:lnTo>
                    <a:pt x="6152566" y="204711"/>
                  </a:lnTo>
                  <a:lnTo>
                    <a:pt x="6132017" y="228930"/>
                  </a:lnTo>
                  <a:lnTo>
                    <a:pt x="6109767" y="252780"/>
                  </a:lnTo>
                  <a:lnTo>
                    <a:pt x="6109513" y="252907"/>
                  </a:lnTo>
                  <a:lnTo>
                    <a:pt x="6109259" y="253174"/>
                  </a:lnTo>
                  <a:lnTo>
                    <a:pt x="6084951" y="277241"/>
                  </a:lnTo>
                  <a:lnTo>
                    <a:pt x="6061697" y="298450"/>
                  </a:lnTo>
                  <a:lnTo>
                    <a:pt x="6058560" y="301269"/>
                  </a:lnTo>
                  <a:lnTo>
                    <a:pt x="6058433" y="301434"/>
                  </a:lnTo>
                  <a:lnTo>
                    <a:pt x="6003925" y="346214"/>
                  </a:lnTo>
                  <a:lnTo>
                    <a:pt x="5971603" y="370128"/>
                  </a:lnTo>
                  <a:lnTo>
                    <a:pt x="5935408" y="395338"/>
                  </a:lnTo>
                  <a:lnTo>
                    <a:pt x="5901448" y="417601"/>
                  </a:lnTo>
                  <a:lnTo>
                    <a:pt x="5865025" y="439813"/>
                  </a:lnTo>
                  <a:lnTo>
                    <a:pt x="5828335" y="461251"/>
                  </a:lnTo>
                  <a:lnTo>
                    <a:pt x="5824347" y="463448"/>
                  </a:lnTo>
                  <a:lnTo>
                    <a:pt x="5828322" y="461251"/>
                  </a:lnTo>
                  <a:lnTo>
                    <a:pt x="5828093" y="461251"/>
                  </a:lnTo>
                  <a:lnTo>
                    <a:pt x="5823953" y="463651"/>
                  </a:lnTo>
                  <a:lnTo>
                    <a:pt x="5823407" y="463956"/>
                  </a:lnTo>
                  <a:lnTo>
                    <a:pt x="5792063" y="481266"/>
                  </a:lnTo>
                  <a:lnTo>
                    <a:pt x="5706173" y="524941"/>
                  </a:lnTo>
                  <a:lnTo>
                    <a:pt x="5618645" y="564984"/>
                  </a:lnTo>
                  <a:lnTo>
                    <a:pt x="5618505" y="564984"/>
                  </a:lnTo>
                  <a:lnTo>
                    <a:pt x="5618086" y="565213"/>
                  </a:lnTo>
                  <a:lnTo>
                    <a:pt x="5523852" y="604342"/>
                  </a:lnTo>
                  <a:lnTo>
                    <a:pt x="5424538" y="641756"/>
                  </a:lnTo>
                  <a:lnTo>
                    <a:pt x="5320068" y="677519"/>
                  </a:lnTo>
                  <a:lnTo>
                    <a:pt x="5210657" y="711504"/>
                  </a:lnTo>
                  <a:lnTo>
                    <a:pt x="5096700" y="743750"/>
                  </a:lnTo>
                  <a:lnTo>
                    <a:pt x="4978400" y="774090"/>
                  </a:lnTo>
                  <a:lnTo>
                    <a:pt x="4854689" y="802716"/>
                  </a:lnTo>
                  <a:lnTo>
                    <a:pt x="4728019" y="829106"/>
                  </a:lnTo>
                  <a:lnTo>
                    <a:pt x="4597755" y="853465"/>
                  </a:lnTo>
                  <a:lnTo>
                    <a:pt x="4463402" y="875703"/>
                  </a:lnTo>
                  <a:lnTo>
                    <a:pt x="4325874" y="895832"/>
                  </a:lnTo>
                  <a:lnTo>
                    <a:pt x="4184777" y="913726"/>
                  </a:lnTo>
                  <a:lnTo>
                    <a:pt x="4040606" y="929347"/>
                  </a:lnTo>
                  <a:lnTo>
                    <a:pt x="3893820" y="942555"/>
                  </a:lnTo>
                  <a:lnTo>
                    <a:pt x="3744341" y="953401"/>
                  </a:lnTo>
                  <a:lnTo>
                    <a:pt x="3592233" y="961707"/>
                  </a:lnTo>
                  <a:lnTo>
                    <a:pt x="3438461" y="967498"/>
                  </a:lnTo>
                  <a:lnTo>
                    <a:pt x="3282442" y="970724"/>
                  </a:lnTo>
                  <a:lnTo>
                    <a:pt x="3124581" y="971207"/>
                  </a:lnTo>
                  <a:lnTo>
                    <a:pt x="2965297" y="969022"/>
                  </a:lnTo>
                  <a:lnTo>
                    <a:pt x="2821940" y="964730"/>
                  </a:lnTo>
                  <a:lnTo>
                    <a:pt x="2680855" y="958265"/>
                  </a:lnTo>
                  <a:lnTo>
                    <a:pt x="2541651" y="949604"/>
                  </a:lnTo>
                  <a:lnTo>
                    <a:pt x="2404745" y="938949"/>
                  </a:lnTo>
                  <a:lnTo>
                    <a:pt x="2270379" y="926299"/>
                  </a:lnTo>
                  <a:lnTo>
                    <a:pt x="2139277" y="911860"/>
                  </a:lnTo>
                  <a:lnTo>
                    <a:pt x="2009660" y="895261"/>
                  </a:lnTo>
                  <a:lnTo>
                    <a:pt x="1882775" y="876744"/>
                  </a:lnTo>
                  <a:lnTo>
                    <a:pt x="1760296" y="856742"/>
                  </a:lnTo>
                  <a:lnTo>
                    <a:pt x="1639062" y="834605"/>
                  </a:lnTo>
                  <a:lnTo>
                    <a:pt x="1522095" y="810933"/>
                  </a:lnTo>
                  <a:lnTo>
                    <a:pt x="1408557" y="785545"/>
                  </a:lnTo>
                  <a:lnTo>
                    <a:pt x="1298575" y="758647"/>
                  </a:lnTo>
                  <a:lnTo>
                    <a:pt x="1192276" y="730034"/>
                  </a:lnTo>
                  <a:lnTo>
                    <a:pt x="1089914" y="699998"/>
                  </a:lnTo>
                  <a:lnTo>
                    <a:pt x="991781" y="668616"/>
                  </a:lnTo>
                  <a:lnTo>
                    <a:pt x="897509" y="635609"/>
                  </a:lnTo>
                  <a:lnTo>
                    <a:pt x="808443" y="601687"/>
                  </a:lnTo>
                  <a:lnTo>
                    <a:pt x="807707" y="601370"/>
                  </a:lnTo>
                  <a:lnTo>
                    <a:pt x="807212" y="601218"/>
                  </a:lnTo>
                  <a:lnTo>
                    <a:pt x="723061" y="566102"/>
                  </a:lnTo>
                  <a:lnTo>
                    <a:pt x="722363" y="565785"/>
                  </a:lnTo>
                  <a:lnTo>
                    <a:pt x="721868" y="565607"/>
                  </a:lnTo>
                  <a:lnTo>
                    <a:pt x="721436" y="565353"/>
                  </a:lnTo>
                  <a:lnTo>
                    <a:pt x="641946" y="529158"/>
                  </a:lnTo>
                  <a:lnTo>
                    <a:pt x="566610" y="491528"/>
                  </a:lnTo>
                  <a:lnTo>
                    <a:pt x="565531" y="490905"/>
                  </a:lnTo>
                  <a:lnTo>
                    <a:pt x="565048" y="490677"/>
                  </a:lnTo>
                  <a:lnTo>
                    <a:pt x="494372" y="451688"/>
                  </a:lnTo>
                  <a:lnTo>
                    <a:pt x="495884" y="452513"/>
                  </a:lnTo>
                  <a:lnTo>
                    <a:pt x="494068" y="451408"/>
                  </a:lnTo>
                  <a:lnTo>
                    <a:pt x="428053" y="411276"/>
                  </a:lnTo>
                  <a:lnTo>
                    <a:pt x="367601" y="370128"/>
                  </a:lnTo>
                  <a:lnTo>
                    <a:pt x="312356" y="327977"/>
                  </a:lnTo>
                  <a:lnTo>
                    <a:pt x="262966" y="285191"/>
                  </a:lnTo>
                  <a:lnTo>
                    <a:pt x="262382" y="284746"/>
                  </a:lnTo>
                  <a:lnTo>
                    <a:pt x="261874" y="284365"/>
                  </a:lnTo>
                  <a:lnTo>
                    <a:pt x="255079" y="277495"/>
                  </a:lnTo>
                  <a:lnTo>
                    <a:pt x="218059" y="240792"/>
                  </a:lnTo>
                  <a:lnTo>
                    <a:pt x="179070" y="195326"/>
                  </a:lnTo>
                  <a:lnTo>
                    <a:pt x="175425" y="190119"/>
                  </a:lnTo>
                  <a:lnTo>
                    <a:pt x="146545" y="149745"/>
                  </a:lnTo>
                  <a:lnTo>
                    <a:pt x="120700" y="104800"/>
                  </a:lnTo>
                  <a:lnTo>
                    <a:pt x="100291" y="58204"/>
                  </a:lnTo>
                  <a:lnTo>
                    <a:pt x="100152" y="57785"/>
                  </a:lnTo>
                  <a:lnTo>
                    <a:pt x="100025" y="57556"/>
                  </a:lnTo>
                  <a:lnTo>
                    <a:pt x="99898" y="56997"/>
                  </a:lnTo>
                  <a:lnTo>
                    <a:pt x="92227" y="33896"/>
                  </a:lnTo>
                  <a:lnTo>
                    <a:pt x="91884" y="32702"/>
                  </a:lnTo>
                  <a:lnTo>
                    <a:pt x="85852" y="9652"/>
                  </a:lnTo>
                  <a:lnTo>
                    <a:pt x="67437" y="14478"/>
                  </a:lnTo>
                  <a:lnTo>
                    <a:pt x="73914" y="38989"/>
                  </a:lnTo>
                  <a:lnTo>
                    <a:pt x="91948" y="88265"/>
                  </a:lnTo>
                  <a:lnTo>
                    <a:pt x="116332" y="136664"/>
                  </a:lnTo>
                  <a:lnTo>
                    <a:pt x="164338" y="207518"/>
                  </a:lnTo>
                  <a:lnTo>
                    <a:pt x="203835" y="253492"/>
                  </a:lnTo>
                  <a:lnTo>
                    <a:pt x="249174" y="298450"/>
                  </a:lnTo>
                  <a:lnTo>
                    <a:pt x="299974" y="342519"/>
                  </a:lnTo>
                  <a:lnTo>
                    <a:pt x="356235" y="385445"/>
                  </a:lnTo>
                  <a:lnTo>
                    <a:pt x="417957" y="427355"/>
                  </a:lnTo>
                  <a:lnTo>
                    <a:pt x="484632" y="467995"/>
                  </a:lnTo>
                  <a:lnTo>
                    <a:pt x="556387" y="507619"/>
                  </a:lnTo>
                  <a:lnTo>
                    <a:pt x="633095" y="546023"/>
                  </a:lnTo>
                  <a:lnTo>
                    <a:pt x="714502" y="583120"/>
                  </a:lnTo>
                  <a:lnTo>
                    <a:pt x="800354" y="618959"/>
                  </a:lnTo>
                  <a:lnTo>
                    <a:pt x="890778" y="653440"/>
                  </a:lnTo>
                  <a:lnTo>
                    <a:pt x="985393" y="686574"/>
                  </a:lnTo>
                  <a:lnTo>
                    <a:pt x="1084326" y="718185"/>
                  </a:lnTo>
                  <a:lnTo>
                    <a:pt x="1187069" y="748347"/>
                  </a:lnTo>
                  <a:lnTo>
                    <a:pt x="1293749" y="777074"/>
                  </a:lnTo>
                  <a:lnTo>
                    <a:pt x="1404112" y="804075"/>
                  </a:lnTo>
                  <a:lnTo>
                    <a:pt x="1518031" y="829551"/>
                  </a:lnTo>
                  <a:lnTo>
                    <a:pt x="1636229" y="853465"/>
                  </a:lnTo>
                  <a:lnTo>
                    <a:pt x="1756029" y="875334"/>
                  </a:lnTo>
                  <a:lnTo>
                    <a:pt x="1879854" y="895553"/>
                  </a:lnTo>
                  <a:lnTo>
                    <a:pt x="2006600" y="914057"/>
                  </a:lnTo>
                  <a:lnTo>
                    <a:pt x="2136013" y="930656"/>
                  </a:lnTo>
                  <a:lnTo>
                    <a:pt x="2268347" y="945248"/>
                  </a:lnTo>
                  <a:lnTo>
                    <a:pt x="2403094" y="957922"/>
                  </a:lnTo>
                  <a:lnTo>
                    <a:pt x="2540254" y="968603"/>
                  </a:lnTo>
                  <a:lnTo>
                    <a:pt x="2679700" y="977277"/>
                  </a:lnTo>
                  <a:lnTo>
                    <a:pt x="2821178" y="983767"/>
                  </a:lnTo>
                  <a:lnTo>
                    <a:pt x="2964688" y="988060"/>
                  </a:lnTo>
                  <a:lnTo>
                    <a:pt x="3124454" y="990257"/>
                  </a:lnTo>
                  <a:lnTo>
                    <a:pt x="3282569" y="989774"/>
                  </a:lnTo>
                  <a:lnTo>
                    <a:pt x="3438906" y="986536"/>
                  </a:lnTo>
                  <a:lnTo>
                    <a:pt x="3593338" y="980719"/>
                  </a:lnTo>
                  <a:lnTo>
                    <a:pt x="3745484" y="972426"/>
                  </a:lnTo>
                  <a:lnTo>
                    <a:pt x="3762286" y="971207"/>
                  </a:lnTo>
                  <a:lnTo>
                    <a:pt x="3895344" y="961555"/>
                  </a:lnTo>
                  <a:lnTo>
                    <a:pt x="4042537" y="948296"/>
                  </a:lnTo>
                  <a:lnTo>
                    <a:pt x="4186936" y="932649"/>
                  </a:lnTo>
                  <a:lnTo>
                    <a:pt x="4328414" y="914730"/>
                  </a:lnTo>
                  <a:lnTo>
                    <a:pt x="4466463" y="894511"/>
                  </a:lnTo>
                  <a:lnTo>
                    <a:pt x="4601197" y="872185"/>
                  </a:lnTo>
                  <a:lnTo>
                    <a:pt x="4732274" y="847674"/>
                  </a:lnTo>
                  <a:lnTo>
                    <a:pt x="4859528" y="821156"/>
                  </a:lnTo>
                  <a:lnTo>
                    <a:pt x="4982845" y="792619"/>
                  </a:lnTo>
                  <a:lnTo>
                    <a:pt x="5101844" y="762088"/>
                  </a:lnTo>
                  <a:lnTo>
                    <a:pt x="5216271" y="729729"/>
                  </a:lnTo>
                  <a:lnTo>
                    <a:pt x="5326126" y="695553"/>
                  </a:lnTo>
                  <a:lnTo>
                    <a:pt x="5431155" y="659650"/>
                  </a:lnTo>
                  <a:lnTo>
                    <a:pt x="5530977" y="622007"/>
                  </a:lnTo>
                  <a:lnTo>
                    <a:pt x="5625592" y="582739"/>
                  </a:lnTo>
                  <a:lnTo>
                    <a:pt x="5714873" y="541921"/>
                  </a:lnTo>
                  <a:lnTo>
                    <a:pt x="5798185" y="499618"/>
                  </a:lnTo>
                  <a:lnTo>
                    <a:pt x="5837809" y="477774"/>
                  </a:lnTo>
                  <a:lnTo>
                    <a:pt x="5875782" y="455549"/>
                  </a:lnTo>
                  <a:lnTo>
                    <a:pt x="5912358" y="433197"/>
                  </a:lnTo>
                  <a:lnTo>
                    <a:pt x="5947283" y="410337"/>
                  </a:lnTo>
                  <a:lnTo>
                    <a:pt x="5980684" y="387096"/>
                  </a:lnTo>
                  <a:lnTo>
                    <a:pt x="6012561" y="363601"/>
                  </a:lnTo>
                  <a:lnTo>
                    <a:pt x="6031674" y="348513"/>
                  </a:lnTo>
                  <a:lnTo>
                    <a:pt x="6042660" y="339852"/>
                  </a:lnTo>
                  <a:lnTo>
                    <a:pt x="6097905" y="291211"/>
                  </a:lnTo>
                  <a:lnTo>
                    <a:pt x="6146546" y="241300"/>
                  </a:lnTo>
                  <a:lnTo>
                    <a:pt x="6187948" y="190119"/>
                  </a:lnTo>
                  <a:lnTo>
                    <a:pt x="6222111" y="137668"/>
                  </a:lnTo>
                  <a:lnTo>
                    <a:pt x="6248908" y="83947"/>
                  </a:lnTo>
                  <a:lnTo>
                    <a:pt x="6251689" y="75653"/>
                  </a:lnTo>
                  <a:lnTo>
                    <a:pt x="6279388" y="83947"/>
                  </a:lnTo>
                  <a:close/>
                </a:path>
                <a:path w="8769350" h="1325879">
                  <a:moveTo>
                    <a:pt x="8175282" y="690727"/>
                  </a:moveTo>
                  <a:lnTo>
                    <a:pt x="8175041" y="690727"/>
                  </a:lnTo>
                  <a:lnTo>
                    <a:pt x="8169681" y="693445"/>
                  </a:lnTo>
                  <a:lnTo>
                    <a:pt x="8175282" y="690727"/>
                  </a:lnTo>
                  <a:close/>
                </a:path>
                <a:path w="8769350" h="1325879">
                  <a:moveTo>
                    <a:pt x="8225193" y="665340"/>
                  </a:moveTo>
                  <a:lnTo>
                    <a:pt x="8224952" y="665340"/>
                  </a:lnTo>
                  <a:lnTo>
                    <a:pt x="8220354" y="667766"/>
                  </a:lnTo>
                  <a:lnTo>
                    <a:pt x="8225193" y="665340"/>
                  </a:lnTo>
                  <a:close/>
                </a:path>
                <a:path w="8769350" h="1325879">
                  <a:moveTo>
                    <a:pt x="8477948" y="500253"/>
                  </a:moveTo>
                  <a:lnTo>
                    <a:pt x="8477720" y="500253"/>
                  </a:lnTo>
                  <a:lnTo>
                    <a:pt x="8474786" y="502437"/>
                  </a:lnTo>
                  <a:lnTo>
                    <a:pt x="8477948" y="500253"/>
                  </a:lnTo>
                  <a:close/>
                </a:path>
                <a:path w="8769350" h="1325879">
                  <a:moveTo>
                    <a:pt x="8768969" y="106426"/>
                  </a:moveTo>
                  <a:lnTo>
                    <a:pt x="8761362" y="93726"/>
                  </a:lnTo>
                  <a:lnTo>
                    <a:pt x="8723389" y="30276"/>
                  </a:lnTo>
                  <a:lnTo>
                    <a:pt x="8722995" y="31178"/>
                  </a:lnTo>
                  <a:lnTo>
                    <a:pt x="8693277" y="106426"/>
                  </a:lnTo>
                  <a:lnTo>
                    <a:pt x="8720899" y="106426"/>
                  </a:lnTo>
                  <a:lnTo>
                    <a:pt x="8721471" y="119126"/>
                  </a:lnTo>
                  <a:lnTo>
                    <a:pt x="8718296" y="157226"/>
                  </a:lnTo>
                  <a:lnTo>
                    <a:pt x="8712581" y="182626"/>
                  </a:lnTo>
                  <a:lnTo>
                    <a:pt x="8704199" y="220726"/>
                  </a:lnTo>
                  <a:lnTo>
                    <a:pt x="8704453" y="208026"/>
                  </a:lnTo>
                  <a:lnTo>
                    <a:pt x="8693023" y="246126"/>
                  </a:lnTo>
                  <a:lnTo>
                    <a:pt x="8693404" y="246126"/>
                  </a:lnTo>
                  <a:lnTo>
                    <a:pt x="8679434" y="271526"/>
                  </a:lnTo>
                  <a:lnTo>
                    <a:pt x="8679688" y="271526"/>
                  </a:lnTo>
                  <a:lnTo>
                    <a:pt x="8663051" y="296926"/>
                  </a:lnTo>
                  <a:lnTo>
                    <a:pt x="8663432" y="296926"/>
                  </a:lnTo>
                  <a:lnTo>
                    <a:pt x="8644255" y="335026"/>
                  </a:lnTo>
                  <a:lnTo>
                    <a:pt x="8644509" y="335026"/>
                  </a:lnTo>
                  <a:lnTo>
                    <a:pt x="8622792" y="360426"/>
                  </a:lnTo>
                  <a:lnTo>
                    <a:pt x="8623046" y="360426"/>
                  </a:lnTo>
                  <a:lnTo>
                    <a:pt x="8598662" y="385826"/>
                  </a:lnTo>
                  <a:lnTo>
                    <a:pt x="8599043" y="385826"/>
                  </a:lnTo>
                  <a:lnTo>
                    <a:pt x="8572119" y="423926"/>
                  </a:lnTo>
                  <a:lnTo>
                    <a:pt x="8572500" y="423926"/>
                  </a:lnTo>
                  <a:lnTo>
                    <a:pt x="8543252" y="449453"/>
                  </a:lnTo>
                  <a:lnTo>
                    <a:pt x="8543011" y="449453"/>
                  </a:lnTo>
                  <a:lnTo>
                    <a:pt x="8540217" y="451866"/>
                  </a:lnTo>
                  <a:lnTo>
                    <a:pt x="8540064" y="452005"/>
                  </a:lnTo>
                  <a:lnTo>
                    <a:pt x="8511515" y="474853"/>
                  </a:lnTo>
                  <a:lnTo>
                    <a:pt x="8511883" y="474853"/>
                  </a:lnTo>
                  <a:lnTo>
                    <a:pt x="8477961" y="500253"/>
                  </a:lnTo>
                  <a:lnTo>
                    <a:pt x="8474278" y="502805"/>
                  </a:lnTo>
                  <a:lnTo>
                    <a:pt x="8473757" y="503199"/>
                  </a:lnTo>
                  <a:lnTo>
                    <a:pt x="8442427" y="524929"/>
                  </a:lnTo>
                  <a:lnTo>
                    <a:pt x="8402891" y="563740"/>
                  </a:lnTo>
                  <a:lnTo>
                    <a:pt x="8361896" y="589051"/>
                  </a:lnTo>
                  <a:lnTo>
                    <a:pt x="8318424" y="614540"/>
                  </a:lnTo>
                  <a:lnTo>
                    <a:pt x="8273161" y="639826"/>
                  </a:lnTo>
                  <a:lnTo>
                    <a:pt x="8225206" y="665340"/>
                  </a:lnTo>
                  <a:lnTo>
                    <a:pt x="8219503" y="668223"/>
                  </a:lnTo>
                  <a:lnTo>
                    <a:pt x="8218779" y="668604"/>
                  </a:lnTo>
                  <a:lnTo>
                    <a:pt x="8175282" y="690727"/>
                  </a:lnTo>
                  <a:lnTo>
                    <a:pt x="8123085" y="716127"/>
                  </a:lnTo>
                  <a:lnTo>
                    <a:pt x="8068729" y="741527"/>
                  </a:lnTo>
                  <a:lnTo>
                    <a:pt x="8012341" y="766927"/>
                  </a:lnTo>
                  <a:lnTo>
                    <a:pt x="7954137" y="792226"/>
                  </a:lnTo>
                  <a:lnTo>
                    <a:pt x="7893558" y="817626"/>
                  </a:lnTo>
                  <a:lnTo>
                    <a:pt x="7831201" y="830326"/>
                  </a:lnTo>
                  <a:lnTo>
                    <a:pt x="7766685" y="855726"/>
                  </a:lnTo>
                  <a:lnTo>
                    <a:pt x="7700150" y="881176"/>
                  </a:lnTo>
                  <a:lnTo>
                    <a:pt x="7631938" y="906526"/>
                  </a:lnTo>
                  <a:lnTo>
                    <a:pt x="7561707" y="919226"/>
                  </a:lnTo>
                  <a:lnTo>
                    <a:pt x="7415911" y="970026"/>
                  </a:lnTo>
                  <a:lnTo>
                    <a:pt x="7340219" y="982726"/>
                  </a:lnTo>
                  <a:lnTo>
                    <a:pt x="7262876" y="1008126"/>
                  </a:lnTo>
                  <a:lnTo>
                    <a:pt x="7183882" y="1020826"/>
                  </a:lnTo>
                  <a:lnTo>
                    <a:pt x="7103110" y="1046226"/>
                  </a:lnTo>
                  <a:lnTo>
                    <a:pt x="7020814" y="1058926"/>
                  </a:lnTo>
                  <a:lnTo>
                    <a:pt x="6936740" y="1084326"/>
                  </a:lnTo>
                  <a:lnTo>
                    <a:pt x="6764147" y="1109726"/>
                  </a:lnTo>
                  <a:lnTo>
                    <a:pt x="6675501" y="1135126"/>
                  </a:lnTo>
                  <a:lnTo>
                    <a:pt x="5915533" y="1236726"/>
                  </a:lnTo>
                  <a:lnTo>
                    <a:pt x="5712714" y="1249426"/>
                  </a:lnTo>
                  <a:lnTo>
                    <a:pt x="5505196" y="1274826"/>
                  </a:lnTo>
                  <a:lnTo>
                    <a:pt x="5077333" y="1300226"/>
                  </a:lnTo>
                  <a:lnTo>
                    <a:pt x="4857369" y="1300226"/>
                  </a:lnTo>
                  <a:lnTo>
                    <a:pt x="4633849" y="1312926"/>
                  </a:lnTo>
                  <a:lnTo>
                    <a:pt x="3968242" y="1312926"/>
                  </a:lnTo>
                  <a:lnTo>
                    <a:pt x="2919857" y="1249426"/>
                  </a:lnTo>
                  <a:lnTo>
                    <a:pt x="2732443" y="1225410"/>
                  </a:lnTo>
                  <a:lnTo>
                    <a:pt x="2731693" y="1225321"/>
                  </a:lnTo>
                  <a:lnTo>
                    <a:pt x="2156841" y="1147826"/>
                  </a:lnTo>
                  <a:lnTo>
                    <a:pt x="1978914" y="1109726"/>
                  </a:lnTo>
                  <a:lnTo>
                    <a:pt x="1806829" y="1084326"/>
                  </a:lnTo>
                  <a:lnTo>
                    <a:pt x="1723136" y="1058926"/>
                  </a:lnTo>
                  <a:lnTo>
                    <a:pt x="1640840" y="1046226"/>
                  </a:lnTo>
                  <a:lnTo>
                    <a:pt x="1560068" y="1020826"/>
                  </a:lnTo>
                  <a:lnTo>
                    <a:pt x="1481074" y="1008126"/>
                  </a:lnTo>
                  <a:lnTo>
                    <a:pt x="1403731" y="982726"/>
                  </a:lnTo>
                  <a:lnTo>
                    <a:pt x="1328039" y="970026"/>
                  </a:lnTo>
                  <a:lnTo>
                    <a:pt x="1253998" y="944626"/>
                  </a:lnTo>
                  <a:lnTo>
                    <a:pt x="1181849" y="931951"/>
                  </a:lnTo>
                  <a:lnTo>
                    <a:pt x="1046835" y="882624"/>
                  </a:lnTo>
                  <a:lnTo>
                    <a:pt x="911479" y="830326"/>
                  </a:lnTo>
                  <a:lnTo>
                    <a:pt x="848741" y="817626"/>
                  </a:lnTo>
                  <a:lnTo>
                    <a:pt x="787908" y="792226"/>
                  </a:lnTo>
                  <a:lnTo>
                    <a:pt x="729183" y="766927"/>
                  </a:lnTo>
                  <a:lnTo>
                    <a:pt x="735888" y="769810"/>
                  </a:lnTo>
                  <a:lnTo>
                    <a:pt x="729411" y="766927"/>
                  </a:lnTo>
                  <a:lnTo>
                    <a:pt x="672414" y="741527"/>
                  </a:lnTo>
                  <a:lnTo>
                    <a:pt x="678192" y="744093"/>
                  </a:lnTo>
                  <a:lnTo>
                    <a:pt x="672642" y="741527"/>
                  </a:lnTo>
                  <a:lnTo>
                    <a:pt x="623379" y="718693"/>
                  </a:lnTo>
                  <a:lnTo>
                    <a:pt x="622782" y="718426"/>
                  </a:lnTo>
                  <a:lnTo>
                    <a:pt x="618020" y="716127"/>
                  </a:lnTo>
                  <a:lnTo>
                    <a:pt x="571004" y="693445"/>
                  </a:lnTo>
                  <a:lnTo>
                    <a:pt x="570407" y="693166"/>
                  </a:lnTo>
                  <a:lnTo>
                    <a:pt x="565569" y="690727"/>
                  </a:lnTo>
                  <a:lnTo>
                    <a:pt x="514934" y="665340"/>
                  </a:lnTo>
                  <a:lnTo>
                    <a:pt x="519785" y="667766"/>
                  </a:lnTo>
                  <a:lnTo>
                    <a:pt x="515175" y="665340"/>
                  </a:lnTo>
                  <a:lnTo>
                    <a:pt x="466852" y="639826"/>
                  </a:lnTo>
                  <a:lnTo>
                    <a:pt x="425869" y="617258"/>
                  </a:lnTo>
                  <a:lnTo>
                    <a:pt x="425246" y="616889"/>
                  </a:lnTo>
                  <a:lnTo>
                    <a:pt x="424789" y="616648"/>
                  </a:lnTo>
                  <a:lnTo>
                    <a:pt x="421157" y="614540"/>
                  </a:lnTo>
                  <a:lnTo>
                    <a:pt x="377875" y="589432"/>
                  </a:lnTo>
                  <a:lnTo>
                    <a:pt x="335292" y="550367"/>
                  </a:lnTo>
                  <a:lnTo>
                    <a:pt x="301396" y="528358"/>
                  </a:lnTo>
                  <a:lnTo>
                    <a:pt x="300964" y="528066"/>
                  </a:lnTo>
                  <a:lnTo>
                    <a:pt x="300570" y="527812"/>
                  </a:lnTo>
                  <a:lnTo>
                    <a:pt x="297459" y="525653"/>
                  </a:lnTo>
                  <a:lnTo>
                    <a:pt x="264160" y="502678"/>
                  </a:lnTo>
                  <a:lnTo>
                    <a:pt x="263829" y="502437"/>
                  </a:lnTo>
                  <a:lnTo>
                    <a:pt x="263486" y="502208"/>
                  </a:lnTo>
                  <a:lnTo>
                    <a:pt x="260858" y="500253"/>
                  </a:lnTo>
                  <a:lnTo>
                    <a:pt x="226593" y="474853"/>
                  </a:lnTo>
                  <a:lnTo>
                    <a:pt x="230251" y="477558"/>
                  </a:lnTo>
                  <a:lnTo>
                    <a:pt x="226847" y="474853"/>
                  </a:lnTo>
                  <a:lnTo>
                    <a:pt x="194843" y="449453"/>
                  </a:lnTo>
                  <a:lnTo>
                    <a:pt x="195160" y="449453"/>
                  </a:lnTo>
                  <a:lnTo>
                    <a:pt x="165608" y="411226"/>
                  </a:lnTo>
                  <a:lnTo>
                    <a:pt x="165989" y="411226"/>
                  </a:lnTo>
                  <a:lnTo>
                    <a:pt x="139065" y="385826"/>
                  </a:lnTo>
                  <a:lnTo>
                    <a:pt x="139446" y="385826"/>
                  </a:lnTo>
                  <a:lnTo>
                    <a:pt x="115062" y="360426"/>
                  </a:lnTo>
                  <a:lnTo>
                    <a:pt x="115443" y="360426"/>
                  </a:lnTo>
                  <a:lnTo>
                    <a:pt x="93726" y="322326"/>
                  </a:lnTo>
                  <a:lnTo>
                    <a:pt x="93980" y="322326"/>
                  </a:lnTo>
                  <a:lnTo>
                    <a:pt x="74930" y="296926"/>
                  </a:lnTo>
                  <a:lnTo>
                    <a:pt x="75184" y="296926"/>
                  </a:lnTo>
                  <a:lnTo>
                    <a:pt x="58801" y="271526"/>
                  </a:lnTo>
                  <a:lnTo>
                    <a:pt x="59055" y="271526"/>
                  </a:lnTo>
                  <a:lnTo>
                    <a:pt x="45339" y="233426"/>
                  </a:lnTo>
                  <a:lnTo>
                    <a:pt x="45593" y="233426"/>
                  </a:lnTo>
                  <a:lnTo>
                    <a:pt x="34544" y="208026"/>
                  </a:lnTo>
                  <a:lnTo>
                    <a:pt x="34798" y="208026"/>
                  </a:lnTo>
                  <a:lnTo>
                    <a:pt x="29375" y="182626"/>
                  </a:lnTo>
                  <a:lnTo>
                    <a:pt x="26670" y="169926"/>
                  </a:lnTo>
                  <a:lnTo>
                    <a:pt x="26797" y="182626"/>
                  </a:lnTo>
                  <a:lnTo>
                    <a:pt x="22733" y="157226"/>
                  </a:lnTo>
                  <a:lnTo>
                    <a:pt x="20193" y="131826"/>
                  </a:lnTo>
                  <a:lnTo>
                    <a:pt x="19621" y="119126"/>
                  </a:lnTo>
                  <a:lnTo>
                    <a:pt x="19151" y="108737"/>
                  </a:lnTo>
                  <a:lnTo>
                    <a:pt x="19050" y="119126"/>
                  </a:lnTo>
                  <a:lnTo>
                    <a:pt x="19050" y="106426"/>
                  </a:lnTo>
                  <a:lnTo>
                    <a:pt x="20828" y="68326"/>
                  </a:lnTo>
                  <a:lnTo>
                    <a:pt x="27851" y="31178"/>
                  </a:lnTo>
                  <a:lnTo>
                    <a:pt x="33782" y="4826"/>
                  </a:lnTo>
                  <a:lnTo>
                    <a:pt x="15494" y="4826"/>
                  </a:lnTo>
                  <a:lnTo>
                    <a:pt x="9525" y="17526"/>
                  </a:lnTo>
                  <a:lnTo>
                    <a:pt x="5041" y="42418"/>
                  </a:lnTo>
                  <a:lnTo>
                    <a:pt x="4940" y="42951"/>
                  </a:lnTo>
                  <a:lnTo>
                    <a:pt x="1778" y="68326"/>
                  </a:lnTo>
                  <a:lnTo>
                    <a:pt x="254" y="93726"/>
                  </a:lnTo>
                  <a:lnTo>
                    <a:pt x="127" y="106426"/>
                  </a:lnTo>
                  <a:lnTo>
                    <a:pt x="0" y="119126"/>
                  </a:lnTo>
                  <a:lnTo>
                    <a:pt x="1270" y="131826"/>
                  </a:lnTo>
                  <a:lnTo>
                    <a:pt x="3937" y="157226"/>
                  </a:lnTo>
                  <a:lnTo>
                    <a:pt x="8128" y="182626"/>
                  </a:lnTo>
                  <a:lnTo>
                    <a:pt x="16510" y="208026"/>
                  </a:lnTo>
                  <a:lnTo>
                    <a:pt x="27813" y="246126"/>
                  </a:lnTo>
                  <a:lnTo>
                    <a:pt x="41783" y="271526"/>
                  </a:lnTo>
                  <a:lnTo>
                    <a:pt x="58547" y="309626"/>
                  </a:lnTo>
                  <a:lnTo>
                    <a:pt x="78105" y="335026"/>
                  </a:lnTo>
                  <a:lnTo>
                    <a:pt x="100203" y="373126"/>
                  </a:lnTo>
                  <a:lnTo>
                    <a:pt x="124841" y="398526"/>
                  </a:lnTo>
                  <a:lnTo>
                    <a:pt x="152019" y="423926"/>
                  </a:lnTo>
                  <a:lnTo>
                    <a:pt x="181864" y="462026"/>
                  </a:lnTo>
                  <a:lnTo>
                    <a:pt x="214122" y="487426"/>
                  </a:lnTo>
                  <a:lnTo>
                    <a:pt x="248666" y="512826"/>
                  </a:lnTo>
                  <a:lnTo>
                    <a:pt x="285877" y="538226"/>
                  </a:lnTo>
                  <a:lnTo>
                    <a:pt x="325247" y="576326"/>
                  </a:lnTo>
                  <a:lnTo>
                    <a:pt x="367030" y="601726"/>
                  </a:lnTo>
                  <a:lnTo>
                    <a:pt x="411099" y="627126"/>
                  </a:lnTo>
                  <a:lnTo>
                    <a:pt x="457454" y="652526"/>
                  </a:lnTo>
                  <a:lnTo>
                    <a:pt x="505968" y="677926"/>
                  </a:lnTo>
                  <a:lnTo>
                    <a:pt x="556768" y="703326"/>
                  </a:lnTo>
                  <a:lnTo>
                    <a:pt x="609600" y="728726"/>
                  </a:lnTo>
                  <a:lnTo>
                    <a:pt x="664591" y="754126"/>
                  </a:lnTo>
                  <a:lnTo>
                    <a:pt x="721741" y="779526"/>
                  </a:lnTo>
                  <a:lnTo>
                    <a:pt x="780669" y="804926"/>
                  </a:lnTo>
                  <a:lnTo>
                    <a:pt x="841883" y="830326"/>
                  </a:lnTo>
                  <a:lnTo>
                    <a:pt x="904875" y="855726"/>
                  </a:lnTo>
                  <a:lnTo>
                    <a:pt x="970241" y="881176"/>
                  </a:lnTo>
                  <a:lnTo>
                    <a:pt x="1036955" y="893826"/>
                  </a:lnTo>
                  <a:lnTo>
                    <a:pt x="1176274" y="944626"/>
                  </a:lnTo>
                  <a:lnTo>
                    <a:pt x="1248791" y="970026"/>
                  </a:lnTo>
                  <a:lnTo>
                    <a:pt x="1322959" y="982726"/>
                  </a:lnTo>
                  <a:lnTo>
                    <a:pt x="1398905" y="1008126"/>
                  </a:lnTo>
                  <a:lnTo>
                    <a:pt x="1476375" y="1020826"/>
                  </a:lnTo>
                  <a:lnTo>
                    <a:pt x="1555750" y="1046226"/>
                  </a:lnTo>
                  <a:lnTo>
                    <a:pt x="1636522" y="1058926"/>
                  </a:lnTo>
                  <a:lnTo>
                    <a:pt x="1719072" y="1084326"/>
                  </a:lnTo>
                  <a:lnTo>
                    <a:pt x="1803019" y="1097026"/>
                  </a:lnTo>
                  <a:lnTo>
                    <a:pt x="1975485" y="1135126"/>
                  </a:lnTo>
                  <a:lnTo>
                    <a:pt x="2337460" y="1185964"/>
                  </a:lnTo>
                  <a:lnTo>
                    <a:pt x="2526182" y="1224064"/>
                  </a:lnTo>
                  <a:lnTo>
                    <a:pt x="2526512" y="1224064"/>
                  </a:lnTo>
                  <a:lnTo>
                    <a:pt x="2719705" y="1236726"/>
                  </a:lnTo>
                  <a:lnTo>
                    <a:pt x="3120517" y="1287526"/>
                  </a:lnTo>
                  <a:lnTo>
                    <a:pt x="3750945" y="1325626"/>
                  </a:lnTo>
                  <a:lnTo>
                    <a:pt x="4857877" y="1325626"/>
                  </a:lnTo>
                  <a:lnTo>
                    <a:pt x="5078095" y="1312926"/>
                  </a:lnTo>
                  <a:lnTo>
                    <a:pt x="5714365" y="1274826"/>
                  </a:lnTo>
                  <a:lnTo>
                    <a:pt x="5917565" y="1249426"/>
                  </a:lnTo>
                  <a:lnTo>
                    <a:pt x="6115812" y="1236726"/>
                  </a:lnTo>
                  <a:lnTo>
                    <a:pt x="6308979" y="1211326"/>
                  </a:lnTo>
                  <a:lnTo>
                    <a:pt x="6496685" y="1173226"/>
                  </a:lnTo>
                  <a:lnTo>
                    <a:pt x="6767449" y="1135126"/>
                  </a:lnTo>
                  <a:lnTo>
                    <a:pt x="6854698" y="1109726"/>
                  </a:lnTo>
                  <a:lnTo>
                    <a:pt x="7024751" y="1084326"/>
                  </a:lnTo>
                  <a:lnTo>
                    <a:pt x="7107301" y="1058926"/>
                  </a:lnTo>
                  <a:lnTo>
                    <a:pt x="7188200" y="1046226"/>
                  </a:lnTo>
                  <a:lnTo>
                    <a:pt x="7267448" y="1020826"/>
                  </a:lnTo>
                  <a:lnTo>
                    <a:pt x="7345045" y="1008126"/>
                  </a:lnTo>
                  <a:lnTo>
                    <a:pt x="7420864" y="982726"/>
                  </a:lnTo>
                  <a:lnTo>
                    <a:pt x="7494905" y="970026"/>
                  </a:lnTo>
                  <a:lnTo>
                    <a:pt x="7637653" y="919226"/>
                  </a:lnTo>
                  <a:lnTo>
                    <a:pt x="7706233" y="893826"/>
                  </a:lnTo>
                  <a:lnTo>
                    <a:pt x="7772552" y="881176"/>
                  </a:lnTo>
                  <a:lnTo>
                    <a:pt x="7837678" y="855726"/>
                  </a:lnTo>
                  <a:lnTo>
                    <a:pt x="7900416" y="830326"/>
                  </a:lnTo>
                  <a:lnTo>
                    <a:pt x="7961249" y="804926"/>
                  </a:lnTo>
                  <a:lnTo>
                    <a:pt x="8019923" y="779526"/>
                  </a:lnTo>
                  <a:lnTo>
                    <a:pt x="8076692" y="754126"/>
                  </a:lnTo>
                  <a:lnTo>
                    <a:pt x="8131302" y="728726"/>
                  </a:lnTo>
                  <a:lnTo>
                    <a:pt x="8183880" y="703326"/>
                  </a:lnTo>
                  <a:lnTo>
                    <a:pt x="8234172" y="677926"/>
                  </a:lnTo>
                  <a:lnTo>
                    <a:pt x="8282432" y="652526"/>
                  </a:lnTo>
                  <a:lnTo>
                    <a:pt x="8328533" y="627126"/>
                  </a:lnTo>
                  <a:lnTo>
                    <a:pt x="8372221" y="601726"/>
                  </a:lnTo>
                  <a:lnTo>
                    <a:pt x="8413750" y="576326"/>
                  </a:lnTo>
                  <a:lnTo>
                    <a:pt x="8452790" y="551053"/>
                  </a:lnTo>
                  <a:lnTo>
                    <a:pt x="8489823" y="512826"/>
                  </a:lnTo>
                  <a:lnTo>
                    <a:pt x="8524240" y="487426"/>
                  </a:lnTo>
                  <a:lnTo>
                    <a:pt x="8556244" y="462026"/>
                  </a:lnTo>
                  <a:lnTo>
                    <a:pt x="8585962" y="436626"/>
                  </a:lnTo>
                  <a:lnTo>
                    <a:pt x="8613140" y="398526"/>
                  </a:lnTo>
                  <a:lnTo>
                    <a:pt x="8637905" y="373126"/>
                  </a:lnTo>
                  <a:lnTo>
                    <a:pt x="8660003" y="347726"/>
                  </a:lnTo>
                  <a:lnTo>
                    <a:pt x="8679561" y="309626"/>
                  </a:lnTo>
                  <a:lnTo>
                    <a:pt x="8696452" y="284226"/>
                  </a:lnTo>
                  <a:lnTo>
                    <a:pt x="8710803" y="246126"/>
                  </a:lnTo>
                  <a:lnTo>
                    <a:pt x="8722360" y="220726"/>
                  </a:lnTo>
                  <a:lnTo>
                    <a:pt x="8731250" y="182626"/>
                  </a:lnTo>
                  <a:lnTo>
                    <a:pt x="8737219" y="157226"/>
                  </a:lnTo>
                  <a:lnTo>
                    <a:pt x="8740521" y="119126"/>
                  </a:lnTo>
                  <a:lnTo>
                    <a:pt x="8739949" y="106426"/>
                  </a:lnTo>
                  <a:lnTo>
                    <a:pt x="8768969" y="1064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360545" y="3443604"/>
              <a:ext cx="704850" cy="560705"/>
            </a:xfrm>
            <a:custGeom>
              <a:avLst/>
              <a:gdLst/>
              <a:ahLst/>
              <a:cxnLst/>
              <a:rect l="l" t="t" r="r" b="b"/>
              <a:pathLst>
                <a:path w="704850" h="560704">
                  <a:moveTo>
                    <a:pt x="53212" y="438404"/>
                  </a:moveTo>
                  <a:lnTo>
                    <a:pt x="36702" y="447802"/>
                  </a:lnTo>
                  <a:lnTo>
                    <a:pt x="41275" y="455930"/>
                  </a:lnTo>
                  <a:lnTo>
                    <a:pt x="49783" y="469011"/>
                  </a:lnTo>
                  <a:lnTo>
                    <a:pt x="79501" y="506476"/>
                  </a:lnTo>
                  <a:lnTo>
                    <a:pt x="115950" y="540258"/>
                  </a:lnTo>
                  <a:lnTo>
                    <a:pt x="143637" y="560197"/>
                  </a:lnTo>
                  <a:lnTo>
                    <a:pt x="154431" y="544449"/>
                  </a:lnTo>
                  <a:lnTo>
                    <a:pt x="139735" y="534336"/>
                  </a:lnTo>
                  <a:lnTo>
                    <a:pt x="126853" y="524551"/>
                  </a:lnTo>
                  <a:lnTo>
                    <a:pt x="93699" y="493761"/>
                  </a:lnTo>
                  <a:lnTo>
                    <a:pt x="65486" y="458330"/>
                  </a:lnTo>
                  <a:lnTo>
                    <a:pt x="57137" y="445355"/>
                  </a:lnTo>
                  <a:lnTo>
                    <a:pt x="53212" y="438404"/>
                  </a:lnTo>
                  <a:close/>
                </a:path>
                <a:path w="704850" h="560704">
                  <a:moveTo>
                    <a:pt x="9525" y="238252"/>
                  </a:moveTo>
                  <a:lnTo>
                    <a:pt x="1524" y="281940"/>
                  </a:lnTo>
                  <a:lnTo>
                    <a:pt x="8" y="311531"/>
                  </a:lnTo>
                  <a:lnTo>
                    <a:pt x="0" y="312039"/>
                  </a:lnTo>
                  <a:lnTo>
                    <a:pt x="565" y="325377"/>
                  </a:lnTo>
                  <a:lnTo>
                    <a:pt x="634" y="327025"/>
                  </a:lnTo>
                  <a:lnTo>
                    <a:pt x="1687" y="339337"/>
                  </a:lnTo>
                  <a:lnTo>
                    <a:pt x="1786" y="340494"/>
                  </a:lnTo>
                  <a:lnTo>
                    <a:pt x="1904" y="341884"/>
                  </a:lnTo>
                  <a:lnTo>
                    <a:pt x="4063" y="356743"/>
                  </a:lnTo>
                  <a:lnTo>
                    <a:pt x="6984" y="371475"/>
                  </a:lnTo>
                  <a:lnTo>
                    <a:pt x="10794" y="386080"/>
                  </a:lnTo>
                  <a:lnTo>
                    <a:pt x="13080" y="393700"/>
                  </a:lnTo>
                  <a:lnTo>
                    <a:pt x="31241" y="387985"/>
                  </a:lnTo>
                  <a:lnTo>
                    <a:pt x="28954" y="380619"/>
                  </a:lnTo>
                  <a:lnTo>
                    <a:pt x="25655" y="367538"/>
                  </a:lnTo>
                  <a:lnTo>
                    <a:pt x="22926" y="354139"/>
                  </a:lnTo>
                  <a:lnTo>
                    <a:pt x="20874" y="340494"/>
                  </a:lnTo>
                  <a:lnTo>
                    <a:pt x="19681" y="327025"/>
                  </a:lnTo>
                  <a:lnTo>
                    <a:pt x="19558" y="325628"/>
                  </a:lnTo>
                  <a:lnTo>
                    <a:pt x="19535" y="325377"/>
                  </a:lnTo>
                  <a:lnTo>
                    <a:pt x="19067" y="312039"/>
                  </a:lnTo>
                  <a:lnTo>
                    <a:pt x="19050" y="311531"/>
                  </a:lnTo>
                  <a:lnTo>
                    <a:pt x="19289" y="298377"/>
                  </a:lnTo>
                  <a:lnTo>
                    <a:pt x="20361" y="284795"/>
                  </a:lnTo>
                  <a:lnTo>
                    <a:pt x="22146" y="270261"/>
                  </a:lnTo>
                  <a:lnTo>
                    <a:pt x="22245" y="269457"/>
                  </a:lnTo>
                  <a:lnTo>
                    <a:pt x="24648" y="256413"/>
                  </a:lnTo>
                  <a:lnTo>
                    <a:pt x="24764" y="255778"/>
                  </a:lnTo>
                  <a:lnTo>
                    <a:pt x="25727" y="252095"/>
                  </a:lnTo>
                  <a:lnTo>
                    <a:pt x="28066" y="242824"/>
                  </a:lnTo>
                  <a:lnTo>
                    <a:pt x="9525" y="238252"/>
                  </a:lnTo>
                  <a:close/>
                </a:path>
                <a:path w="704850" h="560704">
                  <a:moveTo>
                    <a:pt x="133984" y="66421"/>
                  </a:moveTo>
                  <a:lnTo>
                    <a:pt x="92075" y="100837"/>
                  </a:lnTo>
                  <a:lnTo>
                    <a:pt x="58800" y="138430"/>
                  </a:lnTo>
                  <a:lnTo>
                    <a:pt x="32638" y="179451"/>
                  </a:lnTo>
                  <a:lnTo>
                    <a:pt x="30860" y="183134"/>
                  </a:lnTo>
                  <a:lnTo>
                    <a:pt x="47878" y="191516"/>
                  </a:lnTo>
                  <a:lnTo>
                    <a:pt x="50471" y="186482"/>
                  </a:lnTo>
                  <a:lnTo>
                    <a:pt x="55866" y="176952"/>
                  </a:lnTo>
                  <a:lnTo>
                    <a:pt x="84278" y="136999"/>
                  </a:lnTo>
                  <a:lnTo>
                    <a:pt x="116624" y="104066"/>
                  </a:lnTo>
                  <a:lnTo>
                    <a:pt x="144652" y="82169"/>
                  </a:lnTo>
                  <a:lnTo>
                    <a:pt x="133984" y="66421"/>
                  </a:lnTo>
                  <a:close/>
                </a:path>
                <a:path w="704850" h="560704">
                  <a:moveTo>
                    <a:pt x="335410" y="0"/>
                  </a:moveTo>
                  <a:lnTo>
                    <a:pt x="333375" y="0"/>
                  </a:lnTo>
                  <a:lnTo>
                    <a:pt x="316610" y="1143"/>
                  </a:lnTo>
                  <a:lnTo>
                    <a:pt x="266826" y="8890"/>
                  </a:lnTo>
                  <a:lnTo>
                    <a:pt x="218693" y="22733"/>
                  </a:lnTo>
                  <a:lnTo>
                    <a:pt x="184530" y="37084"/>
                  </a:lnTo>
                  <a:lnTo>
                    <a:pt x="192912" y="54102"/>
                  </a:lnTo>
                  <a:lnTo>
                    <a:pt x="195349" y="52932"/>
                  </a:lnTo>
                  <a:lnTo>
                    <a:pt x="209816" y="46626"/>
                  </a:lnTo>
                  <a:lnTo>
                    <a:pt x="224898" y="40719"/>
                  </a:lnTo>
                  <a:lnTo>
                    <a:pt x="225450" y="40587"/>
                  </a:lnTo>
                  <a:lnTo>
                    <a:pt x="240033" y="35687"/>
                  </a:lnTo>
                  <a:lnTo>
                    <a:pt x="255217" y="31242"/>
                  </a:lnTo>
                  <a:lnTo>
                    <a:pt x="270783" y="27517"/>
                  </a:lnTo>
                  <a:lnTo>
                    <a:pt x="271130" y="27359"/>
                  </a:lnTo>
                  <a:lnTo>
                    <a:pt x="286375" y="24334"/>
                  </a:lnTo>
                  <a:lnTo>
                    <a:pt x="286669" y="24334"/>
                  </a:lnTo>
                  <a:lnTo>
                    <a:pt x="302121" y="21925"/>
                  </a:lnTo>
                  <a:lnTo>
                    <a:pt x="302580" y="21925"/>
                  </a:lnTo>
                  <a:lnTo>
                    <a:pt x="317663" y="20165"/>
                  </a:lnTo>
                  <a:lnTo>
                    <a:pt x="318522" y="20165"/>
                  </a:lnTo>
                  <a:lnTo>
                    <a:pt x="334517" y="19050"/>
                  </a:lnTo>
                  <a:lnTo>
                    <a:pt x="335918" y="19050"/>
                  </a:lnTo>
                  <a:lnTo>
                    <a:pt x="335874" y="17399"/>
                  </a:lnTo>
                  <a:lnTo>
                    <a:pt x="335749" y="12700"/>
                  </a:lnTo>
                  <a:lnTo>
                    <a:pt x="335647" y="8890"/>
                  </a:lnTo>
                  <a:lnTo>
                    <a:pt x="335559" y="5587"/>
                  </a:lnTo>
                  <a:lnTo>
                    <a:pt x="335440" y="1143"/>
                  </a:lnTo>
                  <a:lnTo>
                    <a:pt x="335410" y="0"/>
                  </a:lnTo>
                  <a:close/>
                </a:path>
                <a:path w="704850" h="560704">
                  <a:moveTo>
                    <a:pt x="225450" y="40587"/>
                  </a:moveTo>
                  <a:lnTo>
                    <a:pt x="224898" y="40719"/>
                  </a:lnTo>
                  <a:lnTo>
                    <a:pt x="223927" y="41099"/>
                  </a:lnTo>
                  <a:lnTo>
                    <a:pt x="225450" y="40587"/>
                  </a:lnTo>
                  <a:close/>
                </a:path>
                <a:path w="704850" h="560704">
                  <a:moveTo>
                    <a:pt x="272829" y="27030"/>
                  </a:moveTo>
                  <a:lnTo>
                    <a:pt x="271130" y="27359"/>
                  </a:lnTo>
                  <a:lnTo>
                    <a:pt x="270784" y="27517"/>
                  </a:lnTo>
                  <a:lnTo>
                    <a:pt x="272829" y="27030"/>
                  </a:lnTo>
                  <a:close/>
                </a:path>
                <a:path w="704850" h="560704">
                  <a:moveTo>
                    <a:pt x="286669" y="24334"/>
                  </a:moveTo>
                  <a:lnTo>
                    <a:pt x="286375" y="24334"/>
                  </a:lnTo>
                  <a:lnTo>
                    <a:pt x="285165" y="24574"/>
                  </a:lnTo>
                  <a:lnTo>
                    <a:pt x="286669" y="24334"/>
                  </a:lnTo>
                  <a:close/>
                </a:path>
                <a:path w="704850" h="560704">
                  <a:moveTo>
                    <a:pt x="302580" y="21925"/>
                  </a:moveTo>
                  <a:lnTo>
                    <a:pt x="302121" y="21925"/>
                  </a:lnTo>
                  <a:lnTo>
                    <a:pt x="300532" y="22173"/>
                  </a:lnTo>
                  <a:lnTo>
                    <a:pt x="302580" y="21925"/>
                  </a:lnTo>
                  <a:close/>
                </a:path>
                <a:path w="704850" h="560704">
                  <a:moveTo>
                    <a:pt x="318522" y="20165"/>
                  </a:moveTo>
                  <a:lnTo>
                    <a:pt x="317663" y="20165"/>
                  </a:lnTo>
                  <a:lnTo>
                    <a:pt x="316398" y="20314"/>
                  </a:lnTo>
                  <a:lnTo>
                    <a:pt x="318522" y="20165"/>
                  </a:lnTo>
                  <a:close/>
                </a:path>
                <a:path w="704850" h="560704">
                  <a:moveTo>
                    <a:pt x="496523" y="26634"/>
                  </a:moveTo>
                  <a:lnTo>
                    <a:pt x="430665" y="26634"/>
                  </a:lnTo>
                  <a:lnTo>
                    <a:pt x="446481" y="30353"/>
                  </a:lnTo>
                  <a:lnTo>
                    <a:pt x="462045" y="34676"/>
                  </a:lnTo>
                  <a:lnTo>
                    <a:pt x="507806" y="52096"/>
                  </a:lnTo>
                  <a:lnTo>
                    <a:pt x="532510" y="64897"/>
                  </a:lnTo>
                  <a:lnTo>
                    <a:pt x="541654" y="48133"/>
                  </a:lnTo>
                  <a:lnTo>
                    <a:pt x="530987" y="42291"/>
                  </a:lnTo>
                  <a:lnTo>
                    <a:pt x="515503" y="34676"/>
                  </a:lnTo>
                  <a:lnTo>
                    <a:pt x="499617" y="27812"/>
                  </a:lnTo>
                  <a:lnTo>
                    <a:pt x="496523" y="26634"/>
                  </a:lnTo>
                  <a:close/>
                </a:path>
                <a:path w="704850" h="560704">
                  <a:moveTo>
                    <a:pt x="492665" y="45518"/>
                  </a:moveTo>
                  <a:lnTo>
                    <a:pt x="492438" y="45518"/>
                  </a:lnTo>
                  <a:lnTo>
                    <a:pt x="494324" y="46239"/>
                  </a:lnTo>
                  <a:lnTo>
                    <a:pt x="492665" y="45518"/>
                  </a:lnTo>
                  <a:close/>
                </a:path>
                <a:path w="704850" h="560704">
                  <a:moveTo>
                    <a:pt x="413292" y="23414"/>
                  </a:moveTo>
                  <a:lnTo>
                    <a:pt x="431461" y="26820"/>
                  </a:lnTo>
                  <a:lnTo>
                    <a:pt x="430665" y="26634"/>
                  </a:lnTo>
                  <a:lnTo>
                    <a:pt x="496523" y="26634"/>
                  </a:lnTo>
                  <a:lnTo>
                    <a:pt x="488797" y="23691"/>
                  </a:lnTo>
                  <a:lnTo>
                    <a:pt x="415276" y="23691"/>
                  </a:lnTo>
                  <a:lnTo>
                    <a:pt x="413292" y="23414"/>
                  </a:lnTo>
                  <a:close/>
                </a:path>
                <a:path w="704850" h="560704">
                  <a:moveTo>
                    <a:pt x="393700" y="1650"/>
                  </a:moveTo>
                  <a:lnTo>
                    <a:pt x="391794" y="20700"/>
                  </a:lnTo>
                  <a:lnTo>
                    <a:pt x="399353" y="21388"/>
                  </a:lnTo>
                  <a:lnTo>
                    <a:pt x="398791" y="21388"/>
                  </a:lnTo>
                  <a:lnTo>
                    <a:pt x="415276" y="23691"/>
                  </a:lnTo>
                  <a:lnTo>
                    <a:pt x="488797" y="23691"/>
                  </a:lnTo>
                  <a:lnTo>
                    <a:pt x="450976" y="11811"/>
                  </a:lnTo>
                  <a:lnTo>
                    <a:pt x="400938" y="2412"/>
                  </a:lnTo>
                  <a:lnTo>
                    <a:pt x="393700" y="1650"/>
                  </a:lnTo>
                  <a:close/>
                </a:path>
                <a:path w="704850" h="560704">
                  <a:moveTo>
                    <a:pt x="590550" y="81153"/>
                  </a:moveTo>
                  <a:lnTo>
                    <a:pt x="578357" y="95758"/>
                  </a:lnTo>
                  <a:lnTo>
                    <a:pt x="589876" y="105443"/>
                  </a:lnTo>
                  <a:lnTo>
                    <a:pt x="600955" y="115697"/>
                  </a:lnTo>
                  <a:lnTo>
                    <a:pt x="611259" y="126237"/>
                  </a:lnTo>
                  <a:lnTo>
                    <a:pt x="621364" y="137708"/>
                  </a:lnTo>
                  <a:lnTo>
                    <a:pt x="621694" y="138025"/>
                  </a:lnTo>
                  <a:lnTo>
                    <a:pt x="621776" y="138175"/>
                  </a:lnTo>
                  <a:lnTo>
                    <a:pt x="622123" y="138577"/>
                  </a:lnTo>
                  <a:lnTo>
                    <a:pt x="629863" y="148345"/>
                  </a:lnTo>
                  <a:lnTo>
                    <a:pt x="654684" y="186817"/>
                  </a:lnTo>
                  <a:lnTo>
                    <a:pt x="666622" y="212471"/>
                  </a:lnTo>
                  <a:lnTo>
                    <a:pt x="684149" y="204851"/>
                  </a:lnTo>
                  <a:lnTo>
                    <a:pt x="663701" y="164084"/>
                  </a:lnTo>
                  <a:lnTo>
                    <a:pt x="636142" y="125730"/>
                  </a:lnTo>
                  <a:lnTo>
                    <a:pt x="601852" y="90678"/>
                  </a:lnTo>
                  <a:lnTo>
                    <a:pt x="590550" y="81153"/>
                  </a:lnTo>
                  <a:close/>
                </a:path>
                <a:path w="704850" h="560704">
                  <a:moveTo>
                    <a:pt x="700531" y="261620"/>
                  </a:moveTo>
                  <a:lnTo>
                    <a:pt x="681863" y="265430"/>
                  </a:lnTo>
                  <a:lnTo>
                    <a:pt x="682116" y="266319"/>
                  </a:lnTo>
                  <a:lnTo>
                    <a:pt x="684078" y="280171"/>
                  </a:lnTo>
                  <a:lnTo>
                    <a:pt x="684193" y="280666"/>
                  </a:lnTo>
                  <a:lnTo>
                    <a:pt x="685238" y="292468"/>
                  </a:lnTo>
                  <a:lnTo>
                    <a:pt x="685786" y="308102"/>
                  </a:lnTo>
                  <a:lnTo>
                    <a:pt x="685795" y="308483"/>
                  </a:lnTo>
                  <a:lnTo>
                    <a:pt x="685630" y="321942"/>
                  </a:lnTo>
                  <a:lnTo>
                    <a:pt x="679926" y="364921"/>
                  </a:lnTo>
                  <a:lnTo>
                    <a:pt x="668118" y="403927"/>
                  </a:lnTo>
                  <a:lnTo>
                    <a:pt x="665860" y="409194"/>
                  </a:lnTo>
                  <a:lnTo>
                    <a:pt x="683513" y="416560"/>
                  </a:lnTo>
                  <a:lnTo>
                    <a:pt x="698753" y="367919"/>
                  </a:lnTo>
                  <a:lnTo>
                    <a:pt x="704539" y="323831"/>
                  </a:lnTo>
                  <a:lnTo>
                    <a:pt x="704843" y="308483"/>
                  </a:lnTo>
                  <a:lnTo>
                    <a:pt x="704850" y="308102"/>
                  </a:lnTo>
                  <a:lnTo>
                    <a:pt x="704389" y="294516"/>
                  </a:lnTo>
                  <a:lnTo>
                    <a:pt x="704286" y="292468"/>
                  </a:lnTo>
                  <a:lnTo>
                    <a:pt x="703071" y="278257"/>
                  </a:lnTo>
                  <a:lnTo>
                    <a:pt x="700913" y="263271"/>
                  </a:lnTo>
                  <a:lnTo>
                    <a:pt x="700531" y="261620"/>
                  </a:lnTo>
                  <a:close/>
                </a:path>
                <a:path w="704850" h="560704">
                  <a:moveTo>
                    <a:pt x="584453" y="480568"/>
                  </a:moveTo>
                  <a:lnTo>
                    <a:pt x="547624" y="557403"/>
                  </a:lnTo>
                  <a:lnTo>
                    <a:pt x="631189" y="540766"/>
                  </a:lnTo>
                  <a:lnTo>
                    <a:pt x="619653" y="525907"/>
                  </a:lnTo>
                  <a:lnTo>
                    <a:pt x="603884" y="525907"/>
                  </a:lnTo>
                  <a:lnTo>
                    <a:pt x="591819" y="511048"/>
                  </a:lnTo>
                  <a:lnTo>
                    <a:pt x="601854" y="502980"/>
                  </a:lnTo>
                  <a:lnTo>
                    <a:pt x="584453" y="480568"/>
                  </a:lnTo>
                  <a:close/>
                </a:path>
                <a:path w="704850" h="560704">
                  <a:moveTo>
                    <a:pt x="601854" y="502980"/>
                  </a:moveTo>
                  <a:lnTo>
                    <a:pt x="591819" y="511048"/>
                  </a:lnTo>
                  <a:lnTo>
                    <a:pt x="603884" y="525907"/>
                  </a:lnTo>
                  <a:lnTo>
                    <a:pt x="613559" y="518057"/>
                  </a:lnTo>
                  <a:lnTo>
                    <a:pt x="601854" y="502980"/>
                  </a:lnTo>
                  <a:close/>
                </a:path>
                <a:path w="704850" h="560704">
                  <a:moveTo>
                    <a:pt x="613559" y="518057"/>
                  </a:moveTo>
                  <a:lnTo>
                    <a:pt x="603884" y="525907"/>
                  </a:lnTo>
                  <a:lnTo>
                    <a:pt x="619653" y="525907"/>
                  </a:lnTo>
                  <a:lnTo>
                    <a:pt x="613559" y="518057"/>
                  </a:lnTo>
                  <a:close/>
                </a:path>
                <a:path w="704850" h="560704">
                  <a:moveTo>
                    <a:pt x="639826" y="457581"/>
                  </a:moveTo>
                  <a:lnTo>
                    <a:pt x="631179" y="469881"/>
                  </a:lnTo>
                  <a:lnTo>
                    <a:pt x="620778" y="482915"/>
                  </a:lnTo>
                  <a:lnTo>
                    <a:pt x="609988" y="494792"/>
                  </a:lnTo>
                  <a:lnTo>
                    <a:pt x="604774" y="500634"/>
                  </a:lnTo>
                  <a:lnTo>
                    <a:pt x="604429" y="500911"/>
                  </a:lnTo>
                  <a:lnTo>
                    <a:pt x="603757" y="501650"/>
                  </a:lnTo>
                  <a:lnTo>
                    <a:pt x="603510" y="501650"/>
                  </a:lnTo>
                  <a:lnTo>
                    <a:pt x="601854" y="502980"/>
                  </a:lnTo>
                  <a:lnTo>
                    <a:pt x="613559" y="518057"/>
                  </a:lnTo>
                  <a:lnTo>
                    <a:pt x="617346" y="514985"/>
                  </a:lnTo>
                  <a:lnTo>
                    <a:pt x="629507" y="501650"/>
                  </a:lnTo>
                  <a:lnTo>
                    <a:pt x="603757" y="501650"/>
                  </a:lnTo>
                  <a:lnTo>
                    <a:pt x="604496" y="500911"/>
                  </a:lnTo>
                  <a:lnTo>
                    <a:pt x="630181" y="500911"/>
                  </a:lnTo>
                  <a:lnTo>
                    <a:pt x="635762" y="494792"/>
                  </a:lnTo>
                  <a:lnTo>
                    <a:pt x="646176" y="481711"/>
                  </a:lnTo>
                  <a:lnTo>
                    <a:pt x="655446" y="468630"/>
                  </a:lnTo>
                  <a:lnTo>
                    <a:pt x="639826" y="45758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4375784" y="2694508"/>
            <a:ext cx="4111625" cy="741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081405">
              <a:lnSpc>
                <a:spcPts val="2815"/>
              </a:lnSpc>
              <a:spcBef>
                <a:spcPts val="100"/>
              </a:spcBef>
            </a:pP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  <a:p>
            <a:pPr algn="ctr">
              <a:lnSpc>
                <a:spcPts val="2815"/>
              </a:lnSpc>
              <a:tabLst>
                <a:tab pos="3404870" algn="l"/>
              </a:tabLst>
            </a:pP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0</a:t>
            </a:r>
            <a:r>
              <a:rPr dirty="0" sz="2400" spc="-1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0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655684" y="4101846"/>
            <a:ext cx="16141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" sz="3000">
                <a:latin typeface="Franklin Gothic Medium"/>
                <a:cs typeface="Franklin Gothic Medium"/>
              </a:rPr>
              <a:t>ε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000" spc="3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r>
              <a:rPr dirty="0" sz="2000">
                <a:solidFill>
                  <a:srgbClr val="C00000"/>
                </a:solidFill>
                <a:latin typeface="Franklin Gothic Medium"/>
                <a:cs typeface="Franklin Gothic Medium"/>
              </a:rPr>
              <a:t>(0</a:t>
            </a:r>
            <a:r>
              <a:rPr dirty="0" sz="20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000" spc="2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 spc="-20">
                <a:solidFill>
                  <a:srgbClr val="C00000"/>
                </a:solidFill>
                <a:latin typeface="Cambria Math"/>
                <a:cs typeface="Cambria Math"/>
              </a:rPr>
              <a:t>1)</a:t>
            </a:r>
            <a:r>
              <a:rPr dirty="0" baseline="28735" sz="217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000" spc="-2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5266182" y="4496308"/>
            <a:ext cx="2280920" cy="85725"/>
          </a:xfrm>
          <a:custGeom>
            <a:avLst/>
            <a:gdLst/>
            <a:ahLst/>
            <a:cxnLst/>
            <a:rect l="l" t="t" r="r" b="b"/>
            <a:pathLst>
              <a:path w="2280920" h="85725">
                <a:moveTo>
                  <a:pt x="0" y="27051"/>
                </a:moveTo>
                <a:lnTo>
                  <a:pt x="0" y="55626"/>
                </a:lnTo>
                <a:lnTo>
                  <a:pt x="228600" y="55880"/>
                </a:lnTo>
                <a:lnTo>
                  <a:pt x="228600" y="27305"/>
                </a:lnTo>
                <a:lnTo>
                  <a:pt x="0" y="27051"/>
                </a:lnTo>
                <a:close/>
              </a:path>
              <a:path w="2280920" h="85725">
                <a:moveTo>
                  <a:pt x="542925" y="27432"/>
                </a:moveTo>
                <a:lnTo>
                  <a:pt x="314325" y="27432"/>
                </a:lnTo>
                <a:lnTo>
                  <a:pt x="314325" y="56007"/>
                </a:lnTo>
                <a:lnTo>
                  <a:pt x="542925" y="56007"/>
                </a:lnTo>
                <a:lnTo>
                  <a:pt x="542925" y="27432"/>
                </a:lnTo>
                <a:close/>
              </a:path>
              <a:path w="2280920" h="85725">
                <a:moveTo>
                  <a:pt x="857250" y="27686"/>
                </a:moveTo>
                <a:lnTo>
                  <a:pt x="628650" y="27686"/>
                </a:lnTo>
                <a:lnTo>
                  <a:pt x="628650" y="56261"/>
                </a:lnTo>
                <a:lnTo>
                  <a:pt x="857250" y="56261"/>
                </a:lnTo>
                <a:lnTo>
                  <a:pt x="857250" y="27686"/>
                </a:lnTo>
                <a:close/>
              </a:path>
              <a:path w="2280920" h="85725">
                <a:moveTo>
                  <a:pt x="1171575" y="27813"/>
                </a:moveTo>
                <a:lnTo>
                  <a:pt x="942975" y="27813"/>
                </a:lnTo>
                <a:lnTo>
                  <a:pt x="942975" y="56388"/>
                </a:lnTo>
                <a:lnTo>
                  <a:pt x="1171575" y="56388"/>
                </a:lnTo>
                <a:lnTo>
                  <a:pt x="1171575" y="27813"/>
                </a:lnTo>
                <a:close/>
              </a:path>
              <a:path w="2280920" h="85725">
                <a:moveTo>
                  <a:pt x="1485899" y="28067"/>
                </a:moveTo>
                <a:lnTo>
                  <a:pt x="1257299" y="28067"/>
                </a:lnTo>
                <a:lnTo>
                  <a:pt x="1257299" y="56642"/>
                </a:lnTo>
                <a:lnTo>
                  <a:pt x="1485899" y="56642"/>
                </a:lnTo>
                <a:lnTo>
                  <a:pt x="1485899" y="28067"/>
                </a:lnTo>
                <a:close/>
              </a:path>
              <a:path w="2280920" h="85725">
                <a:moveTo>
                  <a:pt x="1571624" y="28194"/>
                </a:moveTo>
                <a:lnTo>
                  <a:pt x="1571624" y="56769"/>
                </a:lnTo>
                <a:lnTo>
                  <a:pt x="1800224" y="56896"/>
                </a:lnTo>
                <a:lnTo>
                  <a:pt x="1800224" y="28321"/>
                </a:lnTo>
                <a:lnTo>
                  <a:pt x="1571624" y="28194"/>
                </a:lnTo>
                <a:close/>
              </a:path>
              <a:path w="2280920" h="85725">
                <a:moveTo>
                  <a:pt x="2114549" y="28448"/>
                </a:moveTo>
                <a:lnTo>
                  <a:pt x="1885949" y="28448"/>
                </a:lnTo>
                <a:lnTo>
                  <a:pt x="1885949" y="57023"/>
                </a:lnTo>
                <a:lnTo>
                  <a:pt x="2114549" y="57023"/>
                </a:lnTo>
                <a:lnTo>
                  <a:pt x="2114549" y="28448"/>
                </a:lnTo>
                <a:close/>
              </a:path>
              <a:path w="2280920" h="85725">
                <a:moveTo>
                  <a:pt x="2195194" y="0"/>
                </a:moveTo>
                <a:lnTo>
                  <a:pt x="2195067" y="85725"/>
                </a:lnTo>
                <a:lnTo>
                  <a:pt x="2252302" y="57150"/>
                </a:lnTo>
                <a:lnTo>
                  <a:pt x="2200274" y="57150"/>
                </a:lnTo>
                <a:lnTo>
                  <a:pt x="2200274" y="28575"/>
                </a:lnTo>
                <a:lnTo>
                  <a:pt x="2252175" y="28575"/>
                </a:lnTo>
                <a:lnTo>
                  <a:pt x="2195194" y="0"/>
                </a:lnTo>
                <a:close/>
              </a:path>
              <a:path w="2280920" h="85725">
                <a:moveTo>
                  <a:pt x="2209418" y="28575"/>
                </a:moveTo>
                <a:lnTo>
                  <a:pt x="2200274" y="28575"/>
                </a:lnTo>
                <a:lnTo>
                  <a:pt x="2200274" y="57150"/>
                </a:lnTo>
                <a:lnTo>
                  <a:pt x="2209418" y="57150"/>
                </a:lnTo>
                <a:lnTo>
                  <a:pt x="2209418" y="28575"/>
                </a:lnTo>
                <a:close/>
              </a:path>
              <a:path w="2280920" h="85725">
                <a:moveTo>
                  <a:pt x="2252175" y="28575"/>
                </a:moveTo>
                <a:lnTo>
                  <a:pt x="2209418" y="28575"/>
                </a:lnTo>
                <a:lnTo>
                  <a:pt x="2209418" y="57150"/>
                </a:lnTo>
                <a:lnTo>
                  <a:pt x="2252302" y="57150"/>
                </a:lnTo>
                <a:lnTo>
                  <a:pt x="2280792" y="42926"/>
                </a:lnTo>
                <a:lnTo>
                  <a:pt x="2252175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6301866" y="4081017"/>
            <a:ext cx="19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7538973" y="3956050"/>
            <a:ext cx="1155700" cy="1165225"/>
            <a:chOff x="7538973" y="3956050"/>
            <a:chExt cx="1155700" cy="1165225"/>
          </a:xfrm>
        </p:grpSpPr>
        <p:sp>
          <p:nvSpPr>
            <p:cNvPr id="31" name="object 31" descr=""/>
            <p:cNvSpPr/>
            <p:nvPr/>
          </p:nvSpPr>
          <p:spPr>
            <a:xfrm>
              <a:off x="7545323" y="3962400"/>
              <a:ext cx="1143000" cy="1152525"/>
            </a:xfrm>
            <a:custGeom>
              <a:avLst/>
              <a:gdLst/>
              <a:ahLst/>
              <a:cxnLst/>
              <a:rect l="l" t="t" r="r" b="b"/>
              <a:pathLst>
                <a:path w="1143000" h="1152525">
                  <a:moveTo>
                    <a:pt x="571500" y="0"/>
                  </a:moveTo>
                  <a:lnTo>
                    <a:pt x="524632" y="1909"/>
                  </a:lnTo>
                  <a:lnTo>
                    <a:pt x="478808" y="7540"/>
                  </a:lnTo>
                  <a:lnTo>
                    <a:pt x="434173" y="16743"/>
                  </a:lnTo>
                  <a:lnTo>
                    <a:pt x="390875" y="29370"/>
                  </a:lnTo>
                  <a:lnTo>
                    <a:pt x="349061" y="45273"/>
                  </a:lnTo>
                  <a:lnTo>
                    <a:pt x="308878" y="64304"/>
                  </a:lnTo>
                  <a:lnTo>
                    <a:pt x="270474" y="86313"/>
                  </a:lnTo>
                  <a:lnTo>
                    <a:pt x="233994" y="111154"/>
                  </a:lnTo>
                  <a:lnTo>
                    <a:pt x="199588" y="138677"/>
                  </a:lnTo>
                  <a:lnTo>
                    <a:pt x="167401" y="168735"/>
                  </a:lnTo>
                  <a:lnTo>
                    <a:pt x="137582" y="201179"/>
                  </a:lnTo>
                  <a:lnTo>
                    <a:pt x="110276" y="235860"/>
                  </a:lnTo>
                  <a:lnTo>
                    <a:pt x="85632" y="272631"/>
                  </a:lnTo>
                  <a:lnTo>
                    <a:pt x="63796" y="311342"/>
                  </a:lnTo>
                  <a:lnTo>
                    <a:pt x="44916" y="351847"/>
                  </a:lnTo>
                  <a:lnTo>
                    <a:pt x="29138" y="393996"/>
                  </a:lnTo>
                  <a:lnTo>
                    <a:pt x="16611" y="437641"/>
                  </a:lnTo>
                  <a:lnTo>
                    <a:pt x="7480" y="482635"/>
                  </a:lnTo>
                  <a:lnTo>
                    <a:pt x="1894" y="528827"/>
                  </a:lnTo>
                  <a:lnTo>
                    <a:pt x="0" y="576072"/>
                  </a:lnTo>
                  <a:lnTo>
                    <a:pt x="1894" y="623316"/>
                  </a:lnTo>
                  <a:lnTo>
                    <a:pt x="7480" y="669508"/>
                  </a:lnTo>
                  <a:lnTo>
                    <a:pt x="16611" y="714502"/>
                  </a:lnTo>
                  <a:lnTo>
                    <a:pt x="29138" y="758147"/>
                  </a:lnTo>
                  <a:lnTo>
                    <a:pt x="44916" y="800296"/>
                  </a:lnTo>
                  <a:lnTo>
                    <a:pt x="63796" y="840801"/>
                  </a:lnTo>
                  <a:lnTo>
                    <a:pt x="85632" y="879512"/>
                  </a:lnTo>
                  <a:lnTo>
                    <a:pt x="110276" y="916283"/>
                  </a:lnTo>
                  <a:lnTo>
                    <a:pt x="137582" y="950964"/>
                  </a:lnTo>
                  <a:lnTo>
                    <a:pt x="167401" y="983408"/>
                  </a:lnTo>
                  <a:lnTo>
                    <a:pt x="199588" y="1013466"/>
                  </a:lnTo>
                  <a:lnTo>
                    <a:pt x="233994" y="1040989"/>
                  </a:lnTo>
                  <a:lnTo>
                    <a:pt x="270474" y="1065830"/>
                  </a:lnTo>
                  <a:lnTo>
                    <a:pt x="308878" y="1087839"/>
                  </a:lnTo>
                  <a:lnTo>
                    <a:pt x="349061" y="1106870"/>
                  </a:lnTo>
                  <a:lnTo>
                    <a:pt x="390875" y="1122773"/>
                  </a:lnTo>
                  <a:lnTo>
                    <a:pt x="434173" y="1135400"/>
                  </a:lnTo>
                  <a:lnTo>
                    <a:pt x="478808" y="1144603"/>
                  </a:lnTo>
                  <a:lnTo>
                    <a:pt x="524632" y="1150234"/>
                  </a:lnTo>
                  <a:lnTo>
                    <a:pt x="571500" y="1152144"/>
                  </a:lnTo>
                  <a:lnTo>
                    <a:pt x="618367" y="1150234"/>
                  </a:lnTo>
                  <a:lnTo>
                    <a:pt x="664191" y="1144603"/>
                  </a:lnTo>
                  <a:lnTo>
                    <a:pt x="708826" y="1135400"/>
                  </a:lnTo>
                  <a:lnTo>
                    <a:pt x="752124" y="1122773"/>
                  </a:lnTo>
                  <a:lnTo>
                    <a:pt x="793938" y="1106870"/>
                  </a:lnTo>
                  <a:lnTo>
                    <a:pt x="834121" y="1087839"/>
                  </a:lnTo>
                  <a:lnTo>
                    <a:pt x="872525" y="1065830"/>
                  </a:lnTo>
                  <a:lnTo>
                    <a:pt x="909005" y="1040989"/>
                  </a:lnTo>
                  <a:lnTo>
                    <a:pt x="943411" y="1013466"/>
                  </a:lnTo>
                  <a:lnTo>
                    <a:pt x="975598" y="983408"/>
                  </a:lnTo>
                  <a:lnTo>
                    <a:pt x="1005417" y="950964"/>
                  </a:lnTo>
                  <a:lnTo>
                    <a:pt x="1032723" y="916283"/>
                  </a:lnTo>
                  <a:lnTo>
                    <a:pt x="1057367" y="879512"/>
                  </a:lnTo>
                  <a:lnTo>
                    <a:pt x="1079203" y="840801"/>
                  </a:lnTo>
                  <a:lnTo>
                    <a:pt x="1098083" y="800296"/>
                  </a:lnTo>
                  <a:lnTo>
                    <a:pt x="1113861" y="758147"/>
                  </a:lnTo>
                  <a:lnTo>
                    <a:pt x="1126388" y="714502"/>
                  </a:lnTo>
                  <a:lnTo>
                    <a:pt x="1135519" y="669508"/>
                  </a:lnTo>
                  <a:lnTo>
                    <a:pt x="1141105" y="623316"/>
                  </a:lnTo>
                  <a:lnTo>
                    <a:pt x="1143000" y="576072"/>
                  </a:lnTo>
                  <a:lnTo>
                    <a:pt x="1141105" y="528827"/>
                  </a:lnTo>
                  <a:lnTo>
                    <a:pt x="1135519" y="482635"/>
                  </a:lnTo>
                  <a:lnTo>
                    <a:pt x="1126388" y="437641"/>
                  </a:lnTo>
                  <a:lnTo>
                    <a:pt x="1113861" y="393996"/>
                  </a:lnTo>
                  <a:lnTo>
                    <a:pt x="1098083" y="351847"/>
                  </a:lnTo>
                  <a:lnTo>
                    <a:pt x="1079203" y="311342"/>
                  </a:lnTo>
                  <a:lnTo>
                    <a:pt x="1057367" y="272631"/>
                  </a:lnTo>
                  <a:lnTo>
                    <a:pt x="1032723" y="235860"/>
                  </a:lnTo>
                  <a:lnTo>
                    <a:pt x="1005417" y="201179"/>
                  </a:lnTo>
                  <a:lnTo>
                    <a:pt x="975598" y="168735"/>
                  </a:lnTo>
                  <a:lnTo>
                    <a:pt x="943411" y="138677"/>
                  </a:lnTo>
                  <a:lnTo>
                    <a:pt x="909005" y="111154"/>
                  </a:lnTo>
                  <a:lnTo>
                    <a:pt x="872525" y="86313"/>
                  </a:lnTo>
                  <a:lnTo>
                    <a:pt x="834121" y="64304"/>
                  </a:lnTo>
                  <a:lnTo>
                    <a:pt x="793938" y="45273"/>
                  </a:lnTo>
                  <a:lnTo>
                    <a:pt x="752124" y="29370"/>
                  </a:lnTo>
                  <a:lnTo>
                    <a:pt x="708826" y="16743"/>
                  </a:lnTo>
                  <a:lnTo>
                    <a:pt x="664191" y="7540"/>
                  </a:lnTo>
                  <a:lnTo>
                    <a:pt x="618367" y="1909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7545323" y="3962400"/>
              <a:ext cx="1143000" cy="1152525"/>
            </a:xfrm>
            <a:custGeom>
              <a:avLst/>
              <a:gdLst/>
              <a:ahLst/>
              <a:cxnLst/>
              <a:rect l="l" t="t" r="r" b="b"/>
              <a:pathLst>
                <a:path w="1143000" h="1152525">
                  <a:moveTo>
                    <a:pt x="0" y="576072"/>
                  </a:moveTo>
                  <a:lnTo>
                    <a:pt x="1894" y="528827"/>
                  </a:lnTo>
                  <a:lnTo>
                    <a:pt x="7480" y="482635"/>
                  </a:lnTo>
                  <a:lnTo>
                    <a:pt x="16611" y="437641"/>
                  </a:lnTo>
                  <a:lnTo>
                    <a:pt x="29138" y="393996"/>
                  </a:lnTo>
                  <a:lnTo>
                    <a:pt x="44916" y="351847"/>
                  </a:lnTo>
                  <a:lnTo>
                    <a:pt x="63796" y="311342"/>
                  </a:lnTo>
                  <a:lnTo>
                    <a:pt x="85632" y="272631"/>
                  </a:lnTo>
                  <a:lnTo>
                    <a:pt x="110276" y="235860"/>
                  </a:lnTo>
                  <a:lnTo>
                    <a:pt x="137582" y="201179"/>
                  </a:lnTo>
                  <a:lnTo>
                    <a:pt x="167401" y="168735"/>
                  </a:lnTo>
                  <a:lnTo>
                    <a:pt x="199588" y="138677"/>
                  </a:lnTo>
                  <a:lnTo>
                    <a:pt x="233994" y="111154"/>
                  </a:lnTo>
                  <a:lnTo>
                    <a:pt x="270474" y="86313"/>
                  </a:lnTo>
                  <a:lnTo>
                    <a:pt x="308878" y="64304"/>
                  </a:lnTo>
                  <a:lnTo>
                    <a:pt x="349061" y="45273"/>
                  </a:lnTo>
                  <a:lnTo>
                    <a:pt x="390875" y="29370"/>
                  </a:lnTo>
                  <a:lnTo>
                    <a:pt x="434173" y="16743"/>
                  </a:lnTo>
                  <a:lnTo>
                    <a:pt x="478808" y="7540"/>
                  </a:lnTo>
                  <a:lnTo>
                    <a:pt x="524632" y="1909"/>
                  </a:lnTo>
                  <a:lnTo>
                    <a:pt x="571500" y="0"/>
                  </a:lnTo>
                  <a:lnTo>
                    <a:pt x="618367" y="1909"/>
                  </a:lnTo>
                  <a:lnTo>
                    <a:pt x="664191" y="7540"/>
                  </a:lnTo>
                  <a:lnTo>
                    <a:pt x="708826" y="16743"/>
                  </a:lnTo>
                  <a:lnTo>
                    <a:pt x="752124" y="29370"/>
                  </a:lnTo>
                  <a:lnTo>
                    <a:pt x="793938" y="45273"/>
                  </a:lnTo>
                  <a:lnTo>
                    <a:pt x="834121" y="64304"/>
                  </a:lnTo>
                  <a:lnTo>
                    <a:pt x="872525" y="86313"/>
                  </a:lnTo>
                  <a:lnTo>
                    <a:pt x="909005" y="111154"/>
                  </a:lnTo>
                  <a:lnTo>
                    <a:pt x="943411" y="138677"/>
                  </a:lnTo>
                  <a:lnTo>
                    <a:pt x="975598" y="168735"/>
                  </a:lnTo>
                  <a:lnTo>
                    <a:pt x="1005417" y="201179"/>
                  </a:lnTo>
                  <a:lnTo>
                    <a:pt x="1032723" y="235860"/>
                  </a:lnTo>
                  <a:lnTo>
                    <a:pt x="1057367" y="272631"/>
                  </a:lnTo>
                  <a:lnTo>
                    <a:pt x="1079203" y="311342"/>
                  </a:lnTo>
                  <a:lnTo>
                    <a:pt x="1098083" y="351847"/>
                  </a:lnTo>
                  <a:lnTo>
                    <a:pt x="1113861" y="393996"/>
                  </a:lnTo>
                  <a:lnTo>
                    <a:pt x="1126388" y="437641"/>
                  </a:lnTo>
                  <a:lnTo>
                    <a:pt x="1135519" y="482635"/>
                  </a:lnTo>
                  <a:lnTo>
                    <a:pt x="1141105" y="528827"/>
                  </a:lnTo>
                  <a:lnTo>
                    <a:pt x="1143000" y="576072"/>
                  </a:lnTo>
                  <a:lnTo>
                    <a:pt x="1141105" y="623316"/>
                  </a:lnTo>
                  <a:lnTo>
                    <a:pt x="1135519" y="669508"/>
                  </a:lnTo>
                  <a:lnTo>
                    <a:pt x="1126388" y="714502"/>
                  </a:lnTo>
                  <a:lnTo>
                    <a:pt x="1113861" y="758147"/>
                  </a:lnTo>
                  <a:lnTo>
                    <a:pt x="1098083" y="800296"/>
                  </a:lnTo>
                  <a:lnTo>
                    <a:pt x="1079203" y="840801"/>
                  </a:lnTo>
                  <a:lnTo>
                    <a:pt x="1057367" y="879512"/>
                  </a:lnTo>
                  <a:lnTo>
                    <a:pt x="1032723" y="916283"/>
                  </a:lnTo>
                  <a:lnTo>
                    <a:pt x="1005417" y="950964"/>
                  </a:lnTo>
                  <a:lnTo>
                    <a:pt x="975598" y="983408"/>
                  </a:lnTo>
                  <a:lnTo>
                    <a:pt x="943411" y="1013466"/>
                  </a:lnTo>
                  <a:lnTo>
                    <a:pt x="909005" y="1040989"/>
                  </a:lnTo>
                  <a:lnTo>
                    <a:pt x="872525" y="1065830"/>
                  </a:lnTo>
                  <a:lnTo>
                    <a:pt x="834121" y="1087839"/>
                  </a:lnTo>
                  <a:lnTo>
                    <a:pt x="793938" y="1106870"/>
                  </a:lnTo>
                  <a:lnTo>
                    <a:pt x="752124" y="1122773"/>
                  </a:lnTo>
                  <a:lnTo>
                    <a:pt x="708826" y="1135400"/>
                  </a:lnTo>
                  <a:lnTo>
                    <a:pt x="664191" y="1144603"/>
                  </a:lnTo>
                  <a:lnTo>
                    <a:pt x="618367" y="1150234"/>
                  </a:lnTo>
                  <a:lnTo>
                    <a:pt x="571500" y="1152144"/>
                  </a:lnTo>
                  <a:lnTo>
                    <a:pt x="524632" y="1150234"/>
                  </a:lnTo>
                  <a:lnTo>
                    <a:pt x="478808" y="1144603"/>
                  </a:lnTo>
                  <a:lnTo>
                    <a:pt x="434173" y="1135400"/>
                  </a:lnTo>
                  <a:lnTo>
                    <a:pt x="390875" y="1122773"/>
                  </a:lnTo>
                  <a:lnTo>
                    <a:pt x="349061" y="1106870"/>
                  </a:lnTo>
                  <a:lnTo>
                    <a:pt x="308878" y="1087839"/>
                  </a:lnTo>
                  <a:lnTo>
                    <a:pt x="270474" y="1065830"/>
                  </a:lnTo>
                  <a:lnTo>
                    <a:pt x="233994" y="1040989"/>
                  </a:lnTo>
                  <a:lnTo>
                    <a:pt x="199588" y="1013466"/>
                  </a:lnTo>
                  <a:lnTo>
                    <a:pt x="167401" y="983408"/>
                  </a:lnTo>
                  <a:lnTo>
                    <a:pt x="137582" y="950964"/>
                  </a:lnTo>
                  <a:lnTo>
                    <a:pt x="110276" y="916283"/>
                  </a:lnTo>
                  <a:lnTo>
                    <a:pt x="85632" y="879512"/>
                  </a:lnTo>
                  <a:lnTo>
                    <a:pt x="63796" y="840801"/>
                  </a:lnTo>
                  <a:lnTo>
                    <a:pt x="44916" y="800296"/>
                  </a:lnTo>
                  <a:lnTo>
                    <a:pt x="29138" y="758147"/>
                  </a:lnTo>
                  <a:lnTo>
                    <a:pt x="16611" y="714502"/>
                  </a:lnTo>
                  <a:lnTo>
                    <a:pt x="7480" y="669508"/>
                  </a:lnTo>
                  <a:lnTo>
                    <a:pt x="1894" y="623316"/>
                  </a:lnTo>
                  <a:lnTo>
                    <a:pt x="0" y="57607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2716276" y="4493005"/>
            <a:ext cx="1406525" cy="85725"/>
          </a:xfrm>
          <a:custGeom>
            <a:avLst/>
            <a:gdLst/>
            <a:ahLst/>
            <a:cxnLst/>
            <a:rect l="l" t="t" r="r" b="b"/>
            <a:pathLst>
              <a:path w="1406525" h="85725">
                <a:moveTo>
                  <a:pt x="507" y="10541"/>
                </a:moveTo>
                <a:lnTo>
                  <a:pt x="0" y="39116"/>
                </a:lnTo>
                <a:lnTo>
                  <a:pt x="228600" y="42291"/>
                </a:lnTo>
                <a:lnTo>
                  <a:pt x="228981" y="13716"/>
                </a:lnTo>
                <a:lnTo>
                  <a:pt x="507" y="10541"/>
                </a:lnTo>
                <a:close/>
              </a:path>
              <a:path w="1406525" h="85725">
                <a:moveTo>
                  <a:pt x="314706" y="14859"/>
                </a:moveTo>
                <a:lnTo>
                  <a:pt x="314325" y="43434"/>
                </a:lnTo>
                <a:lnTo>
                  <a:pt x="542925" y="46609"/>
                </a:lnTo>
                <a:lnTo>
                  <a:pt x="543306" y="18034"/>
                </a:lnTo>
                <a:lnTo>
                  <a:pt x="314706" y="14859"/>
                </a:lnTo>
                <a:close/>
              </a:path>
              <a:path w="1406525" h="85725">
                <a:moveTo>
                  <a:pt x="629031" y="19177"/>
                </a:moveTo>
                <a:lnTo>
                  <a:pt x="628650" y="47752"/>
                </a:lnTo>
                <a:lnTo>
                  <a:pt x="857250" y="50927"/>
                </a:lnTo>
                <a:lnTo>
                  <a:pt x="857631" y="22352"/>
                </a:lnTo>
                <a:lnTo>
                  <a:pt x="629031" y="19177"/>
                </a:lnTo>
                <a:close/>
              </a:path>
              <a:path w="1406525" h="85725">
                <a:moveTo>
                  <a:pt x="943356" y="23495"/>
                </a:moveTo>
                <a:lnTo>
                  <a:pt x="942975" y="52070"/>
                </a:lnTo>
                <a:lnTo>
                  <a:pt x="1171575" y="55118"/>
                </a:lnTo>
                <a:lnTo>
                  <a:pt x="1171956" y="26543"/>
                </a:lnTo>
                <a:lnTo>
                  <a:pt x="943356" y="23495"/>
                </a:lnTo>
                <a:close/>
              </a:path>
              <a:path w="1406525" h="85725">
                <a:moveTo>
                  <a:pt x="1320927" y="0"/>
                </a:moveTo>
                <a:lnTo>
                  <a:pt x="1320556" y="27813"/>
                </a:lnTo>
                <a:lnTo>
                  <a:pt x="1320545" y="28641"/>
                </a:lnTo>
                <a:lnTo>
                  <a:pt x="1334770" y="28829"/>
                </a:lnTo>
                <a:lnTo>
                  <a:pt x="1334402" y="56388"/>
                </a:lnTo>
                <a:lnTo>
                  <a:pt x="1334389" y="57404"/>
                </a:lnTo>
                <a:lnTo>
                  <a:pt x="1320161" y="57404"/>
                </a:lnTo>
                <a:lnTo>
                  <a:pt x="1319784" y="85725"/>
                </a:lnTo>
                <a:lnTo>
                  <a:pt x="1378411" y="57404"/>
                </a:lnTo>
                <a:lnTo>
                  <a:pt x="1334389" y="57404"/>
                </a:lnTo>
                <a:lnTo>
                  <a:pt x="1320164" y="57216"/>
                </a:lnTo>
                <a:lnTo>
                  <a:pt x="1378800" y="57216"/>
                </a:lnTo>
                <a:lnTo>
                  <a:pt x="1406016" y="44069"/>
                </a:lnTo>
                <a:lnTo>
                  <a:pt x="1320927" y="0"/>
                </a:lnTo>
                <a:close/>
              </a:path>
              <a:path w="1406525" h="85725">
                <a:moveTo>
                  <a:pt x="1320545" y="28641"/>
                </a:moveTo>
                <a:lnTo>
                  <a:pt x="1320175" y="56388"/>
                </a:lnTo>
                <a:lnTo>
                  <a:pt x="1320164" y="57216"/>
                </a:lnTo>
                <a:lnTo>
                  <a:pt x="1334389" y="57404"/>
                </a:lnTo>
                <a:lnTo>
                  <a:pt x="1334770" y="28829"/>
                </a:lnTo>
                <a:lnTo>
                  <a:pt x="1320545" y="28641"/>
                </a:lnTo>
                <a:close/>
              </a:path>
              <a:path w="1406525" h="85725">
                <a:moveTo>
                  <a:pt x="1257681" y="27813"/>
                </a:moveTo>
                <a:lnTo>
                  <a:pt x="1257300" y="56388"/>
                </a:lnTo>
                <a:lnTo>
                  <a:pt x="1320164" y="57216"/>
                </a:lnTo>
                <a:lnTo>
                  <a:pt x="1320542" y="28829"/>
                </a:lnTo>
                <a:lnTo>
                  <a:pt x="1320545" y="28641"/>
                </a:lnTo>
                <a:lnTo>
                  <a:pt x="1257681" y="278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3272790" y="4098797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Franklin Gothic Medium"/>
                <a:cs typeface="Franklin Gothic Medium"/>
              </a:rPr>
              <a:t>ε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2.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5">
                <a:latin typeface="Franklin Gothic Medium"/>
                <a:cs typeface="Franklin Gothic Medium"/>
              </a:rPr>
              <a:t>Remove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repair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damage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recovering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paths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750569" y="4474971"/>
            <a:ext cx="824230" cy="85725"/>
          </a:xfrm>
          <a:custGeom>
            <a:avLst/>
            <a:gdLst/>
            <a:ahLst/>
            <a:cxnLst/>
            <a:rect l="l" t="t" r="r" b="b"/>
            <a:pathLst>
              <a:path w="824230" h="85725">
                <a:moveTo>
                  <a:pt x="738124" y="0"/>
                </a:moveTo>
                <a:lnTo>
                  <a:pt x="738124" y="85725"/>
                </a:lnTo>
                <a:lnTo>
                  <a:pt x="795358" y="57150"/>
                </a:lnTo>
                <a:lnTo>
                  <a:pt x="752348" y="57150"/>
                </a:lnTo>
                <a:lnTo>
                  <a:pt x="752348" y="28575"/>
                </a:lnTo>
                <a:lnTo>
                  <a:pt x="795189" y="28575"/>
                </a:lnTo>
                <a:lnTo>
                  <a:pt x="738124" y="0"/>
                </a:lnTo>
                <a:close/>
              </a:path>
              <a:path w="824230" h="85725">
                <a:moveTo>
                  <a:pt x="738124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738124" y="57150"/>
                </a:lnTo>
                <a:lnTo>
                  <a:pt x="738124" y="28575"/>
                </a:lnTo>
                <a:close/>
              </a:path>
              <a:path w="824230" h="85725">
                <a:moveTo>
                  <a:pt x="795189" y="28575"/>
                </a:moveTo>
                <a:lnTo>
                  <a:pt x="752348" y="28575"/>
                </a:lnTo>
                <a:lnTo>
                  <a:pt x="752348" y="57150"/>
                </a:lnTo>
                <a:lnTo>
                  <a:pt x="795358" y="57150"/>
                </a:lnTo>
                <a:lnTo>
                  <a:pt x="823849" y="42925"/>
                </a:lnTo>
                <a:lnTo>
                  <a:pt x="7951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6276594" y="5296941"/>
            <a:ext cx="217170" cy="330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45"/>
              </a:lnSpc>
            </a:pP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3972559" y="5650234"/>
            <a:ext cx="1896745" cy="377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20"/>
              </a:lnSpc>
            </a:pPr>
            <a:r>
              <a:rPr dirty="0" sz="2400">
                <a:latin typeface="Cambria Math"/>
                <a:cs typeface="Cambria Math"/>
              </a:rPr>
              <a:t>∅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ε(0</a:t>
            </a:r>
            <a:r>
              <a:rPr dirty="0" sz="2400" spc="-11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 1)</a:t>
            </a:r>
            <a:r>
              <a:rPr dirty="0" baseline="28571" sz="262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6573139" y="6084333"/>
            <a:ext cx="217170" cy="330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50"/>
              </a:lnSpc>
            </a:pP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6417" y="3933190"/>
            <a:ext cx="9766300" cy="247180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476622" y="4334332"/>
            <a:ext cx="356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7765160" y="3443732"/>
            <a:ext cx="704850" cy="560070"/>
          </a:xfrm>
          <a:custGeom>
            <a:avLst/>
            <a:gdLst/>
            <a:ahLst/>
            <a:cxnLst/>
            <a:rect l="l" t="t" r="r" b="b"/>
            <a:pathLst>
              <a:path w="704850" h="560070">
                <a:moveTo>
                  <a:pt x="367157" y="0"/>
                </a:moveTo>
                <a:lnTo>
                  <a:pt x="333375" y="0"/>
                </a:lnTo>
                <a:lnTo>
                  <a:pt x="316611" y="1270"/>
                </a:lnTo>
                <a:lnTo>
                  <a:pt x="266827" y="8890"/>
                </a:lnTo>
                <a:lnTo>
                  <a:pt x="218694" y="22860"/>
                </a:lnTo>
                <a:lnTo>
                  <a:pt x="158369" y="50800"/>
                </a:lnTo>
                <a:lnTo>
                  <a:pt x="130429" y="69850"/>
                </a:lnTo>
                <a:lnTo>
                  <a:pt x="117094" y="78740"/>
                </a:lnTo>
                <a:lnTo>
                  <a:pt x="80391" y="113030"/>
                </a:lnTo>
                <a:lnTo>
                  <a:pt x="49149" y="152400"/>
                </a:lnTo>
                <a:lnTo>
                  <a:pt x="25654" y="194310"/>
                </a:lnTo>
                <a:lnTo>
                  <a:pt x="9779" y="237490"/>
                </a:lnTo>
                <a:lnTo>
                  <a:pt x="1524" y="281940"/>
                </a:lnTo>
                <a:lnTo>
                  <a:pt x="0" y="312420"/>
                </a:lnTo>
                <a:lnTo>
                  <a:pt x="423" y="322580"/>
                </a:lnTo>
                <a:lnTo>
                  <a:pt x="476" y="323850"/>
                </a:lnTo>
                <a:lnTo>
                  <a:pt x="6985" y="372110"/>
                </a:lnTo>
                <a:lnTo>
                  <a:pt x="20574" y="415290"/>
                </a:lnTo>
                <a:lnTo>
                  <a:pt x="41275" y="455930"/>
                </a:lnTo>
                <a:lnTo>
                  <a:pt x="68834" y="495300"/>
                </a:lnTo>
                <a:lnTo>
                  <a:pt x="79502" y="506730"/>
                </a:lnTo>
                <a:lnTo>
                  <a:pt x="90932" y="519430"/>
                </a:lnTo>
                <a:lnTo>
                  <a:pt x="103124" y="529590"/>
                </a:lnTo>
                <a:lnTo>
                  <a:pt x="115950" y="541020"/>
                </a:lnTo>
                <a:lnTo>
                  <a:pt x="129540" y="551180"/>
                </a:lnTo>
                <a:lnTo>
                  <a:pt x="143637" y="560070"/>
                </a:lnTo>
                <a:lnTo>
                  <a:pt x="154432" y="544830"/>
                </a:lnTo>
                <a:lnTo>
                  <a:pt x="140768" y="536055"/>
                </a:lnTo>
                <a:lnTo>
                  <a:pt x="140993" y="536055"/>
                </a:lnTo>
                <a:lnTo>
                  <a:pt x="127635" y="525780"/>
                </a:lnTo>
                <a:lnTo>
                  <a:pt x="128016" y="525780"/>
                </a:lnTo>
                <a:lnTo>
                  <a:pt x="115443" y="515620"/>
                </a:lnTo>
                <a:lnTo>
                  <a:pt x="115824" y="515620"/>
                </a:lnTo>
                <a:lnTo>
                  <a:pt x="104013" y="505460"/>
                </a:lnTo>
                <a:lnTo>
                  <a:pt x="104394" y="505460"/>
                </a:lnTo>
                <a:lnTo>
                  <a:pt x="93345" y="494030"/>
                </a:lnTo>
                <a:lnTo>
                  <a:pt x="93599" y="494030"/>
                </a:lnTo>
                <a:lnTo>
                  <a:pt x="83185" y="482600"/>
                </a:lnTo>
                <a:lnTo>
                  <a:pt x="83566" y="482600"/>
                </a:lnTo>
                <a:lnTo>
                  <a:pt x="73914" y="471170"/>
                </a:lnTo>
                <a:lnTo>
                  <a:pt x="74295" y="471170"/>
                </a:lnTo>
                <a:lnTo>
                  <a:pt x="65405" y="458470"/>
                </a:lnTo>
                <a:lnTo>
                  <a:pt x="65659" y="458470"/>
                </a:lnTo>
                <a:lnTo>
                  <a:pt x="58229" y="447040"/>
                </a:lnTo>
                <a:lnTo>
                  <a:pt x="57658" y="447040"/>
                </a:lnTo>
                <a:lnTo>
                  <a:pt x="50961" y="434340"/>
                </a:lnTo>
                <a:lnTo>
                  <a:pt x="50546" y="434340"/>
                </a:lnTo>
                <a:lnTo>
                  <a:pt x="44426" y="421640"/>
                </a:lnTo>
                <a:lnTo>
                  <a:pt x="44069" y="421640"/>
                </a:lnTo>
                <a:lnTo>
                  <a:pt x="38227" y="407670"/>
                </a:lnTo>
                <a:lnTo>
                  <a:pt x="33147" y="394970"/>
                </a:lnTo>
                <a:lnTo>
                  <a:pt x="33400" y="394970"/>
                </a:lnTo>
                <a:lnTo>
                  <a:pt x="29360" y="382270"/>
                </a:lnTo>
                <a:lnTo>
                  <a:pt x="29083" y="382270"/>
                </a:lnTo>
                <a:lnTo>
                  <a:pt x="25823" y="368300"/>
                </a:lnTo>
                <a:lnTo>
                  <a:pt x="25654" y="368300"/>
                </a:lnTo>
                <a:lnTo>
                  <a:pt x="19673" y="327660"/>
                </a:lnTo>
                <a:lnTo>
                  <a:pt x="19050" y="312420"/>
                </a:lnTo>
                <a:lnTo>
                  <a:pt x="19304" y="298450"/>
                </a:lnTo>
                <a:lnTo>
                  <a:pt x="24765" y="256540"/>
                </a:lnTo>
                <a:lnTo>
                  <a:pt x="32385" y="228600"/>
                </a:lnTo>
                <a:lnTo>
                  <a:pt x="32604" y="228600"/>
                </a:lnTo>
                <a:lnTo>
                  <a:pt x="37338" y="215900"/>
                </a:lnTo>
                <a:lnTo>
                  <a:pt x="43053" y="201930"/>
                </a:lnTo>
                <a:lnTo>
                  <a:pt x="42799" y="201930"/>
                </a:lnTo>
                <a:lnTo>
                  <a:pt x="49657" y="189230"/>
                </a:lnTo>
                <a:lnTo>
                  <a:pt x="49275" y="189230"/>
                </a:lnTo>
                <a:lnTo>
                  <a:pt x="56896" y="175260"/>
                </a:lnTo>
                <a:lnTo>
                  <a:pt x="57531" y="175260"/>
                </a:lnTo>
                <a:lnTo>
                  <a:pt x="65150" y="162560"/>
                </a:lnTo>
                <a:lnTo>
                  <a:pt x="64770" y="162560"/>
                </a:lnTo>
                <a:lnTo>
                  <a:pt x="74168" y="149860"/>
                </a:lnTo>
                <a:lnTo>
                  <a:pt x="74803" y="149860"/>
                </a:lnTo>
                <a:lnTo>
                  <a:pt x="83947" y="138430"/>
                </a:lnTo>
                <a:lnTo>
                  <a:pt x="83566" y="138430"/>
                </a:lnTo>
                <a:lnTo>
                  <a:pt x="94488" y="125730"/>
                </a:lnTo>
                <a:lnTo>
                  <a:pt x="95250" y="125730"/>
                </a:lnTo>
                <a:lnTo>
                  <a:pt x="105537" y="114300"/>
                </a:lnTo>
                <a:lnTo>
                  <a:pt x="106456" y="114300"/>
                </a:lnTo>
                <a:lnTo>
                  <a:pt x="116733" y="104266"/>
                </a:lnTo>
                <a:lnTo>
                  <a:pt x="118379" y="102870"/>
                </a:lnTo>
                <a:lnTo>
                  <a:pt x="129159" y="93980"/>
                </a:lnTo>
                <a:lnTo>
                  <a:pt x="128778" y="93980"/>
                </a:lnTo>
                <a:lnTo>
                  <a:pt x="141732" y="85090"/>
                </a:lnTo>
                <a:lnTo>
                  <a:pt x="141350" y="85090"/>
                </a:lnTo>
                <a:lnTo>
                  <a:pt x="154686" y="76200"/>
                </a:lnTo>
                <a:lnTo>
                  <a:pt x="154305" y="76200"/>
                </a:lnTo>
                <a:lnTo>
                  <a:pt x="168148" y="67310"/>
                </a:lnTo>
                <a:lnTo>
                  <a:pt x="167767" y="67310"/>
                </a:lnTo>
                <a:lnTo>
                  <a:pt x="181991" y="59690"/>
                </a:lnTo>
                <a:lnTo>
                  <a:pt x="184023" y="59690"/>
                </a:lnTo>
                <a:lnTo>
                  <a:pt x="196088" y="53340"/>
                </a:lnTo>
                <a:lnTo>
                  <a:pt x="195580" y="53340"/>
                </a:lnTo>
                <a:lnTo>
                  <a:pt x="209982" y="47081"/>
                </a:lnTo>
                <a:lnTo>
                  <a:pt x="225425" y="40640"/>
                </a:lnTo>
                <a:lnTo>
                  <a:pt x="228015" y="40640"/>
                </a:lnTo>
                <a:lnTo>
                  <a:pt x="240411" y="35560"/>
                </a:lnTo>
                <a:lnTo>
                  <a:pt x="240030" y="35560"/>
                </a:lnTo>
                <a:lnTo>
                  <a:pt x="255650" y="31750"/>
                </a:lnTo>
                <a:lnTo>
                  <a:pt x="255143" y="31750"/>
                </a:lnTo>
                <a:lnTo>
                  <a:pt x="270784" y="28025"/>
                </a:lnTo>
                <a:lnTo>
                  <a:pt x="270223" y="28025"/>
                </a:lnTo>
                <a:lnTo>
                  <a:pt x="286766" y="25400"/>
                </a:lnTo>
                <a:lnTo>
                  <a:pt x="286385" y="25400"/>
                </a:lnTo>
                <a:lnTo>
                  <a:pt x="302641" y="22860"/>
                </a:lnTo>
                <a:lnTo>
                  <a:pt x="302260" y="22860"/>
                </a:lnTo>
                <a:lnTo>
                  <a:pt x="318144" y="20378"/>
                </a:lnTo>
                <a:lnTo>
                  <a:pt x="317385" y="20378"/>
                </a:lnTo>
                <a:lnTo>
                  <a:pt x="334518" y="19050"/>
                </a:lnTo>
                <a:lnTo>
                  <a:pt x="473862" y="19050"/>
                </a:lnTo>
                <a:lnTo>
                  <a:pt x="467360" y="16510"/>
                </a:lnTo>
                <a:lnTo>
                  <a:pt x="417703" y="5080"/>
                </a:lnTo>
                <a:lnTo>
                  <a:pt x="400939" y="2540"/>
                </a:lnTo>
                <a:lnTo>
                  <a:pt x="367157" y="0"/>
                </a:lnTo>
                <a:close/>
              </a:path>
              <a:path w="704850" h="560070">
                <a:moveTo>
                  <a:pt x="584454" y="481330"/>
                </a:moveTo>
                <a:lnTo>
                  <a:pt x="547624" y="557530"/>
                </a:lnTo>
                <a:lnTo>
                  <a:pt x="631190" y="541020"/>
                </a:lnTo>
                <a:lnTo>
                  <a:pt x="620251" y="527050"/>
                </a:lnTo>
                <a:lnTo>
                  <a:pt x="603885" y="527050"/>
                </a:lnTo>
                <a:lnTo>
                  <a:pt x="591820" y="511810"/>
                </a:lnTo>
                <a:lnTo>
                  <a:pt x="602041" y="503792"/>
                </a:lnTo>
                <a:lnTo>
                  <a:pt x="584454" y="481330"/>
                </a:lnTo>
                <a:close/>
              </a:path>
              <a:path w="704850" h="560070">
                <a:moveTo>
                  <a:pt x="140993" y="536055"/>
                </a:moveTo>
                <a:lnTo>
                  <a:pt x="140768" y="536055"/>
                </a:lnTo>
                <a:lnTo>
                  <a:pt x="142127" y="536927"/>
                </a:lnTo>
                <a:lnTo>
                  <a:pt x="140993" y="536055"/>
                </a:lnTo>
                <a:close/>
              </a:path>
              <a:path w="704850" h="560070">
                <a:moveTo>
                  <a:pt x="602041" y="503792"/>
                </a:moveTo>
                <a:lnTo>
                  <a:pt x="591820" y="511810"/>
                </a:lnTo>
                <a:lnTo>
                  <a:pt x="603885" y="527050"/>
                </a:lnTo>
                <a:lnTo>
                  <a:pt x="613716" y="518702"/>
                </a:lnTo>
                <a:lnTo>
                  <a:pt x="602041" y="503792"/>
                </a:lnTo>
                <a:close/>
              </a:path>
              <a:path w="704850" h="560070">
                <a:moveTo>
                  <a:pt x="613716" y="518702"/>
                </a:moveTo>
                <a:lnTo>
                  <a:pt x="603885" y="527050"/>
                </a:lnTo>
                <a:lnTo>
                  <a:pt x="620251" y="527050"/>
                </a:lnTo>
                <a:lnTo>
                  <a:pt x="613716" y="518702"/>
                </a:lnTo>
                <a:close/>
              </a:path>
              <a:path w="704850" h="560070">
                <a:moveTo>
                  <a:pt x="621411" y="482600"/>
                </a:moveTo>
                <a:lnTo>
                  <a:pt x="603758" y="501650"/>
                </a:lnTo>
                <a:lnTo>
                  <a:pt x="604774" y="501650"/>
                </a:lnTo>
                <a:lnTo>
                  <a:pt x="602041" y="503792"/>
                </a:lnTo>
                <a:lnTo>
                  <a:pt x="613716" y="518702"/>
                </a:lnTo>
                <a:lnTo>
                  <a:pt x="617347" y="515620"/>
                </a:lnTo>
                <a:lnTo>
                  <a:pt x="635762" y="495300"/>
                </a:lnTo>
                <a:lnTo>
                  <a:pt x="645134" y="483870"/>
                </a:lnTo>
                <a:lnTo>
                  <a:pt x="621030" y="483870"/>
                </a:lnTo>
                <a:lnTo>
                  <a:pt x="621411" y="482600"/>
                </a:lnTo>
                <a:close/>
              </a:path>
              <a:path w="704850" h="560070">
                <a:moveTo>
                  <a:pt x="648208" y="444500"/>
                </a:moveTo>
                <a:lnTo>
                  <a:pt x="639826" y="458470"/>
                </a:lnTo>
                <a:lnTo>
                  <a:pt x="640080" y="458470"/>
                </a:lnTo>
                <a:lnTo>
                  <a:pt x="630809" y="471170"/>
                </a:lnTo>
                <a:lnTo>
                  <a:pt x="631063" y="471170"/>
                </a:lnTo>
                <a:lnTo>
                  <a:pt x="621030" y="483870"/>
                </a:lnTo>
                <a:lnTo>
                  <a:pt x="645134" y="483870"/>
                </a:lnTo>
                <a:lnTo>
                  <a:pt x="646176" y="482600"/>
                </a:lnTo>
                <a:lnTo>
                  <a:pt x="655701" y="468630"/>
                </a:lnTo>
                <a:lnTo>
                  <a:pt x="664464" y="454660"/>
                </a:lnTo>
                <a:lnTo>
                  <a:pt x="669393" y="445770"/>
                </a:lnTo>
                <a:lnTo>
                  <a:pt x="647954" y="445770"/>
                </a:lnTo>
                <a:lnTo>
                  <a:pt x="648208" y="444500"/>
                </a:lnTo>
                <a:close/>
              </a:path>
              <a:path w="704850" h="560070">
                <a:moveTo>
                  <a:pt x="57404" y="445770"/>
                </a:moveTo>
                <a:lnTo>
                  <a:pt x="57658" y="447040"/>
                </a:lnTo>
                <a:lnTo>
                  <a:pt x="58229" y="447040"/>
                </a:lnTo>
                <a:lnTo>
                  <a:pt x="57404" y="445770"/>
                </a:lnTo>
                <a:close/>
              </a:path>
              <a:path w="704850" h="560070">
                <a:moveTo>
                  <a:pt x="667766" y="405130"/>
                </a:moveTo>
                <a:lnTo>
                  <a:pt x="661924" y="419100"/>
                </a:lnTo>
                <a:lnTo>
                  <a:pt x="662178" y="419100"/>
                </a:lnTo>
                <a:lnTo>
                  <a:pt x="655320" y="431800"/>
                </a:lnTo>
                <a:lnTo>
                  <a:pt x="647954" y="445770"/>
                </a:lnTo>
                <a:lnTo>
                  <a:pt x="669393" y="445770"/>
                </a:lnTo>
                <a:lnTo>
                  <a:pt x="672211" y="440690"/>
                </a:lnTo>
                <a:lnTo>
                  <a:pt x="679323" y="426720"/>
                </a:lnTo>
                <a:lnTo>
                  <a:pt x="685419" y="412750"/>
                </a:lnTo>
                <a:lnTo>
                  <a:pt x="687641" y="406400"/>
                </a:lnTo>
                <a:lnTo>
                  <a:pt x="667639" y="406400"/>
                </a:lnTo>
                <a:lnTo>
                  <a:pt x="667766" y="405130"/>
                </a:lnTo>
                <a:close/>
              </a:path>
              <a:path w="704850" h="560070">
                <a:moveTo>
                  <a:pt x="50292" y="433070"/>
                </a:moveTo>
                <a:lnTo>
                  <a:pt x="50546" y="434340"/>
                </a:lnTo>
                <a:lnTo>
                  <a:pt x="50961" y="434340"/>
                </a:lnTo>
                <a:lnTo>
                  <a:pt x="50292" y="433070"/>
                </a:lnTo>
                <a:close/>
              </a:path>
              <a:path w="704850" h="560070">
                <a:moveTo>
                  <a:pt x="43815" y="420370"/>
                </a:moveTo>
                <a:lnTo>
                  <a:pt x="44069" y="421640"/>
                </a:lnTo>
                <a:lnTo>
                  <a:pt x="44426" y="421640"/>
                </a:lnTo>
                <a:lnTo>
                  <a:pt x="43815" y="420370"/>
                </a:lnTo>
                <a:close/>
              </a:path>
              <a:path w="704850" h="560070">
                <a:moveTo>
                  <a:pt x="672719" y="391160"/>
                </a:moveTo>
                <a:lnTo>
                  <a:pt x="667639" y="406400"/>
                </a:lnTo>
                <a:lnTo>
                  <a:pt x="687641" y="406400"/>
                </a:lnTo>
                <a:lnTo>
                  <a:pt x="690753" y="397510"/>
                </a:lnTo>
                <a:lnTo>
                  <a:pt x="692369" y="392430"/>
                </a:lnTo>
                <a:lnTo>
                  <a:pt x="672592" y="392430"/>
                </a:lnTo>
                <a:lnTo>
                  <a:pt x="672719" y="391160"/>
                </a:lnTo>
                <a:close/>
              </a:path>
              <a:path w="704850" h="560070">
                <a:moveTo>
                  <a:pt x="701272" y="266700"/>
                </a:moveTo>
                <a:lnTo>
                  <a:pt x="682117" y="266700"/>
                </a:lnTo>
                <a:lnTo>
                  <a:pt x="684149" y="280670"/>
                </a:lnTo>
                <a:lnTo>
                  <a:pt x="685303" y="293370"/>
                </a:lnTo>
                <a:lnTo>
                  <a:pt x="685419" y="294640"/>
                </a:lnTo>
                <a:lnTo>
                  <a:pt x="685800" y="308610"/>
                </a:lnTo>
                <a:lnTo>
                  <a:pt x="685673" y="322580"/>
                </a:lnTo>
                <a:lnTo>
                  <a:pt x="680085" y="364490"/>
                </a:lnTo>
                <a:lnTo>
                  <a:pt x="672592" y="392430"/>
                </a:lnTo>
                <a:lnTo>
                  <a:pt x="692369" y="392430"/>
                </a:lnTo>
                <a:lnTo>
                  <a:pt x="701548" y="353060"/>
                </a:lnTo>
                <a:lnTo>
                  <a:pt x="704786" y="312420"/>
                </a:lnTo>
                <a:lnTo>
                  <a:pt x="704850" y="308610"/>
                </a:lnTo>
                <a:lnTo>
                  <a:pt x="704511" y="298450"/>
                </a:lnTo>
                <a:lnTo>
                  <a:pt x="704384" y="294640"/>
                </a:lnTo>
                <a:lnTo>
                  <a:pt x="704342" y="293370"/>
                </a:lnTo>
                <a:lnTo>
                  <a:pt x="703302" y="281940"/>
                </a:lnTo>
                <a:lnTo>
                  <a:pt x="703187" y="280670"/>
                </a:lnTo>
                <a:lnTo>
                  <a:pt x="703072" y="279400"/>
                </a:lnTo>
                <a:lnTo>
                  <a:pt x="701272" y="266700"/>
                </a:lnTo>
                <a:close/>
              </a:path>
              <a:path w="704850" h="560070">
                <a:moveTo>
                  <a:pt x="28956" y="381000"/>
                </a:moveTo>
                <a:lnTo>
                  <a:pt x="29083" y="382270"/>
                </a:lnTo>
                <a:lnTo>
                  <a:pt x="29360" y="382270"/>
                </a:lnTo>
                <a:lnTo>
                  <a:pt x="28956" y="381000"/>
                </a:lnTo>
                <a:close/>
              </a:path>
              <a:path w="704850" h="560070">
                <a:moveTo>
                  <a:pt x="25527" y="367030"/>
                </a:moveTo>
                <a:lnTo>
                  <a:pt x="25654" y="368300"/>
                </a:lnTo>
                <a:lnTo>
                  <a:pt x="25823" y="368300"/>
                </a:lnTo>
                <a:lnTo>
                  <a:pt x="25527" y="367030"/>
                </a:lnTo>
                <a:close/>
              </a:path>
              <a:path w="704850" h="560070">
                <a:moveTo>
                  <a:pt x="698722" y="252730"/>
                </a:moveTo>
                <a:lnTo>
                  <a:pt x="679323" y="252730"/>
                </a:lnTo>
                <a:lnTo>
                  <a:pt x="679445" y="253981"/>
                </a:lnTo>
                <a:lnTo>
                  <a:pt x="679828" y="255486"/>
                </a:lnTo>
                <a:lnTo>
                  <a:pt x="682117" y="267970"/>
                </a:lnTo>
                <a:lnTo>
                  <a:pt x="682117" y="266700"/>
                </a:lnTo>
                <a:lnTo>
                  <a:pt x="701272" y="266700"/>
                </a:lnTo>
                <a:lnTo>
                  <a:pt x="700913" y="264160"/>
                </a:lnTo>
                <a:lnTo>
                  <a:pt x="698962" y="253981"/>
                </a:lnTo>
                <a:lnTo>
                  <a:pt x="698838" y="253338"/>
                </a:lnTo>
                <a:lnTo>
                  <a:pt x="698722" y="252730"/>
                </a:lnTo>
                <a:close/>
              </a:path>
              <a:path w="704850" h="560070">
                <a:moveTo>
                  <a:pt x="681574" y="199390"/>
                </a:moveTo>
                <a:lnTo>
                  <a:pt x="660908" y="199390"/>
                </a:lnTo>
                <a:lnTo>
                  <a:pt x="666750" y="213360"/>
                </a:lnTo>
                <a:lnTo>
                  <a:pt x="671090" y="224490"/>
                </a:lnTo>
                <a:lnTo>
                  <a:pt x="675894" y="240030"/>
                </a:lnTo>
                <a:lnTo>
                  <a:pt x="679445" y="253981"/>
                </a:lnTo>
                <a:lnTo>
                  <a:pt x="679323" y="252730"/>
                </a:lnTo>
                <a:lnTo>
                  <a:pt x="698722" y="252730"/>
                </a:lnTo>
                <a:lnTo>
                  <a:pt x="697992" y="248920"/>
                </a:lnTo>
                <a:lnTo>
                  <a:pt x="694182" y="234950"/>
                </a:lnTo>
                <a:lnTo>
                  <a:pt x="689610" y="219710"/>
                </a:lnTo>
                <a:lnTo>
                  <a:pt x="684403" y="205740"/>
                </a:lnTo>
                <a:lnTo>
                  <a:pt x="681574" y="199390"/>
                </a:lnTo>
                <a:close/>
              </a:path>
              <a:path w="704850" h="560070">
                <a:moveTo>
                  <a:pt x="32604" y="228600"/>
                </a:moveTo>
                <a:lnTo>
                  <a:pt x="32385" y="228600"/>
                </a:lnTo>
                <a:lnTo>
                  <a:pt x="31480" y="231616"/>
                </a:lnTo>
                <a:lnTo>
                  <a:pt x="32604" y="228600"/>
                </a:lnTo>
                <a:close/>
              </a:path>
              <a:path w="704850" h="560070">
                <a:moveTo>
                  <a:pt x="675686" y="186690"/>
                </a:moveTo>
                <a:lnTo>
                  <a:pt x="654431" y="186690"/>
                </a:lnTo>
                <a:lnTo>
                  <a:pt x="661035" y="200660"/>
                </a:lnTo>
                <a:lnTo>
                  <a:pt x="660908" y="199390"/>
                </a:lnTo>
                <a:lnTo>
                  <a:pt x="681574" y="199390"/>
                </a:lnTo>
                <a:lnTo>
                  <a:pt x="678180" y="191770"/>
                </a:lnTo>
                <a:lnTo>
                  <a:pt x="675686" y="186690"/>
                </a:lnTo>
                <a:close/>
              </a:path>
              <a:path w="704850" h="560070">
                <a:moveTo>
                  <a:pt x="669036" y="173990"/>
                </a:moveTo>
                <a:lnTo>
                  <a:pt x="647192" y="173990"/>
                </a:lnTo>
                <a:lnTo>
                  <a:pt x="654685" y="187960"/>
                </a:lnTo>
                <a:lnTo>
                  <a:pt x="654431" y="186690"/>
                </a:lnTo>
                <a:lnTo>
                  <a:pt x="675686" y="186690"/>
                </a:lnTo>
                <a:lnTo>
                  <a:pt x="671322" y="177800"/>
                </a:lnTo>
                <a:lnTo>
                  <a:pt x="669036" y="173990"/>
                </a:lnTo>
                <a:close/>
              </a:path>
              <a:path w="704850" h="560070">
                <a:moveTo>
                  <a:pt x="57531" y="175260"/>
                </a:moveTo>
                <a:lnTo>
                  <a:pt x="56896" y="175260"/>
                </a:lnTo>
                <a:lnTo>
                  <a:pt x="56769" y="176530"/>
                </a:lnTo>
                <a:lnTo>
                  <a:pt x="57531" y="175260"/>
                </a:lnTo>
                <a:close/>
              </a:path>
              <a:path w="704850" h="560070">
                <a:moveTo>
                  <a:pt x="594656" y="85090"/>
                </a:moveTo>
                <a:lnTo>
                  <a:pt x="564007" y="85090"/>
                </a:lnTo>
                <a:lnTo>
                  <a:pt x="577342" y="95250"/>
                </a:lnTo>
                <a:lnTo>
                  <a:pt x="576961" y="95250"/>
                </a:lnTo>
                <a:lnTo>
                  <a:pt x="589534" y="105410"/>
                </a:lnTo>
                <a:lnTo>
                  <a:pt x="589153" y="105410"/>
                </a:lnTo>
                <a:lnTo>
                  <a:pt x="600964" y="115570"/>
                </a:lnTo>
                <a:lnTo>
                  <a:pt x="600583" y="115570"/>
                </a:lnTo>
                <a:lnTo>
                  <a:pt x="611632" y="127000"/>
                </a:lnTo>
                <a:lnTo>
                  <a:pt x="611251" y="127000"/>
                </a:lnTo>
                <a:lnTo>
                  <a:pt x="621665" y="138430"/>
                </a:lnTo>
                <a:lnTo>
                  <a:pt x="621411" y="138430"/>
                </a:lnTo>
                <a:lnTo>
                  <a:pt x="631063" y="149860"/>
                </a:lnTo>
                <a:lnTo>
                  <a:pt x="630682" y="149860"/>
                </a:lnTo>
                <a:lnTo>
                  <a:pt x="639572" y="162560"/>
                </a:lnTo>
                <a:lnTo>
                  <a:pt x="639318" y="162560"/>
                </a:lnTo>
                <a:lnTo>
                  <a:pt x="647446" y="175260"/>
                </a:lnTo>
                <a:lnTo>
                  <a:pt x="647192" y="173990"/>
                </a:lnTo>
                <a:lnTo>
                  <a:pt x="669036" y="173990"/>
                </a:lnTo>
                <a:lnTo>
                  <a:pt x="646049" y="138430"/>
                </a:lnTo>
                <a:lnTo>
                  <a:pt x="614045" y="102870"/>
                </a:lnTo>
                <a:lnTo>
                  <a:pt x="601853" y="91440"/>
                </a:lnTo>
                <a:lnTo>
                  <a:pt x="594656" y="85090"/>
                </a:lnTo>
                <a:close/>
              </a:path>
              <a:path w="704850" h="560070">
                <a:moveTo>
                  <a:pt x="74803" y="149860"/>
                </a:moveTo>
                <a:lnTo>
                  <a:pt x="74168" y="149860"/>
                </a:lnTo>
                <a:lnTo>
                  <a:pt x="73787" y="151130"/>
                </a:lnTo>
                <a:lnTo>
                  <a:pt x="74803" y="149860"/>
                </a:lnTo>
                <a:close/>
              </a:path>
              <a:path w="704850" h="560070">
                <a:moveTo>
                  <a:pt x="95250" y="125730"/>
                </a:moveTo>
                <a:lnTo>
                  <a:pt x="94488" y="125730"/>
                </a:lnTo>
                <a:lnTo>
                  <a:pt x="94107" y="127000"/>
                </a:lnTo>
                <a:lnTo>
                  <a:pt x="95250" y="125730"/>
                </a:lnTo>
                <a:close/>
              </a:path>
              <a:path w="704850" h="560070">
                <a:moveTo>
                  <a:pt x="106456" y="114300"/>
                </a:moveTo>
                <a:lnTo>
                  <a:pt x="105537" y="114300"/>
                </a:lnTo>
                <a:lnTo>
                  <a:pt x="105156" y="115570"/>
                </a:lnTo>
                <a:lnTo>
                  <a:pt x="106456" y="114300"/>
                </a:lnTo>
                <a:close/>
              </a:path>
              <a:path w="704850" h="560070">
                <a:moveTo>
                  <a:pt x="118420" y="102870"/>
                </a:moveTo>
                <a:lnTo>
                  <a:pt x="116711" y="104266"/>
                </a:lnTo>
                <a:lnTo>
                  <a:pt x="116961" y="104266"/>
                </a:lnTo>
                <a:lnTo>
                  <a:pt x="118420" y="102870"/>
                </a:lnTo>
                <a:close/>
              </a:path>
              <a:path w="704850" h="560070">
                <a:moveTo>
                  <a:pt x="490788" y="45120"/>
                </a:moveTo>
                <a:lnTo>
                  <a:pt x="507746" y="52070"/>
                </a:lnTo>
                <a:lnTo>
                  <a:pt x="507238" y="52070"/>
                </a:lnTo>
                <a:lnTo>
                  <a:pt x="522350" y="59690"/>
                </a:lnTo>
                <a:lnTo>
                  <a:pt x="521970" y="59690"/>
                </a:lnTo>
                <a:lnTo>
                  <a:pt x="536829" y="67310"/>
                </a:lnTo>
                <a:lnTo>
                  <a:pt x="536448" y="67310"/>
                </a:lnTo>
                <a:lnTo>
                  <a:pt x="550926" y="76200"/>
                </a:lnTo>
                <a:lnTo>
                  <a:pt x="550545" y="76200"/>
                </a:lnTo>
                <a:lnTo>
                  <a:pt x="564388" y="86360"/>
                </a:lnTo>
                <a:lnTo>
                  <a:pt x="564007" y="85090"/>
                </a:lnTo>
                <a:lnTo>
                  <a:pt x="594656" y="85090"/>
                </a:lnTo>
                <a:lnTo>
                  <a:pt x="588899" y="80010"/>
                </a:lnTo>
                <a:lnTo>
                  <a:pt x="575310" y="69850"/>
                </a:lnTo>
                <a:lnTo>
                  <a:pt x="561086" y="60960"/>
                </a:lnTo>
                <a:lnTo>
                  <a:pt x="546227" y="50800"/>
                </a:lnTo>
                <a:lnTo>
                  <a:pt x="536067" y="45720"/>
                </a:lnTo>
                <a:lnTo>
                  <a:pt x="492632" y="45720"/>
                </a:lnTo>
                <a:lnTo>
                  <a:pt x="490788" y="45120"/>
                </a:lnTo>
                <a:close/>
              </a:path>
              <a:path w="704850" h="560070">
                <a:moveTo>
                  <a:pt x="184023" y="59690"/>
                </a:moveTo>
                <a:lnTo>
                  <a:pt x="181991" y="59690"/>
                </a:lnTo>
                <a:lnTo>
                  <a:pt x="181610" y="60960"/>
                </a:lnTo>
                <a:lnTo>
                  <a:pt x="184023" y="59690"/>
                </a:lnTo>
                <a:close/>
              </a:path>
              <a:path w="704850" h="560070">
                <a:moveTo>
                  <a:pt x="219354" y="43180"/>
                </a:moveTo>
                <a:lnTo>
                  <a:pt x="209973" y="47081"/>
                </a:lnTo>
                <a:lnTo>
                  <a:pt x="210224" y="47081"/>
                </a:lnTo>
                <a:lnTo>
                  <a:pt x="219354" y="43180"/>
                </a:lnTo>
                <a:close/>
              </a:path>
              <a:path w="704850" h="560070">
                <a:moveTo>
                  <a:pt x="444590" y="30025"/>
                </a:moveTo>
                <a:lnTo>
                  <a:pt x="462025" y="35560"/>
                </a:lnTo>
                <a:lnTo>
                  <a:pt x="461645" y="35560"/>
                </a:lnTo>
                <a:lnTo>
                  <a:pt x="477393" y="40640"/>
                </a:lnTo>
                <a:lnTo>
                  <a:pt x="477012" y="40640"/>
                </a:lnTo>
                <a:lnTo>
                  <a:pt x="492633" y="45720"/>
                </a:lnTo>
                <a:lnTo>
                  <a:pt x="536067" y="45720"/>
                </a:lnTo>
                <a:lnTo>
                  <a:pt x="515493" y="35560"/>
                </a:lnTo>
                <a:lnTo>
                  <a:pt x="504909" y="30480"/>
                </a:lnTo>
                <a:lnTo>
                  <a:pt x="446531" y="30480"/>
                </a:lnTo>
                <a:lnTo>
                  <a:pt x="444590" y="30025"/>
                </a:lnTo>
                <a:close/>
              </a:path>
              <a:path w="704850" h="560070">
                <a:moveTo>
                  <a:pt x="228015" y="40640"/>
                </a:moveTo>
                <a:lnTo>
                  <a:pt x="225425" y="40640"/>
                </a:lnTo>
                <a:lnTo>
                  <a:pt x="224917" y="41910"/>
                </a:lnTo>
                <a:lnTo>
                  <a:pt x="228015" y="40640"/>
                </a:lnTo>
                <a:close/>
              </a:path>
              <a:path w="704850" h="560070">
                <a:moveTo>
                  <a:pt x="240971" y="35330"/>
                </a:moveTo>
                <a:lnTo>
                  <a:pt x="240030" y="35560"/>
                </a:lnTo>
                <a:lnTo>
                  <a:pt x="240411" y="35560"/>
                </a:lnTo>
                <a:lnTo>
                  <a:pt x="240971" y="35330"/>
                </a:lnTo>
                <a:close/>
              </a:path>
              <a:path w="704850" h="560070">
                <a:moveTo>
                  <a:pt x="406590" y="22860"/>
                </a:moveTo>
                <a:lnTo>
                  <a:pt x="430285" y="26611"/>
                </a:lnTo>
                <a:lnTo>
                  <a:pt x="430637" y="26754"/>
                </a:lnTo>
                <a:lnTo>
                  <a:pt x="446532" y="30480"/>
                </a:lnTo>
                <a:lnTo>
                  <a:pt x="504909" y="30480"/>
                </a:lnTo>
                <a:lnTo>
                  <a:pt x="499796" y="28025"/>
                </a:lnTo>
                <a:lnTo>
                  <a:pt x="487616" y="24130"/>
                </a:lnTo>
                <a:lnTo>
                  <a:pt x="414782" y="24130"/>
                </a:lnTo>
                <a:lnTo>
                  <a:pt x="406590" y="22860"/>
                </a:lnTo>
                <a:close/>
              </a:path>
              <a:path w="704850" h="560070">
                <a:moveTo>
                  <a:pt x="430285" y="26611"/>
                </a:moveTo>
                <a:lnTo>
                  <a:pt x="430028" y="26611"/>
                </a:lnTo>
                <a:lnTo>
                  <a:pt x="430637" y="26754"/>
                </a:lnTo>
                <a:lnTo>
                  <a:pt x="430285" y="26611"/>
                </a:lnTo>
                <a:close/>
              </a:path>
              <a:path w="704850" h="560070">
                <a:moveTo>
                  <a:pt x="473862" y="19050"/>
                </a:moveTo>
                <a:lnTo>
                  <a:pt x="366268" y="19050"/>
                </a:lnTo>
                <a:lnTo>
                  <a:pt x="383533" y="20378"/>
                </a:lnTo>
                <a:lnTo>
                  <a:pt x="383146" y="20378"/>
                </a:lnTo>
                <a:lnTo>
                  <a:pt x="399524" y="21647"/>
                </a:lnTo>
                <a:lnTo>
                  <a:pt x="398771" y="21647"/>
                </a:lnTo>
                <a:lnTo>
                  <a:pt x="414782" y="24130"/>
                </a:lnTo>
                <a:lnTo>
                  <a:pt x="487616" y="24130"/>
                </a:lnTo>
                <a:lnTo>
                  <a:pt x="483616" y="22860"/>
                </a:lnTo>
                <a:lnTo>
                  <a:pt x="473862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622660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655684" y="4101846"/>
            <a:ext cx="16141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" sz="3000">
                <a:latin typeface="Franklin Gothic Medium"/>
                <a:cs typeface="Franklin Gothic Medium"/>
              </a:rPr>
              <a:t>ε</a:t>
            </a:r>
            <a:r>
              <a:rPr dirty="0" sz="2000">
                <a:latin typeface="Cambria Math"/>
                <a:cs typeface="Cambria Math"/>
              </a:rPr>
              <a:t>∪</a:t>
            </a:r>
            <a:r>
              <a:rPr dirty="0" sz="2000" spc="3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∅</a:t>
            </a:r>
            <a:r>
              <a:rPr dirty="0" sz="2000">
                <a:latin typeface="Franklin Gothic Medium"/>
                <a:cs typeface="Franklin Gothic Medium"/>
              </a:rPr>
              <a:t>(0</a:t>
            </a:r>
            <a:r>
              <a:rPr dirty="0" sz="2000" spc="-3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∪</a:t>
            </a:r>
            <a:r>
              <a:rPr dirty="0" sz="2000" spc="20">
                <a:latin typeface="Cambria Math"/>
                <a:cs typeface="Cambria Math"/>
              </a:rPr>
              <a:t> </a:t>
            </a:r>
            <a:r>
              <a:rPr dirty="0" sz="2000" spc="-20">
                <a:latin typeface="Cambria Math"/>
                <a:cs typeface="Cambria Math"/>
              </a:rPr>
              <a:t>1)</a:t>
            </a:r>
            <a:r>
              <a:rPr dirty="0" baseline="28735" sz="2175" spc="-30">
                <a:latin typeface="Cambria Math"/>
                <a:cs typeface="Cambria Math"/>
              </a:rPr>
              <a:t>∗</a:t>
            </a:r>
            <a:r>
              <a:rPr dirty="0" sz="2000" spc="-20">
                <a:latin typeface="Cambria Math"/>
                <a:cs typeface="Cambria Math"/>
              </a:rPr>
              <a:t>∅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5266182" y="4496308"/>
            <a:ext cx="2280920" cy="85725"/>
          </a:xfrm>
          <a:custGeom>
            <a:avLst/>
            <a:gdLst/>
            <a:ahLst/>
            <a:cxnLst/>
            <a:rect l="l" t="t" r="r" b="b"/>
            <a:pathLst>
              <a:path w="2280920" h="85725">
                <a:moveTo>
                  <a:pt x="0" y="27051"/>
                </a:moveTo>
                <a:lnTo>
                  <a:pt x="0" y="55626"/>
                </a:lnTo>
                <a:lnTo>
                  <a:pt x="228600" y="55880"/>
                </a:lnTo>
                <a:lnTo>
                  <a:pt x="228600" y="27305"/>
                </a:lnTo>
                <a:lnTo>
                  <a:pt x="0" y="27051"/>
                </a:lnTo>
                <a:close/>
              </a:path>
              <a:path w="2280920" h="85725">
                <a:moveTo>
                  <a:pt x="542925" y="27432"/>
                </a:moveTo>
                <a:lnTo>
                  <a:pt x="314325" y="27432"/>
                </a:lnTo>
                <a:lnTo>
                  <a:pt x="314325" y="56007"/>
                </a:lnTo>
                <a:lnTo>
                  <a:pt x="542925" y="56007"/>
                </a:lnTo>
                <a:lnTo>
                  <a:pt x="542925" y="27432"/>
                </a:lnTo>
                <a:close/>
              </a:path>
              <a:path w="2280920" h="85725">
                <a:moveTo>
                  <a:pt x="857250" y="27686"/>
                </a:moveTo>
                <a:lnTo>
                  <a:pt x="628650" y="27686"/>
                </a:lnTo>
                <a:lnTo>
                  <a:pt x="628650" y="56261"/>
                </a:lnTo>
                <a:lnTo>
                  <a:pt x="857250" y="56261"/>
                </a:lnTo>
                <a:lnTo>
                  <a:pt x="857250" y="27686"/>
                </a:lnTo>
                <a:close/>
              </a:path>
              <a:path w="2280920" h="85725">
                <a:moveTo>
                  <a:pt x="1171575" y="27813"/>
                </a:moveTo>
                <a:lnTo>
                  <a:pt x="942975" y="27813"/>
                </a:lnTo>
                <a:lnTo>
                  <a:pt x="942975" y="56388"/>
                </a:lnTo>
                <a:lnTo>
                  <a:pt x="1171575" y="56388"/>
                </a:lnTo>
                <a:lnTo>
                  <a:pt x="1171575" y="27813"/>
                </a:lnTo>
                <a:close/>
              </a:path>
              <a:path w="2280920" h="85725">
                <a:moveTo>
                  <a:pt x="1485899" y="28067"/>
                </a:moveTo>
                <a:lnTo>
                  <a:pt x="1257299" y="28067"/>
                </a:lnTo>
                <a:lnTo>
                  <a:pt x="1257299" y="56642"/>
                </a:lnTo>
                <a:lnTo>
                  <a:pt x="1485899" y="56642"/>
                </a:lnTo>
                <a:lnTo>
                  <a:pt x="1485899" y="28067"/>
                </a:lnTo>
                <a:close/>
              </a:path>
              <a:path w="2280920" h="85725">
                <a:moveTo>
                  <a:pt x="1571624" y="28194"/>
                </a:moveTo>
                <a:lnTo>
                  <a:pt x="1571624" y="56769"/>
                </a:lnTo>
                <a:lnTo>
                  <a:pt x="1800224" y="56896"/>
                </a:lnTo>
                <a:lnTo>
                  <a:pt x="1800224" y="28321"/>
                </a:lnTo>
                <a:lnTo>
                  <a:pt x="1571624" y="28194"/>
                </a:lnTo>
                <a:close/>
              </a:path>
              <a:path w="2280920" h="85725">
                <a:moveTo>
                  <a:pt x="2114549" y="28448"/>
                </a:moveTo>
                <a:lnTo>
                  <a:pt x="1885949" y="28448"/>
                </a:lnTo>
                <a:lnTo>
                  <a:pt x="1885949" y="57023"/>
                </a:lnTo>
                <a:lnTo>
                  <a:pt x="2114549" y="57023"/>
                </a:lnTo>
                <a:lnTo>
                  <a:pt x="2114549" y="28448"/>
                </a:lnTo>
                <a:close/>
              </a:path>
              <a:path w="2280920" h="85725">
                <a:moveTo>
                  <a:pt x="2195194" y="0"/>
                </a:moveTo>
                <a:lnTo>
                  <a:pt x="2195067" y="85725"/>
                </a:lnTo>
                <a:lnTo>
                  <a:pt x="2252302" y="57150"/>
                </a:lnTo>
                <a:lnTo>
                  <a:pt x="2200274" y="57150"/>
                </a:lnTo>
                <a:lnTo>
                  <a:pt x="2200274" y="28575"/>
                </a:lnTo>
                <a:lnTo>
                  <a:pt x="2252175" y="28575"/>
                </a:lnTo>
                <a:lnTo>
                  <a:pt x="2195194" y="0"/>
                </a:lnTo>
                <a:close/>
              </a:path>
              <a:path w="2280920" h="85725">
                <a:moveTo>
                  <a:pt x="2209418" y="28575"/>
                </a:moveTo>
                <a:lnTo>
                  <a:pt x="2200274" y="28575"/>
                </a:lnTo>
                <a:lnTo>
                  <a:pt x="2200274" y="57150"/>
                </a:lnTo>
                <a:lnTo>
                  <a:pt x="2209418" y="57150"/>
                </a:lnTo>
                <a:lnTo>
                  <a:pt x="2209418" y="28575"/>
                </a:lnTo>
                <a:close/>
              </a:path>
              <a:path w="2280920" h="85725">
                <a:moveTo>
                  <a:pt x="2252175" y="28575"/>
                </a:moveTo>
                <a:lnTo>
                  <a:pt x="2209418" y="28575"/>
                </a:lnTo>
                <a:lnTo>
                  <a:pt x="2209418" y="57150"/>
                </a:lnTo>
                <a:lnTo>
                  <a:pt x="2252302" y="57150"/>
                </a:lnTo>
                <a:lnTo>
                  <a:pt x="2280792" y="42926"/>
                </a:lnTo>
                <a:lnTo>
                  <a:pt x="2252175" y="28575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301866" y="4081017"/>
            <a:ext cx="19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4360545" y="3443604"/>
            <a:ext cx="704850" cy="560705"/>
          </a:xfrm>
          <a:custGeom>
            <a:avLst/>
            <a:gdLst/>
            <a:ahLst/>
            <a:cxnLst/>
            <a:rect l="l" t="t" r="r" b="b"/>
            <a:pathLst>
              <a:path w="704850" h="560704">
                <a:moveTo>
                  <a:pt x="53212" y="438404"/>
                </a:moveTo>
                <a:lnTo>
                  <a:pt x="36702" y="447802"/>
                </a:lnTo>
                <a:lnTo>
                  <a:pt x="41275" y="455930"/>
                </a:lnTo>
                <a:lnTo>
                  <a:pt x="49783" y="469011"/>
                </a:lnTo>
                <a:lnTo>
                  <a:pt x="79501" y="506476"/>
                </a:lnTo>
                <a:lnTo>
                  <a:pt x="115950" y="540258"/>
                </a:lnTo>
                <a:lnTo>
                  <a:pt x="143637" y="560197"/>
                </a:lnTo>
                <a:lnTo>
                  <a:pt x="154431" y="544449"/>
                </a:lnTo>
                <a:lnTo>
                  <a:pt x="139735" y="534336"/>
                </a:lnTo>
                <a:lnTo>
                  <a:pt x="126853" y="524551"/>
                </a:lnTo>
                <a:lnTo>
                  <a:pt x="93699" y="493761"/>
                </a:lnTo>
                <a:lnTo>
                  <a:pt x="65486" y="458330"/>
                </a:lnTo>
                <a:lnTo>
                  <a:pt x="57137" y="445355"/>
                </a:lnTo>
                <a:lnTo>
                  <a:pt x="53212" y="438404"/>
                </a:lnTo>
                <a:close/>
              </a:path>
              <a:path w="704850" h="560704">
                <a:moveTo>
                  <a:pt x="9525" y="238252"/>
                </a:moveTo>
                <a:lnTo>
                  <a:pt x="1524" y="281940"/>
                </a:lnTo>
                <a:lnTo>
                  <a:pt x="8" y="311531"/>
                </a:lnTo>
                <a:lnTo>
                  <a:pt x="0" y="312039"/>
                </a:lnTo>
                <a:lnTo>
                  <a:pt x="565" y="325377"/>
                </a:lnTo>
                <a:lnTo>
                  <a:pt x="634" y="327025"/>
                </a:lnTo>
                <a:lnTo>
                  <a:pt x="1687" y="339337"/>
                </a:lnTo>
                <a:lnTo>
                  <a:pt x="1786" y="340494"/>
                </a:lnTo>
                <a:lnTo>
                  <a:pt x="1904" y="341884"/>
                </a:lnTo>
                <a:lnTo>
                  <a:pt x="4063" y="356743"/>
                </a:lnTo>
                <a:lnTo>
                  <a:pt x="6984" y="371475"/>
                </a:lnTo>
                <a:lnTo>
                  <a:pt x="10794" y="386080"/>
                </a:lnTo>
                <a:lnTo>
                  <a:pt x="13080" y="393700"/>
                </a:lnTo>
                <a:lnTo>
                  <a:pt x="31241" y="387985"/>
                </a:lnTo>
                <a:lnTo>
                  <a:pt x="28954" y="380619"/>
                </a:lnTo>
                <a:lnTo>
                  <a:pt x="25655" y="367538"/>
                </a:lnTo>
                <a:lnTo>
                  <a:pt x="22926" y="354139"/>
                </a:lnTo>
                <a:lnTo>
                  <a:pt x="20874" y="340494"/>
                </a:lnTo>
                <a:lnTo>
                  <a:pt x="19681" y="327025"/>
                </a:lnTo>
                <a:lnTo>
                  <a:pt x="19558" y="325628"/>
                </a:lnTo>
                <a:lnTo>
                  <a:pt x="19535" y="325377"/>
                </a:lnTo>
                <a:lnTo>
                  <a:pt x="19067" y="312039"/>
                </a:lnTo>
                <a:lnTo>
                  <a:pt x="19050" y="311531"/>
                </a:lnTo>
                <a:lnTo>
                  <a:pt x="19289" y="298377"/>
                </a:lnTo>
                <a:lnTo>
                  <a:pt x="20361" y="284795"/>
                </a:lnTo>
                <a:lnTo>
                  <a:pt x="22146" y="270261"/>
                </a:lnTo>
                <a:lnTo>
                  <a:pt x="22245" y="269457"/>
                </a:lnTo>
                <a:lnTo>
                  <a:pt x="24648" y="256413"/>
                </a:lnTo>
                <a:lnTo>
                  <a:pt x="24764" y="255778"/>
                </a:lnTo>
                <a:lnTo>
                  <a:pt x="25727" y="252095"/>
                </a:lnTo>
                <a:lnTo>
                  <a:pt x="28066" y="242824"/>
                </a:lnTo>
                <a:lnTo>
                  <a:pt x="9525" y="238252"/>
                </a:lnTo>
                <a:close/>
              </a:path>
              <a:path w="704850" h="560704">
                <a:moveTo>
                  <a:pt x="133984" y="66421"/>
                </a:moveTo>
                <a:lnTo>
                  <a:pt x="92075" y="100837"/>
                </a:lnTo>
                <a:lnTo>
                  <a:pt x="58800" y="138430"/>
                </a:lnTo>
                <a:lnTo>
                  <a:pt x="32638" y="179451"/>
                </a:lnTo>
                <a:lnTo>
                  <a:pt x="30860" y="183134"/>
                </a:lnTo>
                <a:lnTo>
                  <a:pt x="47878" y="191516"/>
                </a:lnTo>
                <a:lnTo>
                  <a:pt x="50471" y="186482"/>
                </a:lnTo>
                <a:lnTo>
                  <a:pt x="55866" y="176952"/>
                </a:lnTo>
                <a:lnTo>
                  <a:pt x="84278" y="136999"/>
                </a:lnTo>
                <a:lnTo>
                  <a:pt x="116624" y="104066"/>
                </a:lnTo>
                <a:lnTo>
                  <a:pt x="144652" y="82169"/>
                </a:lnTo>
                <a:lnTo>
                  <a:pt x="133984" y="66421"/>
                </a:lnTo>
                <a:close/>
              </a:path>
              <a:path w="704850" h="560704">
                <a:moveTo>
                  <a:pt x="335410" y="0"/>
                </a:moveTo>
                <a:lnTo>
                  <a:pt x="333375" y="0"/>
                </a:lnTo>
                <a:lnTo>
                  <a:pt x="316610" y="1143"/>
                </a:lnTo>
                <a:lnTo>
                  <a:pt x="266826" y="8890"/>
                </a:lnTo>
                <a:lnTo>
                  <a:pt x="218693" y="22733"/>
                </a:lnTo>
                <a:lnTo>
                  <a:pt x="184530" y="37084"/>
                </a:lnTo>
                <a:lnTo>
                  <a:pt x="192912" y="54102"/>
                </a:lnTo>
                <a:lnTo>
                  <a:pt x="195349" y="52932"/>
                </a:lnTo>
                <a:lnTo>
                  <a:pt x="209816" y="46626"/>
                </a:lnTo>
                <a:lnTo>
                  <a:pt x="224898" y="40719"/>
                </a:lnTo>
                <a:lnTo>
                  <a:pt x="225450" y="40587"/>
                </a:lnTo>
                <a:lnTo>
                  <a:pt x="240033" y="35687"/>
                </a:lnTo>
                <a:lnTo>
                  <a:pt x="255217" y="31242"/>
                </a:lnTo>
                <a:lnTo>
                  <a:pt x="270783" y="27517"/>
                </a:lnTo>
                <a:lnTo>
                  <a:pt x="271130" y="27359"/>
                </a:lnTo>
                <a:lnTo>
                  <a:pt x="286375" y="24334"/>
                </a:lnTo>
                <a:lnTo>
                  <a:pt x="286669" y="24334"/>
                </a:lnTo>
                <a:lnTo>
                  <a:pt x="302121" y="21925"/>
                </a:lnTo>
                <a:lnTo>
                  <a:pt x="302580" y="21925"/>
                </a:lnTo>
                <a:lnTo>
                  <a:pt x="317663" y="20165"/>
                </a:lnTo>
                <a:lnTo>
                  <a:pt x="318522" y="20165"/>
                </a:lnTo>
                <a:lnTo>
                  <a:pt x="334517" y="19050"/>
                </a:lnTo>
                <a:lnTo>
                  <a:pt x="335918" y="19050"/>
                </a:lnTo>
                <a:lnTo>
                  <a:pt x="335874" y="17399"/>
                </a:lnTo>
                <a:lnTo>
                  <a:pt x="335749" y="12700"/>
                </a:lnTo>
                <a:lnTo>
                  <a:pt x="335647" y="8890"/>
                </a:lnTo>
                <a:lnTo>
                  <a:pt x="335559" y="5587"/>
                </a:lnTo>
                <a:lnTo>
                  <a:pt x="335440" y="1143"/>
                </a:lnTo>
                <a:lnTo>
                  <a:pt x="335410" y="0"/>
                </a:lnTo>
                <a:close/>
              </a:path>
              <a:path w="704850" h="560704">
                <a:moveTo>
                  <a:pt x="225450" y="40587"/>
                </a:moveTo>
                <a:lnTo>
                  <a:pt x="224898" y="40719"/>
                </a:lnTo>
                <a:lnTo>
                  <a:pt x="223927" y="41099"/>
                </a:lnTo>
                <a:lnTo>
                  <a:pt x="225450" y="40587"/>
                </a:lnTo>
                <a:close/>
              </a:path>
              <a:path w="704850" h="560704">
                <a:moveTo>
                  <a:pt x="272829" y="27030"/>
                </a:moveTo>
                <a:lnTo>
                  <a:pt x="271130" y="27359"/>
                </a:lnTo>
                <a:lnTo>
                  <a:pt x="270784" y="27517"/>
                </a:lnTo>
                <a:lnTo>
                  <a:pt x="272829" y="27030"/>
                </a:lnTo>
                <a:close/>
              </a:path>
              <a:path w="704850" h="560704">
                <a:moveTo>
                  <a:pt x="286669" y="24334"/>
                </a:moveTo>
                <a:lnTo>
                  <a:pt x="286375" y="24334"/>
                </a:lnTo>
                <a:lnTo>
                  <a:pt x="285165" y="24574"/>
                </a:lnTo>
                <a:lnTo>
                  <a:pt x="286669" y="24334"/>
                </a:lnTo>
                <a:close/>
              </a:path>
              <a:path w="704850" h="560704">
                <a:moveTo>
                  <a:pt x="302580" y="21925"/>
                </a:moveTo>
                <a:lnTo>
                  <a:pt x="302121" y="21925"/>
                </a:lnTo>
                <a:lnTo>
                  <a:pt x="300532" y="22173"/>
                </a:lnTo>
                <a:lnTo>
                  <a:pt x="302580" y="21925"/>
                </a:lnTo>
                <a:close/>
              </a:path>
              <a:path w="704850" h="560704">
                <a:moveTo>
                  <a:pt x="318522" y="20165"/>
                </a:moveTo>
                <a:lnTo>
                  <a:pt x="317663" y="20165"/>
                </a:lnTo>
                <a:lnTo>
                  <a:pt x="316398" y="20314"/>
                </a:lnTo>
                <a:lnTo>
                  <a:pt x="318522" y="20165"/>
                </a:lnTo>
                <a:close/>
              </a:path>
              <a:path w="704850" h="560704">
                <a:moveTo>
                  <a:pt x="496523" y="26634"/>
                </a:moveTo>
                <a:lnTo>
                  <a:pt x="430665" y="26634"/>
                </a:lnTo>
                <a:lnTo>
                  <a:pt x="446481" y="30353"/>
                </a:lnTo>
                <a:lnTo>
                  <a:pt x="462045" y="34676"/>
                </a:lnTo>
                <a:lnTo>
                  <a:pt x="507806" y="52096"/>
                </a:lnTo>
                <a:lnTo>
                  <a:pt x="532510" y="64897"/>
                </a:lnTo>
                <a:lnTo>
                  <a:pt x="541654" y="48133"/>
                </a:lnTo>
                <a:lnTo>
                  <a:pt x="530987" y="42291"/>
                </a:lnTo>
                <a:lnTo>
                  <a:pt x="515503" y="34676"/>
                </a:lnTo>
                <a:lnTo>
                  <a:pt x="499617" y="27812"/>
                </a:lnTo>
                <a:lnTo>
                  <a:pt x="496523" y="26634"/>
                </a:lnTo>
                <a:close/>
              </a:path>
              <a:path w="704850" h="560704">
                <a:moveTo>
                  <a:pt x="492665" y="45518"/>
                </a:moveTo>
                <a:lnTo>
                  <a:pt x="492438" y="45518"/>
                </a:lnTo>
                <a:lnTo>
                  <a:pt x="494324" y="46239"/>
                </a:lnTo>
                <a:lnTo>
                  <a:pt x="492665" y="45518"/>
                </a:lnTo>
                <a:close/>
              </a:path>
              <a:path w="704850" h="560704">
                <a:moveTo>
                  <a:pt x="413292" y="23414"/>
                </a:moveTo>
                <a:lnTo>
                  <a:pt x="431461" y="26820"/>
                </a:lnTo>
                <a:lnTo>
                  <a:pt x="430665" y="26634"/>
                </a:lnTo>
                <a:lnTo>
                  <a:pt x="496523" y="26634"/>
                </a:lnTo>
                <a:lnTo>
                  <a:pt x="488797" y="23691"/>
                </a:lnTo>
                <a:lnTo>
                  <a:pt x="415276" y="23691"/>
                </a:lnTo>
                <a:lnTo>
                  <a:pt x="413292" y="23414"/>
                </a:lnTo>
                <a:close/>
              </a:path>
              <a:path w="704850" h="560704">
                <a:moveTo>
                  <a:pt x="393700" y="1650"/>
                </a:moveTo>
                <a:lnTo>
                  <a:pt x="391794" y="20700"/>
                </a:lnTo>
                <a:lnTo>
                  <a:pt x="399353" y="21388"/>
                </a:lnTo>
                <a:lnTo>
                  <a:pt x="398791" y="21388"/>
                </a:lnTo>
                <a:lnTo>
                  <a:pt x="415276" y="23691"/>
                </a:lnTo>
                <a:lnTo>
                  <a:pt x="488797" y="23691"/>
                </a:lnTo>
                <a:lnTo>
                  <a:pt x="450976" y="11811"/>
                </a:lnTo>
                <a:lnTo>
                  <a:pt x="400938" y="2412"/>
                </a:lnTo>
                <a:lnTo>
                  <a:pt x="393700" y="1650"/>
                </a:lnTo>
                <a:close/>
              </a:path>
              <a:path w="704850" h="560704">
                <a:moveTo>
                  <a:pt x="590550" y="81153"/>
                </a:moveTo>
                <a:lnTo>
                  <a:pt x="578357" y="95758"/>
                </a:lnTo>
                <a:lnTo>
                  <a:pt x="589876" y="105443"/>
                </a:lnTo>
                <a:lnTo>
                  <a:pt x="600955" y="115697"/>
                </a:lnTo>
                <a:lnTo>
                  <a:pt x="611259" y="126237"/>
                </a:lnTo>
                <a:lnTo>
                  <a:pt x="621364" y="137708"/>
                </a:lnTo>
                <a:lnTo>
                  <a:pt x="621694" y="138025"/>
                </a:lnTo>
                <a:lnTo>
                  <a:pt x="621776" y="138175"/>
                </a:lnTo>
                <a:lnTo>
                  <a:pt x="622123" y="138577"/>
                </a:lnTo>
                <a:lnTo>
                  <a:pt x="629863" y="148345"/>
                </a:lnTo>
                <a:lnTo>
                  <a:pt x="654684" y="186817"/>
                </a:lnTo>
                <a:lnTo>
                  <a:pt x="666622" y="212471"/>
                </a:lnTo>
                <a:lnTo>
                  <a:pt x="684149" y="204851"/>
                </a:lnTo>
                <a:lnTo>
                  <a:pt x="663701" y="164084"/>
                </a:lnTo>
                <a:lnTo>
                  <a:pt x="636142" y="125730"/>
                </a:lnTo>
                <a:lnTo>
                  <a:pt x="601852" y="90678"/>
                </a:lnTo>
                <a:lnTo>
                  <a:pt x="590550" y="81153"/>
                </a:lnTo>
                <a:close/>
              </a:path>
              <a:path w="704850" h="560704">
                <a:moveTo>
                  <a:pt x="700531" y="261620"/>
                </a:moveTo>
                <a:lnTo>
                  <a:pt x="681863" y="265430"/>
                </a:lnTo>
                <a:lnTo>
                  <a:pt x="682116" y="266319"/>
                </a:lnTo>
                <a:lnTo>
                  <a:pt x="684078" y="280171"/>
                </a:lnTo>
                <a:lnTo>
                  <a:pt x="684193" y="280666"/>
                </a:lnTo>
                <a:lnTo>
                  <a:pt x="685238" y="292468"/>
                </a:lnTo>
                <a:lnTo>
                  <a:pt x="685786" y="308102"/>
                </a:lnTo>
                <a:lnTo>
                  <a:pt x="685795" y="308483"/>
                </a:lnTo>
                <a:lnTo>
                  <a:pt x="685630" y="321942"/>
                </a:lnTo>
                <a:lnTo>
                  <a:pt x="679926" y="364921"/>
                </a:lnTo>
                <a:lnTo>
                  <a:pt x="668118" y="403927"/>
                </a:lnTo>
                <a:lnTo>
                  <a:pt x="665860" y="409194"/>
                </a:lnTo>
                <a:lnTo>
                  <a:pt x="683513" y="416560"/>
                </a:lnTo>
                <a:lnTo>
                  <a:pt x="698753" y="367919"/>
                </a:lnTo>
                <a:lnTo>
                  <a:pt x="704539" y="323831"/>
                </a:lnTo>
                <a:lnTo>
                  <a:pt x="704843" y="308483"/>
                </a:lnTo>
                <a:lnTo>
                  <a:pt x="704850" y="308102"/>
                </a:lnTo>
                <a:lnTo>
                  <a:pt x="704389" y="294516"/>
                </a:lnTo>
                <a:lnTo>
                  <a:pt x="704286" y="292468"/>
                </a:lnTo>
                <a:lnTo>
                  <a:pt x="703071" y="278257"/>
                </a:lnTo>
                <a:lnTo>
                  <a:pt x="700913" y="263271"/>
                </a:lnTo>
                <a:lnTo>
                  <a:pt x="700531" y="261620"/>
                </a:lnTo>
                <a:close/>
              </a:path>
              <a:path w="704850" h="560704">
                <a:moveTo>
                  <a:pt x="584453" y="480568"/>
                </a:moveTo>
                <a:lnTo>
                  <a:pt x="547624" y="557403"/>
                </a:lnTo>
                <a:lnTo>
                  <a:pt x="631189" y="540766"/>
                </a:lnTo>
                <a:lnTo>
                  <a:pt x="619653" y="525907"/>
                </a:lnTo>
                <a:lnTo>
                  <a:pt x="603884" y="525907"/>
                </a:lnTo>
                <a:lnTo>
                  <a:pt x="591819" y="511048"/>
                </a:lnTo>
                <a:lnTo>
                  <a:pt x="601854" y="502980"/>
                </a:lnTo>
                <a:lnTo>
                  <a:pt x="584453" y="480568"/>
                </a:lnTo>
                <a:close/>
              </a:path>
              <a:path w="704850" h="560704">
                <a:moveTo>
                  <a:pt x="601854" y="502980"/>
                </a:moveTo>
                <a:lnTo>
                  <a:pt x="591819" y="511048"/>
                </a:lnTo>
                <a:lnTo>
                  <a:pt x="603884" y="525907"/>
                </a:lnTo>
                <a:lnTo>
                  <a:pt x="613559" y="518057"/>
                </a:lnTo>
                <a:lnTo>
                  <a:pt x="601854" y="502980"/>
                </a:lnTo>
                <a:close/>
              </a:path>
              <a:path w="704850" h="560704">
                <a:moveTo>
                  <a:pt x="613559" y="518057"/>
                </a:moveTo>
                <a:lnTo>
                  <a:pt x="603884" y="525907"/>
                </a:lnTo>
                <a:lnTo>
                  <a:pt x="619653" y="525907"/>
                </a:lnTo>
                <a:lnTo>
                  <a:pt x="613559" y="518057"/>
                </a:lnTo>
                <a:close/>
              </a:path>
              <a:path w="704850" h="560704">
                <a:moveTo>
                  <a:pt x="639826" y="457581"/>
                </a:moveTo>
                <a:lnTo>
                  <a:pt x="631179" y="469881"/>
                </a:lnTo>
                <a:lnTo>
                  <a:pt x="620778" y="482915"/>
                </a:lnTo>
                <a:lnTo>
                  <a:pt x="609988" y="494792"/>
                </a:lnTo>
                <a:lnTo>
                  <a:pt x="604774" y="500634"/>
                </a:lnTo>
                <a:lnTo>
                  <a:pt x="604429" y="500911"/>
                </a:lnTo>
                <a:lnTo>
                  <a:pt x="603757" y="501650"/>
                </a:lnTo>
                <a:lnTo>
                  <a:pt x="603510" y="501650"/>
                </a:lnTo>
                <a:lnTo>
                  <a:pt x="601854" y="502980"/>
                </a:lnTo>
                <a:lnTo>
                  <a:pt x="613559" y="518057"/>
                </a:lnTo>
                <a:lnTo>
                  <a:pt x="617346" y="514985"/>
                </a:lnTo>
                <a:lnTo>
                  <a:pt x="629507" y="501650"/>
                </a:lnTo>
                <a:lnTo>
                  <a:pt x="603757" y="501650"/>
                </a:lnTo>
                <a:lnTo>
                  <a:pt x="604496" y="500911"/>
                </a:lnTo>
                <a:lnTo>
                  <a:pt x="630181" y="500911"/>
                </a:lnTo>
                <a:lnTo>
                  <a:pt x="635762" y="494792"/>
                </a:lnTo>
                <a:lnTo>
                  <a:pt x="646176" y="481711"/>
                </a:lnTo>
                <a:lnTo>
                  <a:pt x="655446" y="468630"/>
                </a:lnTo>
                <a:lnTo>
                  <a:pt x="639826" y="457581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4375784" y="3044393"/>
            <a:ext cx="7067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0</a:t>
            </a:r>
            <a:r>
              <a:rPr dirty="0" sz="2400" spc="-1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7538973" y="3956050"/>
            <a:ext cx="1155700" cy="1165225"/>
            <a:chOff x="7538973" y="3956050"/>
            <a:chExt cx="1155700" cy="1165225"/>
          </a:xfrm>
        </p:grpSpPr>
        <p:sp>
          <p:nvSpPr>
            <p:cNvPr id="20" name="object 20" descr=""/>
            <p:cNvSpPr/>
            <p:nvPr/>
          </p:nvSpPr>
          <p:spPr>
            <a:xfrm>
              <a:off x="7545323" y="3962400"/>
              <a:ext cx="1143000" cy="1152525"/>
            </a:xfrm>
            <a:custGeom>
              <a:avLst/>
              <a:gdLst/>
              <a:ahLst/>
              <a:cxnLst/>
              <a:rect l="l" t="t" r="r" b="b"/>
              <a:pathLst>
                <a:path w="1143000" h="1152525">
                  <a:moveTo>
                    <a:pt x="571500" y="0"/>
                  </a:moveTo>
                  <a:lnTo>
                    <a:pt x="524632" y="1909"/>
                  </a:lnTo>
                  <a:lnTo>
                    <a:pt x="478808" y="7540"/>
                  </a:lnTo>
                  <a:lnTo>
                    <a:pt x="434173" y="16743"/>
                  </a:lnTo>
                  <a:lnTo>
                    <a:pt x="390875" y="29370"/>
                  </a:lnTo>
                  <a:lnTo>
                    <a:pt x="349061" y="45273"/>
                  </a:lnTo>
                  <a:lnTo>
                    <a:pt x="308878" y="64304"/>
                  </a:lnTo>
                  <a:lnTo>
                    <a:pt x="270474" y="86313"/>
                  </a:lnTo>
                  <a:lnTo>
                    <a:pt x="233994" y="111154"/>
                  </a:lnTo>
                  <a:lnTo>
                    <a:pt x="199588" y="138677"/>
                  </a:lnTo>
                  <a:lnTo>
                    <a:pt x="167401" y="168735"/>
                  </a:lnTo>
                  <a:lnTo>
                    <a:pt x="137582" y="201179"/>
                  </a:lnTo>
                  <a:lnTo>
                    <a:pt x="110276" y="235860"/>
                  </a:lnTo>
                  <a:lnTo>
                    <a:pt x="85632" y="272631"/>
                  </a:lnTo>
                  <a:lnTo>
                    <a:pt x="63796" y="311342"/>
                  </a:lnTo>
                  <a:lnTo>
                    <a:pt x="44916" y="351847"/>
                  </a:lnTo>
                  <a:lnTo>
                    <a:pt x="29138" y="393996"/>
                  </a:lnTo>
                  <a:lnTo>
                    <a:pt x="16611" y="437641"/>
                  </a:lnTo>
                  <a:lnTo>
                    <a:pt x="7480" y="482635"/>
                  </a:lnTo>
                  <a:lnTo>
                    <a:pt x="1894" y="528827"/>
                  </a:lnTo>
                  <a:lnTo>
                    <a:pt x="0" y="576072"/>
                  </a:lnTo>
                  <a:lnTo>
                    <a:pt x="1894" y="623316"/>
                  </a:lnTo>
                  <a:lnTo>
                    <a:pt x="7480" y="669508"/>
                  </a:lnTo>
                  <a:lnTo>
                    <a:pt x="16611" y="714502"/>
                  </a:lnTo>
                  <a:lnTo>
                    <a:pt x="29138" y="758147"/>
                  </a:lnTo>
                  <a:lnTo>
                    <a:pt x="44916" y="800296"/>
                  </a:lnTo>
                  <a:lnTo>
                    <a:pt x="63796" y="840801"/>
                  </a:lnTo>
                  <a:lnTo>
                    <a:pt x="85632" y="879512"/>
                  </a:lnTo>
                  <a:lnTo>
                    <a:pt x="110276" y="916283"/>
                  </a:lnTo>
                  <a:lnTo>
                    <a:pt x="137582" y="950964"/>
                  </a:lnTo>
                  <a:lnTo>
                    <a:pt x="167401" y="983408"/>
                  </a:lnTo>
                  <a:lnTo>
                    <a:pt x="199588" y="1013466"/>
                  </a:lnTo>
                  <a:lnTo>
                    <a:pt x="233994" y="1040989"/>
                  </a:lnTo>
                  <a:lnTo>
                    <a:pt x="270474" y="1065830"/>
                  </a:lnTo>
                  <a:lnTo>
                    <a:pt x="308878" y="1087839"/>
                  </a:lnTo>
                  <a:lnTo>
                    <a:pt x="349061" y="1106870"/>
                  </a:lnTo>
                  <a:lnTo>
                    <a:pt x="390875" y="1122773"/>
                  </a:lnTo>
                  <a:lnTo>
                    <a:pt x="434173" y="1135400"/>
                  </a:lnTo>
                  <a:lnTo>
                    <a:pt x="478808" y="1144603"/>
                  </a:lnTo>
                  <a:lnTo>
                    <a:pt x="524632" y="1150234"/>
                  </a:lnTo>
                  <a:lnTo>
                    <a:pt x="571500" y="1152144"/>
                  </a:lnTo>
                  <a:lnTo>
                    <a:pt x="618367" y="1150234"/>
                  </a:lnTo>
                  <a:lnTo>
                    <a:pt x="664191" y="1144603"/>
                  </a:lnTo>
                  <a:lnTo>
                    <a:pt x="708826" y="1135400"/>
                  </a:lnTo>
                  <a:lnTo>
                    <a:pt x="752124" y="1122773"/>
                  </a:lnTo>
                  <a:lnTo>
                    <a:pt x="793938" y="1106870"/>
                  </a:lnTo>
                  <a:lnTo>
                    <a:pt x="834121" y="1087839"/>
                  </a:lnTo>
                  <a:lnTo>
                    <a:pt x="872525" y="1065830"/>
                  </a:lnTo>
                  <a:lnTo>
                    <a:pt x="909005" y="1040989"/>
                  </a:lnTo>
                  <a:lnTo>
                    <a:pt x="943411" y="1013466"/>
                  </a:lnTo>
                  <a:lnTo>
                    <a:pt x="975598" y="983408"/>
                  </a:lnTo>
                  <a:lnTo>
                    <a:pt x="1005417" y="950964"/>
                  </a:lnTo>
                  <a:lnTo>
                    <a:pt x="1032723" y="916283"/>
                  </a:lnTo>
                  <a:lnTo>
                    <a:pt x="1057367" y="879512"/>
                  </a:lnTo>
                  <a:lnTo>
                    <a:pt x="1079203" y="840801"/>
                  </a:lnTo>
                  <a:lnTo>
                    <a:pt x="1098083" y="800296"/>
                  </a:lnTo>
                  <a:lnTo>
                    <a:pt x="1113861" y="758147"/>
                  </a:lnTo>
                  <a:lnTo>
                    <a:pt x="1126388" y="714502"/>
                  </a:lnTo>
                  <a:lnTo>
                    <a:pt x="1135519" y="669508"/>
                  </a:lnTo>
                  <a:lnTo>
                    <a:pt x="1141105" y="623316"/>
                  </a:lnTo>
                  <a:lnTo>
                    <a:pt x="1143000" y="576072"/>
                  </a:lnTo>
                  <a:lnTo>
                    <a:pt x="1141105" y="528827"/>
                  </a:lnTo>
                  <a:lnTo>
                    <a:pt x="1135519" y="482635"/>
                  </a:lnTo>
                  <a:lnTo>
                    <a:pt x="1126388" y="437641"/>
                  </a:lnTo>
                  <a:lnTo>
                    <a:pt x="1113861" y="393996"/>
                  </a:lnTo>
                  <a:lnTo>
                    <a:pt x="1098083" y="351847"/>
                  </a:lnTo>
                  <a:lnTo>
                    <a:pt x="1079203" y="311342"/>
                  </a:lnTo>
                  <a:lnTo>
                    <a:pt x="1057367" y="272631"/>
                  </a:lnTo>
                  <a:lnTo>
                    <a:pt x="1032723" y="235860"/>
                  </a:lnTo>
                  <a:lnTo>
                    <a:pt x="1005417" y="201179"/>
                  </a:lnTo>
                  <a:lnTo>
                    <a:pt x="975598" y="168735"/>
                  </a:lnTo>
                  <a:lnTo>
                    <a:pt x="943411" y="138677"/>
                  </a:lnTo>
                  <a:lnTo>
                    <a:pt x="909005" y="111154"/>
                  </a:lnTo>
                  <a:lnTo>
                    <a:pt x="872525" y="86313"/>
                  </a:lnTo>
                  <a:lnTo>
                    <a:pt x="834121" y="64304"/>
                  </a:lnTo>
                  <a:lnTo>
                    <a:pt x="793938" y="45273"/>
                  </a:lnTo>
                  <a:lnTo>
                    <a:pt x="752124" y="29370"/>
                  </a:lnTo>
                  <a:lnTo>
                    <a:pt x="708826" y="16743"/>
                  </a:lnTo>
                  <a:lnTo>
                    <a:pt x="664191" y="7540"/>
                  </a:lnTo>
                  <a:lnTo>
                    <a:pt x="618367" y="1909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545323" y="3962400"/>
              <a:ext cx="1143000" cy="1152525"/>
            </a:xfrm>
            <a:custGeom>
              <a:avLst/>
              <a:gdLst/>
              <a:ahLst/>
              <a:cxnLst/>
              <a:rect l="l" t="t" r="r" b="b"/>
              <a:pathLst>
                <a:path w="1143000" h="1152525">
                  <a:moveTo>
                    <a:pt x="0" y="576072"/>
                  </a:moveTo>
                  <a:lnTo>
                    <a:pt x="1894" y="528827"/>
                  </a:lnTo>
                  <a:lnTo>
                    <a:pt x="7480" y="482635"/>
                  </a:lnTo>
                  <a:lnTo>
                    <a:pt x="16611" y="437641"/>
                  </a:lnTo>
                  <a:lnTo>
                    <a:pt x="29138" y="393996"/>
                  </a:lnTo>
                  <a:lnTo>
                    <a:pt x="44916" y="351847"/>
                  </a:lnTo>
                  <a:lnTo>
                    <a:pt x="63796" y="311342"/>
                  </a:lnTo>
                  <a:lnTo>
                    <a:pt x="85632" y="272631"/>
                  </a:lnTo>
                  <a:lnTo>
                    <a:pt x="110276" y="235860"/>
                  </a:lnTo>
                  <a:lnTo>
                    <a:pt x="137582" y="201179"/>
                  </a:lnTo>
                  <a:lnTo>
                    <a:pt x="167401" y="168735"/>
                  </a:lnTo>
                  <a:lnTo>
                    <a:pt x="199588" y="138677"/>
                  </a:lnTo>
                  <a:lnTo>
                    <a:pt x="233994" y="111154"/>
                  </a:lnTo>
                  <a:lnTo>
                    <a:pt x="270474" y="86313"/>
                  </a:lnTo>
                  <a:lnTo>
                    <a:pt x="308878" y="64304"/>
                  </a:lnTo>
                  <a:lnTo>
                    <a:pt x="349061" y="45273"/>
                  </a:lnTo>
                  <a:lnTo>
                    <a:pt x="390875" y="29370"/>
                  </a:lnTo>
                  <a:lnTo>
                    <a:pt x="434173" y="16743"/>
                  </a:lnTo>
                  <a:lnTo>
                    <a:pt x="478808" y="7540"/>
                  </a:lnTo>
                  <a:lnTo>
                    <a:pt x="524632" y="1909"/>
                  </a:lnTo>
                  <a:lnTo>
                    <a:pt x="571500" y="0"/>
                  </a:lnTo>
                  <a:lnTo>
                    <a:pt x="618367" y="1909"/>
                  </a:lnTo>
                  <a:lnTo>
                    <a:pt x="664191" y="7540"/>
                  </a:lnTo>
                  <a:lnTo>
                    <a:pt x="708826" y="16743"/>
                  </a:lnTo>
                  <a:lnTo>
                    <a:pt x="752124" y="29370"/>
                  </a:lnTo>
                  <a:lnTo>
                    <a:pt x="793938" y="45273"/>
                  </a:lnTo>
                  <a:lnTo>
                    <a:pt x="834121" y="64304"/>
                  </a:lnTo>
                  <a:lnTo>
                    <a:pt x="872525" y="86313"/>
                  </a:lnTo>
                  <a:lnTo>
                    <a:pt x="909005" y="111154"/>
                  </a:lnTo>
                  <a:lnTo>
                    <a:pt x="943411" y="138677"/>
                  </a:lnTo>
                  <a:lnTo>
                    <a:pt x="975598" y="168735"/>
                  </a:lnTo>
                  <a:lnTo>
                    <a:pt x="1005417" y="201179"/>
                  </a:lnTo>
                  <a:lnTo>
                    <a:pt x="1032723" y="235860"/>
                  </a:lnTo>
                  <a:lnTo>
                    <a:pt x="1057367" y="272631"/>
                  </a:lnTo>
                  <a:lnTo>
                    <a:pt x="1079203" y="311342"/>
                  </a:lnTo>
                  <a:lnTo>
                    <a:pt x="1098083" y="351847"/>
                  </a:lnTo>
                  <a:lnTo>
                    <a:pt x="1113861" y="393996"/>
                  </a:lnTo>
                  <a:lnTo>
                    <a:pt x="1126388" y="437641"/>
                  </a:lnTo>
                  <a:lnTo>
                    <a:pt x="1135519" y="482635"/>
                  </a:lnTo>
                  <a:lnTo>
                    <a:pt x="1141105" y="528827"/>
                  </a:lnTo>
                  <a:lnTo>
                    <a:pt x="1143000" y="576072"/>
                  </a:lnTo>
                  <a:lnTo>
                    <a:pt x="1141105" y="623316"/>
                  </a:lnTo>
                  <a:lnTo>
                    <a:pt x="1135519" y="669508"/>
                  </a:lnTo>
                  <a:lnTo>
                    <a:pt x="1126388" y="714502"/>
                  </a:lnTo>
                  <a:lnTo>
                    <a:pt x="1113861" y="758147"/>
                  </a:lnTo>
                  <a:lnTo>
                    <a:pt x="1098083" y="800296"/>
                  </a:lnTo>
                  <a:lnTo>
                    <a:pt x="1079203" y="840801"/>
                  </a:lnTo>
                  <a:lnTo>
                    <a:pt x="1057367" y="879512"/>
                  </a:lnTo>
                  <a:lnTo>
                    <a:pt x="1032723" y="916283"/>
                  </a:lnTo>
                  <a:lnTo>
                    <a:pt x="1005417" y="950964"/>
                  </a:lnTo>
                  <a:lnTo>
                    <a:pt x="975598" y="983408"/>
                  </a:lnTo>
                  <a:lnTo>
                    <a:pt x="943411" y="1013466"/>
                  </a:lnTo>
                  <a:lnTo>
                    <a:pt x="909005" y="1040989"/>
                  </a:lnTo>
                  <a:lnTo>
                    <a:pt x="872525" y="1065830"/>
                  </a:lnTo>
                  <a:lnTo>
                    <a:pt x="834121" y="1087839"/>
                  </a:lnTo>
                  <a:lnTo>
                    <a:pt x="793938" y="1106870"/>
                  </a:lnTo>
                  <a:lnTo>
                    <a:pt x="752124" y="1122773"/>
                  </a:lnTo>
                  <a:lnTo>
                    <a:pt x="708826" y="1135400"/>
                  </a:lnTo>
                  <a:lnTo>
                    <a:pt x="664191" y="1144603"/>
                  </a:lnTo>
                  <a:lnTo>
                    <a:pt x="618367" y="1150234"/>
                  </a:lnTo>
                  <a:lnTo>
                    <a:pt x="571500" y="1152144"/>
                  </a:lnTo>
                  <a:lnTo>
                    <a:pt x="524632" y="1150234"/>
                  </a:lnTo>
                  <a:lnTo>
                    <a:pt x="478808" y="1144603"/>
                  </a:lnTo>
                  <a:lnTo>
                    <a:pt x="434173" y="1135400"/>
                  </a:lnTo>
                  <a:lnTo>
                    <a:pt x="390875" y="1122773"/>
                  </a:lnTo>
                  <a:lnTo>
                    <a:pt x="349061" y="1106870"/>
                  </a:lnTo>
                  <a:lnTo>
                    <a:pt x="308878" y="1087839"/>
                  </a:lnTo>
                  <a:lnTo>
                    <a:pt x="270474" y="1065830"/>
                  </a:lnTo>
                  <a:lnTo>
                    <a:pt x="233994" y="1040989"/>
                  </a:lnTo>
                  <a:lnTo>
                    <a:pt x="199588" y="1013466"/>
                  </a:lnTo>
                  <a:lnTo>
                    <a:pt x="167401" y="983408"/>
                  </a:lnTo>
                  <a:lnTo>
                    <a:pt x="137582" y="950964"/>
                  </a:lnTo>
                  <a:lnTo>
                    <a:pt x="110276" y="916283"/>
                  </a:lnTo>
                  <a:lnTo>
                    <a:pt x="85632" y="879512"/>
                  </a:lnTo>
                  <a:lnTo>
                    <a:pt x="63796" y="840801"/>
                  </a:lnTo>
                  <a:lnTo>
                    <a:pt x="44916" y="800296"/>
                  </a:lnTo>
                  <a:lnTo>
                    <a:pt x="29138" y="758147"/>
                  </a:lnTo>
                  <a:lnTo>
                    <a:pt x="16611" y="714502"/>
                  </a:lnTo>
                  <a:lnTo>
                    <a:pt x="7480" y="669508"/>
                  </a:lnTo>
                  <a:lnTo>
                    <a:pt x="1894" y="623316"/>
                  </a:lnTo>
                  <a:lnTo>
                    <a:pt x="0" y="57607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2716276" y="4493005"/>
            <a:ext cx="1406525" cy="85725"/>
          </a:xfrm>
          <a:custGeom>
            <a:avLst/>
            <a:gdLst/>
            <a:ahLst/>
            <a:cxnLst/>
            <a:rect l="l" t="t" r="r" b="b"/>
            <a:pathLst>
              <a:path w="1406525" h="85725">
                <a:moveTo>
                  <a:pt x="507" y="10541"/>
                </a:moveTo>
                <a:lnTo>
                  <a:pt x="0" y="39116"/>
                </a:lnTo>
                <a:lnTo>
                  <a:pt x="228600" y="42291"/>
                </a:lnTo>
                <a:lnTo>
                  <a:pt x="228981" y="13716"/>
                </a:lnTo>
                <a:lnTo>
                  <a:pt x="507" y="10541"/>
                </a:lnTo>
                <a:close/>
              </a:path>
              <a:path w="1406525" h="85725">
                <a:moveTo>
                  <a:pt x="314706" y="14859"/>
                </a:moveTo>
                <a:lnTo>
                  <a:pt x="314325" y="43434"/>
                </a:lnTo>
                <a:lnTo>
                  <a:pt x="542925" y="46609"/>
                </a:lnTo>
                <a:lnTo>
                  <a:pt x="543306" y="18034"/>
                </a:lnTo>
                <a:lnTo>
                  <a:pt x="314706" y="14859"/>
                </a:lnTo>
                <a:close/>
              </a:path>
              <a:path w="1406525" h="85725">
                <a:moveTo>
                  <a:pt x="629031" y="19177"/>
                </a:moveTo>
                <a:lnTo>
                  <a:pt x="628650" y="47752"/>
                </a:lnTo>
                <a:lnTo>
                  <a:pt x="857250" y="50927"/>
                </a:lnTo>
                <a:lnTo>
                  <a:pt x="857631" y="22352"/>
                </a:lnTo>
                <a:lnTo>
                  <a:pt x="629031" y="19177"/>
                </a:lnTo>
                <a:close/>
              </a:path>
              <a:path w="1406525" h="85725">
                <a:moveTo>
                  <a:pt x="943356" y="23495"/>
                </a:moveTo>
                <a:lnTo>
                  <a:pt x="942975" y="52070"/>
                </a:lnTo>
                <a:lnTo>
                  <a:pt x="1171575" y="55118"/>
                </a:lnTo>
                <a:lnTo>
                  <a:pt x="1171956" y="26543"/>
                </a:lnTo>
                <a:lnTo>
                  <a:pt x="943356" y="23495"/>
                </a:lnTo>
                <a:close/>
              </a:path>
              <a:path w="1406525" h="85725">
                <a:moveTo>
                  <a:pt x="1320927" y="0"/>
                </a:moveTo>
                <a:lnTo>
                  <a:pt x="1320556" y="27813"/>
                </a:lnTo>
                <a:lnTo>
                  <a:pt x="1320545" y="28641"/>
                </a:lnTo>
                <a:lnTo>
                  <a:pt x="1334770" y="28829"/>
                </a:lnTo>
                <a:lnTo>
                  <a:pt x="1334402" y="56388"/>
                </a:lnTo>
                <a:lnTo>
                  <a:pt x="1334389" y="57404"/>
                </a:lnTo>
                <a:lnTo>
                  <a:pt x="1320161" y="57404"/>
                </a:lnTo>
                <a:lnTo>
                  <a:pt x="1319784" y="85725"/>
                </a:lnTo>
                <a:lnTo>
                  <a:pt x="1378411" y="57404"/>
                </a:lnTo>
                <a:lnTo>
                  <a:pt x="1334389" y="57404"/>
                </a:lnTo>
                <a:lnTo>
                  <a:pt x="1320164" y="57216"/>
                </a:lnTo>
                <a:lnTo>
                  <a:pt x="1378800" y="57216"/>
                </a:lnTo>
                <a:lnTo>
                  <a:pt x="1406016" y="44069"/>
                </a:lnTo>
                <a:lnTo>
                  <a:pt x="1320927" y="0"/>
                </a:lnTo>
                <a:close/>
              </a:path>
              <a:path w="1406525" h="85725">
                <a:moveTo>
                  <a:pt x="1320545" y="28641"/>
                </a:moveTo>
                <a:lnTo>
                  <a:pt x="1320175" y="56388"/>
                </a:lnTo>
                <a:lnTo>
                  <a:pt x="1320164" y="57216"/>
                </a:lnTo>
                <a:lnTo>
                  <a:pt x="1334389" y="57404"/>
                </a:lnTo>
                <a:lnTo>
                  <a:pt x="1334770" y="28829"/>
                </a:lnTo>
                <a:lnTo>
                  <a:pt x="1320545" y="28641"/>
                </a:lnTo>
                <a:close/>
              </a:path>
              <a:path w="1406525" h="85725">
                <a:moveTo>
                  <a:pt x="1257681" y="27813"/>
                </a:moveTo>
                <a:lnTo>
                  <a:pt x="1257300" y="56388"/>
                </a:lnTo>
                <a:lnTo>
                  <a:pt x="1320164" y="57216"/>
                </a:lnTo>
                <a:lnTo>
                  <a:pt x="1320542" y="28829"/>
                </a:lnTo>
                <a:lnTo>
                  <a:pt x="1320545" y="28641"/>
                </a:lnTo>
                <a:lnTo>
                  <a:pt x="1257681" y="278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3272790" y="4098797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Franklin Gothic Medium"/>
                <a:cs typeface="Franklin Gothic Medium"/>
              </a:rPr>
              <a:t>ε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5144008" y="2985642"/>
            <a:ext cx="5507990" cy="1216025"/>
          </a:xfrm>
          <a:custGeom>
            <a:avLst/>
            <a:gdLst/>
            <a:ahLst/>
            <a:cxnLst/>
            <a:rect l="l" t="t" r="r" b="b"/>
            <a:pathLst>
              <a:path w="5507990" h="1216025">
                <a:moveTo>
                  <a:pt x="5456983" y="919686"/>
                </a:moveTo>
                <a:lnTo>
                  <a:pt x="5433314" y="935609"/>
                </a:lnTo>
                <a:lnTo>
                  <a:pt x="5507482" y="977646"/>
                </a:lnTo>
                <a:lnTo>
                  <a:pt x="5501365" y="930275"/>
                </a:lnTo>
                <a:lnTo>
                  <a:pt x="5464174" y="930275"/>
                </a:lnTo>
                <a:lnTo>
                  <a:pt x="5456983" y="919686"/>
                </a:lnTo>
                <a:close/>
              </a:path>
              <a:path w="5507990" h="1216025">
                <a:moveTo>
                  <a:pt x="5472789" y="909053"/>
                </a:moveTo>
                <a:lnTo>
                  <a:pt x="5456983" y="919686"/>
                </a:lnTo>
                <a:lnTo>
                  <a:pt x="5464174" y="930275"/>
                </a:lnTo>
                <a:lnTo>
                  <a:pt x="5479804" y="919686"/>
                </a:lnTo>
                <a:lnTo>
                  <a:pt x="5479977" y="919686"/>
                </a:lnTo>
                <a:lnTo>
                  <a:pt x="5472789" y="909053"/>
                </a:lnTo>
                <a:close/>
              </a:path>
              <a:path w="5507990" h="1216025">
                <a:moveTo>
                  <a:pt x="5496560" y="893064"/>
                </a:moveTo>
                <a:lnTo>
                  <a:pt x="5472789" y="909053"/>
                </a:lnTo>
                <a:lnTo>
                  <a:pt x="5479977" y="919686"/>
                </a:lnTo>
                <a:lnTo>
                  <a:pt x="5479804" y="919686"/>
                </a:lnTo>
                <a:lnTo>
                  <a:pt x="5464174" y="930275"/>
                </a:lnTo>
                <a:lnTo>
                  <a:pt x="5501365" y="930275"/>
                </a:lnTo>
                <a:lnTo>
                  <a:pt x="5496560" y="893064"/>
                </a:lnTo>
                <a:close/>
              </a:path>
              <a:path w="5507990" h="1216025">
                <a:moveTo>
                  <a:pt x="5382768" y="800227"/>
                </a:moveTo>
                <a:lnTo>
                  <a:pt x="5368924" y="813435"/>
                </a:lnTo>
                <a:lnTo>
                  <a:pt x="5377050" y="821924"/>
                </a:lnTo>
                <a:lnTo>
                  <a:pt x="5404348" y="852836"/>
                </a:lnTo>
                <a:lnTo>
                  <a:pt x="5430907" y="885218"/>
                </a:lnTo>
                <a:lnTo>
                  <a:pt x="5455091" y="916893"/>
                </a:lnTo>
                <a:lnTo>
                  <a:pt x="5456983" y="919686"/>
                </a:lnTo>
                <a:lnTo>
                  <a:pt x="5472789" y="909053"/>
                </a:lnTo>
                <a:lnTo>
                  <a:pt x="5470651" y="905891"/>
                </a:lnTo>
                <a:lnTo>
                  <a:pt x="5445760" y="873252"/>
                </a:lnTo>
                <a:lnTo>
                  <a:pt x="5419344" y="840994"/>
                </a:lnTo>
                <a:lnTo>
                  <a:pt x="5391403" y="809371"/>
                </a:lnTo>
                <a:lnTo>
                  <a:pt x="5382768" y="800227"/>
                </a:lnTo>
                <a:close/>
              </a:path>
              <a:path w="5507990" h="1216025">
                <a:moveTo>
                  <a:pt x="5227700" y="657352"/>
                </a:moveTo>
                <a:lnTo>
                  <a:pt x="5216144" y="672592"/>
                </a:lnTo>
                <a:lnTo>
                  <a:pt x="5217294" y="673361"/>
                </a:lnTo>
                <a:lnTo>
                  <a:pt x="5217696" y="673701"/>
                </a:lnTo>
                <a:lnTo>
                  <a:pt x="5217946" y="674013"/>
                </a:lnTo>
                <a:lnTo>
                  <a:pt x="5218236" y="674161"/>
                </a:lnTo>
                <a:lnTo>
                  <a:pt x="5286123" y="731884"/>
                </a:lnTo>
                <a:lnTo>
                  <a:pt x="5329046" y="773176"/>
                </a:lnTo>
                <a:lnTo>
                  <a:pt x="5342255" y="759333"/>
                </a:lnTo>
                <a:lnTo>
                  <a:pt x="5298567" y="717423"/>
                </a:lnTo>
                <a:lnTo>
                  <a:pt x="5229478" y="658749"/>
                </a:lnTo>
                <a:lnTo>
                  <a:pt x="5227700" y="657352"/>
                </a:lnTo>
                <a:close/>
              </a:path>
              <a:path w="5507990" h="1216025">
                <a:moveTo>
                  <a:pt x="5055870" y="535940"/>
                </a:moveTo>
                <a:lnTo>
                  <a:pt x="5045837" y="552196"/>
                </a:lnTo>
                <a:lnTo>
                  <a:pt x="5064506" y="563626"/>
                </a:lnTo>
                <a:lnTo>
                  <a:pt x="5143499" y="617474"/>
                </a:lnTo>
                <a:lnTo>
                  <a:pt x="5170677" y="638048"/>
                </a:lnTo>
                <a:lnTo>
                  <a:pt x="5182108" y="622808"/>
                </a:lnTo>
                <a:lnTo>
                  <a:pt x="5154802" y="602107"/>
                </a:lnTo>
                <a:lnTo>
                  <a:pt x="5075046" y="547751"/>
                </a:lnTo>
                <a:lnTo>
                  <a:pt x="5055870" y="535940"/>
                </a:lnTo>
                <a:close/>
              </a:path>
              <a:path w="5507990" h="1216025">
                <a:moveTo>
                  <a:pt x="4931095" y="462693"/>
                </a:moveTo>
                <a:lnTo>
                  <a:pt x="4891920" y="462693"/>
                </a:lnTo>
                <a:lnTo>
                  <a:pt x="4981002" y="512239"/>
                </a:lnTo>
                <a:lnTo>
                  <a:pt x="4997195" y="522224"/>
                </a:lnTo>
                <a:lnTo>
                  <a:pt x="5007228" y="505968"/>
                </a:lnTo>
                <a:lnTo>
                  <a:pt x="4990211" y="495554"/>
                </a:lnTo>
                <a:lnTo>
                  <a:pt x="4931095" y="462693"/>
                </a:lnTo>
                <a:close/>
              </a:path>
              <a:path w="5507990" h="1216025">
                <a:moveTo>
                  <a:pt x="4873117" y="431927"/>
                </a:moveTo>
                <a:lnTo>
                  <a:pt x="4864608" y="448945"/>
                </a:lnTo>
                <a:lnTo>
                  <a:pt x="4893952" y="463824"/>
                </a:lnTo>
                <a:lnTo>
                  <a:pt x="4891920" y="462693"/>
                </a:lnTo>
                <a:lnTo>
                  <a:pt x="4931095" y="462693"/>
                </a:lnTo>
                <a:lnTo>
                  <a:pt x="4900421" y="445643"/>
                </a:lnTo>
                <a:lnTo>
                  <a:pt x="4873117" y="431927"/>
                </a:lnTo>
                <a:close/>
              </a:path>
              <a:path w="5507990" h="1216025">
                <a:moveTo>
                  <a:pt x="4745788" y="370471"/>
                </a:moveTo>
                <a:lnTo>
                  <a:pt x="4700068" y="370471"/>
                </a:lnTo>
                <a:lnTo>
                  <a:pt x="4798184" y="415288"/>
                </a:lnTo>
                <a:lnTo>
                  <a:pt x="4798053" y="415288"/>
                </a:lnTo>
                <a:lnTo>
                  <a:pt x="4813553" y="423164"/>
                </a:lnTo>
                <a:lnTo>
                  <a:pt x="4817550" y="415288"/>
                </a:lnTo>
                <a:lnTo>
                  <a:pt x="4798184" y="415288"/>
                </a:lnTo>
                <a:lnTo>
                  <a:pt x="4797822" y="415124"/>
                </a:lnTo>
                <a:lnTo>
                  <a:pt x="4817633" y="415124"/>
                </a:lnTo>
                <a:lnTo>
                  <a:pt x="4822190" y="406146"/>
                </a:lnTo>
                <a:lnTo>
                  <a:pt x="4806188" y="398145"/>
                </a:lnTo>
                <a:lnTo>
                  <a:pt x="4745788" y="370471"/>
                </a:lnTo>
                <a:close/>
              </a:path>
              <a:path w="5507990" h="1216025">
                <a:moveTo>
                  <a:pt x="4682870" y="342773"/>
                </a:moveTo>
                <a:lnTo>
                  <a:pt x="4675505" y="360299"/>
                </a:lnTo>
                <a:lnTo>
                  <a:pt x="4703736" y="372147"/>
                </a:lnTo>
                <a:lnTo>
                  <a:pt x="4700068" y="370471"/>
                </a:lnTo>
                <a:lnTo>
                  <a:pt x="4745788" y="370471"/>
                </a:lnTo>
                <a:lnTo>
                  <a:pt x="4707509" y="352933"/>
                </a:lnTo>
                <a:lnTo>
                  <a:pt x="4682870" y="342773"/>
                </a:lnTo>
                <a:close/>
              </a:path>
              <a:path w="5507990" h="1216025">
                <a:moveTo>
                  <a:pt x="4487037" y="266319"/>
                </a:moveTo>
                <a:lnTo>
                  <a:pt x="4480941" y="284353"/>
                </a:lnTo>
                <a:lnTo>
                  <a:pt x="4492606" y="288380"/>
                </a:lnTo>
                <a:lnTo>
                  <a:pt x="4597532" y="327899"/>
                </a:lnTo>
                <a:lnTo>
                  <a:pt x="4597829" y="328040"/>
                </a:lnTo>
                <a:lnTo>
                  <a:pt x="4622672" y="338455"/>
                </a:lnTo>
                <a:lnTo>
                  <a:pt x="4630039" y="320802"/>
                </a:lnTo>
                <a:lnTo>
                  <a:pt x="4604766" y="310261"/>
                </a:lnTo>
                <a:lnTo>
                  <a:pt x="4497959" y="270129"/>
                </a:lnTo>
                <a:lnTo>
                  <a:pt x="4487037" y="266319"/>
                </a:lnTo>
                <a:close/>
              </a:path>
              <a:path w="5507990" h="1216025">
                <a:moveTo>
                  <a:pt x="4287520" y="201676"/>
                </a:moveTo>
                <a:lnTo>
                  <a:pt x="4281932" y="219837"/>
                </a:lnTo>
                <a:lnTo>
                  <a:pt x="4381952" y="250598"/>
                </a:lnTo>
                <a:lnTo>
                  <a:pt x="4426839" y="265938"/>
                </a:lnTo>
                <a:lnTo>
                  <a:pt x="4432935" y="247904"/>
                </a:lnTo>
                <a:lnTo>
                  <a:pt x="4387469" y="232410"/>
                </a:lnTo>
                <a:lnTo>
                  <a:pt x="4287520" y="201676"/>
                </a:lnTo>
                <a:close/>
              </a:path>
              <a:path w="5507990" h="1216025">
                <a:moveTo>
                  <a:pt x="4381952" y="250598"/>
                </a:moveTo>
                <a:lnTo>
                  <a:pt x="4381809" y="250598"/>
                </a:lnTo>
                <a:lnTo>
                  <a:pt x="4382941" y="250936"/>
                </a:lnTo>
                <a:lnTo>
                  <a:pt x="4381952" y="250598"/>
                </a:lnTo>
                <a:close/>
              </a:path>
              <a:path w="5507990" h="1216025">
                <a:moveTo>
                  <a:pt x="4084573" y="147320"/>
                </a:moveTo>
                <a:lnTo>
                  <a:pt x="4080001" y="165862"/>
                </a:lnTo>
                <a:lnTo>
                  <a:pt x="4151710" y="183453"/>
                </a:lnTo>
                <a:lnTo>
                  <a:pt x="4227195" y="204343"/>
                </a:lnTo>
                <a:lnTo>
                  <a:pt x="4232274" y="185928"/>
                </a:lnTo>
                <a:lnTo>
                  <a:pt x="4156074" y="164973"/>
                </a:lnTo>
                <a:lnTo>
                  <a:pt x="4084573" y="147320"/>
                </a:lnTo>
                <a:close/>
              </a:path>
              <a:path w="5507990" h="1216025">
                <a:moveTo>
                  <a:pt x="4149227" y="182830"/>
                </a:moveTo>
                <a:lnTo>
                  <a:pt x="4151485" y="183453"/>
                </a:lnTo>
                <a:lnTo>
                  <a:pt x="4151738" y="183453"/>
                </a:lnTo>
                <a:lnTo>
                  <a:pt x="4149227" y="182830"/>
                </a:lnTo>
                <a:close/>
              </a:path>
              <a:path w="5507990" h="1216025">
                <a:moveTo>
                  <a:pt x="3879468" y="102108"/>
                </a:moveTo>
                <a:lnTo>
                  <a:pt x="3875913" y="120777"/>
                </a:lnTo>
                <a:lnTo>
                  <a:pt x="3909014" y="127052"/>
                </a:lnTo>
                <a:lnTo>
                  <a:pt x="4024757" y="152400"/>
                </a:lnTo>
                <a:lnTo>
                  <a:pt x="4028820" y="133731"/>
                </a:lnTo>
                <a:lnTo>
                  <a:pt x="3912489" y="108331"/>
                </a:lnTo>
                <a:lnTo>
                  <a:pt x="3879468" y="102108"/>
                </a:lnTo>
                <a:close/>
              </a:path>
              <a:path w="5507990" h="1216025">
                <a:moveTo>
                  <a:pt x="3906916" y="126642"/>
                </a:moveTo>
                <a:lnTo>
                  <a:pt x="3908794" y="127052"/>
                </a:lnTo>
                <a:lnTo>
                  <a:pt x="3909047" y="127052"/>
                </a:lnTo>
                <a:lnTo>
                  <a:pt x="3906916" y="126642"/>
                </a:lnTo>
                <a:close/>
              </a:path>
              <a:path w="5507990" h="1216025">
                <a:moveTo>
                  <a:pt x="3821098" y="103135"/>
                </a:moveTo>
                <a:lnTo>
                  <a:pt x="3783789" y="103135"/>
                </a:lnTo>
                <a:lnTo>
                  <a:pt x="3819778" y="110109"/>
                </a:lnTo>
                <a:lnTo>
                  <a:pt x="3821014" y="103580"/>
                </a:lnTo>
                <a:lnTo>
                  <a:pt x="3821098" y="103135"/>
                </a:lnTo>
                <a:close/>
              </a:path>
              <a:path w="5507990" h="1216025">
                <a:moveTo>
                  <a:pt x="3672840" y="65532"/>
                </a:moveTo>
                <a:lnTo>
                  <a:pt x="3669791" y="84328"/>
                </a:lnTo>
                <a:lnTo>
                  <a:pt x="3786085" y="103580"/>
                </a:lnTo>
                <a:lnTo>
                  <a:pt x="3783789" y="103135"/>
                </a:lnTo>
                <a:lnTo>
                  <a:pt x="3821098" y="103135"/>
                </a:lnTo>
                <a:lnTo>
                  <a:pt x="3823335" y="91312"/>
                </a:lnTo>
                <a:lnTo>
                  <a:pt x="3786632" y="84328"/>
                </a:lnTo>
                <a:lnTo>
                  <a:pt x="3672840" y="65532"/>
                </a:lnTo>
                <a:close/>
              </a:path>
              <a:path w="5507990" h="1216025">
                <a:moveTo>
                  <a:pt x="3464687" y="37719"/>
                </a:moveTo>
                <a:lnTo>
                  <a:pt x="3462527" y="56642"/>
                </a:lnTo>
                <a:lnTo>
                  <a:pt x="3525726" y="63915"/>
                </a:lnTo>
                <a:lnTo>
                  <a:pt x="3613531" y="76073"/>
                </a:lnTo>
                <a:lnTo>
                  <a:pt x="3616070" y="57277"/>
                </a:lnTo>
                <a:lnTo>
                  <a:pt x="3527806" y="44958"/>
                </a:lnTo>
                <a:lnTo>
                  <a:pt x="3464687" y="37719"/>
                </a:lnTo>
                <a:close/>
              </a:path>
              <a:path w="5507990" h="1216025">
                <a:moveTo>
                  <a:pt x="3524008" y="63707"/>
                </a:moveTo>
                <a:lnTo>
                  <a:pt x="3525515" y="63915"/>
                </a:lnTo>
                <a:lnTo>
                  <a:pt x="3525768" y="63915"/>
                </a:lnTo>
                <a:lnTo>
                  <a:pt x="3524008" y="63707"/>
                </a:lnTo>
                <a:close/>
              </a:path>
              <a:path w="5507990" h="1216025">
                <a:moveTo>
                  <a:pt x="3255771" y="17272"/>
                </a:moveTo>
                <a:lnTo>
                  <a:pt x="3254501" y="36322"/>
                </a:lnTo>
                <a:lnTo>
                  <a:pt x="3259709" y="36576"/>
                </a:lnTo>
                <a:lnTo>
                  <a:pt x="3393906" y="48671"/>
                </a:lnTo>
                <a:lnTo>
                  <a:pt x="3393563" y="48671"/>
                </a:lnTo>
                <a:lnTo>
                  <a:pt x="3405759" y="50165"/>
                </a:lnTo>
                <a:lnTo>
                  <a:pt x="3407917" y="31242"/>
                </a:lnTo>
                <a:lnTo>
                  <a:pt x="3395344" y="29718"/>
                </a:lnTo>
                <a:lnTo>
                  <a:pt x="3261106" y="17653"/>
                </a:lnTo>
                <a:lnTo>
                  <a:pt x="3255771" y="17272"/>
                </a:lnTo>
                <a:close/>
              </a:path>
              <a:path w="5507990" h="1216025">
                <a:moveTo>
                  <a:pt x="3046348" y="5207"/>
                </a:moveTo>
                <a:lnTo>
                  <a:pt x="3045587" y="24257"/>
                </a:lnTo>
                <a:lnTo>
                  <a:pt x="3124862" y="27576"/>
                </a:lnTo>
                <a:lnTo>
                  <a:pt x="3124452" y="27576"/>
                </a:lnTo>
                <a:lnTo>
                  <a:pt x="3197478" y="32512"/>
                </a:lnTo>
                <a:lnTo>
                  <a:pt x="3198748" y="13462"/>
                </a:lnTo>
                <a:lnTo>
                  <a:pt x="3125342" y="8509"/>
                </a:lnTo>
                <a:lnTo>
                  <a:pt x="3046348" y="5207"/>
                </a:lnTo>
                <a:close/>
              </a:path>
              <a:path w="5507990" h="1216025">
                <a:moveTo>
                  <a:pt x="2850134" y="0"/>
                </a:moveTo>
                <a:lnTo>
                  <a:pt x="2836417" y="127"/>
                </a:lnTo>
                <a:lnTo>
                  <a:pt x="2836544" y="19177"/>
                </a:lnTo>
                <a:lnTo>
                  <a:pt x="2856447" y="19177"/>
                </a:lnTo>
                <a:lnTo>
                  <a:pt x="2994369" y="21844"/>
                </a:lnTo>
                <a:lnTo>
                  <a:pt x="2988437" y="21844"/>
                </a:lnTo>
                <a:lnTo>
                  <a:pt x="2989198" y="2794"/>
                </a:lnTo>
                <a:lnTo>
                  <a:pt x="2988310" y="2794"/>
                </a:lnTo>
                <a:lnTo>
                  <a:pt x="2850134" y="0"/>
                </a:lnTo>
                <a:close/>
              </a:path>
              <a:path w="5507990" h="1216025">
                <a:moveTo>
                  <a:pt x="2779267" y="381"/>
                </a:moveTo>
                <a:lnTo>
                  <a:pt x="2710941" y="762"/>
                </a:lnTo>
                <a:lnTo>
                  <a:pt x="2626614" y="3175"/>
                </a:lnTo>
                <a:lnTo>
                  <a:pt x="2627155" y="19431"/>
                </a:lnTo>
                <a:lnTo>
                  <a:pt x="2627248" y="22225"/>
                </a:lnTo>
                <a:lnTo>
                  <a:pt x="2711449" y="19812"/>
                </a:lnTo>
                <a:lnTo>
                  <a:pt x="2711196" y="19812"/>
                </a:lnTo>
                <a:lnTo>
                  <a:pt x="2779394" y="19431"/>
                </a:lnTo>
                <a:lnTo>
                  <a:pt x="2779267" y="381"/>
                </a:lnTo>
                <a:close/>
              </a:path>
              <a:path w="5507990" h="1216025">
                <a:moveTo>
                  <a:pt x="2569337" y="4953"/>
                </a:moveTo>
                <a:lnTo>
                  <a:pt x="2431034" y="12192"/>
                </a:lnTo>
                <a:lnTo>
                  <a:pt x="2416937" y="13335"/>
                </a:lnTo>
                <a:lnTo>
                  <a:pt x="2418260" y="31260"/>
                </a:lnTo>
                <a:lnTo>
                  <a:pt x="2418334" y="32258"/>
                </a:lnTo>
                <a:lnTo>
                  <a:pt x="2432178" y="31260"/>
                </a:lnTo>
                <a:lnTo>
                  <a:pt x="2431829" y="31260"/>
                </a:lnTo>
                <a:lnTo>
                  <a:pt x="2570352" y="24003"/>
                </a:lnTo>
                <a:lnTo>
                  <a:pt x="2569337" y="4953"/>
                </a:lnTo>
                <a:close/>
              </a:path>
              <a:path w="5507990" h="1216025">
                <a:moveTo>
                  <a:pt x="2359914" y="17653"/>
                </a:moveTo>
                <a:lnTo>
                  <a:pt x="2290698" y="23114"/>
                </a:lnTo>
                <a:lnTo>
                  <a:pt x="2207894" y="31496"/>
                </a:lnTo>
                <a:lnTo>
                  <a:pt x="2209926" y="50546"/>
                </a:lnTo>
                <a:lnTo>
                  <a:pt x="2292225" y="42062"/>
                </a:lnTo>
                <a:lnTo>
                  <a:pt x="2291886" y="42062"/>
                </a:lnTo>
                <a:lnTo>
                  <a:pt x="2361438" y="36703"/>
                </a:lnTo>
                <a:lnTo>
                  <a:pt x="2359914" y="17653"/>
                </a:lnTo>
                <a:close/>
              </a:path>
              <a:path w="5507990" h="1216025">
                <a:moveTo>
                  <a:pt x="2151125" y="37337"/>
                </a:moveTo>
                <a:lnTo>
                  <a:pt x="2010028" y="55499"/>
                </a:lnTo>
                <a:lnTo>
                  <a:pt x="1999488" y="57150"/>
                </a:lnTo>
                <a:lnTo>
                  <a:pt x="2002409" y="75946"/>
                </a:lnTo>
                <a:lnTo>
                  <a:pt x="2012237" y="74387"/>
                </a:lnTo>
                <a:lnTo>
                  <a:pt x="2152649" y="56387"/>
                </a:lnTo>
                <a:lnTo>
                  <a:pt x="2153031" y="56387"/>
                </a:lnTo>
                <a:lnTo>
                  <a:pt x="2151125" y="37337"/>
                </a:lnTo>
                <a:close/>
              </a:path>
              <a:path w="5507990" h="1216025">
                <a:moveTo>
                  <a:pt x="2012834" y="74387"/>
                </a:moveTo>
                <a:lnTo>
                  <a:pt x="2012277" y="74387"/>
                </a:lnTo>
                <a:lnTo>
                  <a:pt x="2009658" y="74796"/>
                </a:lnTo>
                <a:lnTo>
                  <a:pt x="2012834" y="74387"/>
                </a:lnTo>
                <a:close/>
              </a:path>
              <a:path w="5507990" h="1216025">
                <a:moveTo>
                  <a:pt x="1942972" y="65659"/>
                </a:moveTo>
                <a:lnTo>
                  <a:pt x="1908556" y="70866"/>
                </a:lnTo>
                <a:lnTo>
                  <a:pt x="1808988" y="87884"/>
                </a:lnTo>
                <a:lnTo>
                  <a:pt x="1792350" y="91059"/>
                </a:lnTo>
                <a:lnTo>
                  <a:pt x="1795907" y="109728"/>
                </a:lnTo>
                <a:lnTo>
                  <a:pt x="1812416" y="106553"/>
                </a:lnTo>
                <a:lnTo>
                  <a:pt x="1911484" y="89703"/>
                </a:lnTo>
                <a:lnTo>
                  <a:pt x="1911199" y="89703"/>
                </a:lnTo>
                <a:lnTo>
                  <a:pt x="1945893" y="84455"/>
                </a:lnTo>
                <a:lnTo>
                  <a:pt x="1942972" y="65659"/>
                </a:lnTo>
                <a:close/>
              </a:path>
              <a:path w="5507990" h="1216025">
                <a:moveTo>
                  <a:pt x="1913776" y="89314"/>
                </a:moveTo>
                <a:lnTo>
                  <a:pt x="1911199" y="89703"/>
                </a:lnTo>
                <a:lnTo>
                  <a:pt x="1911484" y="89703"/>
                </a:lnTo>
                <a:lnTo>
                  <a:pt x="1913776" y="89314"/>
                </a:lnTo>
                <a:close/>
              </a:path>
              <a:path w="5507990" h="1216025">
                <a:moveTo>
                  <a:pt x="1736216" y="101854"/>
                </a:moveTo>
                <a:lnTo>
                  <a:pt x="1711197" y="106680"/>
                </a:lnTo>
                <a:lnTo>
                  <a:pt x="1615439" y="127000"/>
                </a:lnTo>
                <a:lnTo>
                  <a:pt x="1586864" y="133731"/>
                </a:lnTo>
                <a:lnTo>
                  <a:pt x="1591183" y="152273"/>
                </a:lnTo>
                <a:lnTo>
                  <a:pt x="1620684" y="145292"/>
                </a:lnTo>
                <a:lnTo>
                  <a:pt x="1714888" y="125400"/>
                </a:lnTo>
                <a:lnTo>
                  <a:pt x="1714614" y="125400"/>
                </a:lnTo>
                <a:lnTo>
                  <a:pt x="1739899" y="120523"/>
                </a:lnTo>
                <a:lnTo>
                  <a:pt x="1736216" y="101854"/>
                </a:lnTo>
                <a:close/>
              </a:path>
              <a:path w="5507990" h="1216025">
                <a:moveTo>
                  <a:pt x="1717772" y="124791"/>
                </a:moveTo>
                <a:lnTo>
                  <a:pt x="1714614" y="125400"/>
                </a:lnTo>
                <a:lnTo>
                  <a:pt x="1714888" y="125400"/>
                </a:lnTo>
                <a:lnTo>
                  <a:pt x="1717772" y="124791"/>
                </a:lnTo>
                <a:close/>
              </a:path>
              <a:path w="5507990" h="1216025">
                <a:moveTo>
                  <a:pt x="1531239" y="146685"/>
                </a:moveTo>
                <a:lnTo>
                  <a:pt x="1521714" y="148971"/>
                </a:lnTo>
                <a:lnTo>
                  <a:pt x="1430019" y="172466"/>
                </a:lnTo>
                <a:lnTo>
                  <a:pt x="1383411" y="185547"/>
                </a:lnTo>
                <a:lnTo>
                  <a:pt x="1388617" y="203962"/>
                </a:lnTo>
                <a:lnTo>
                  <a:pt x="1434864" y="190947"/>
                </a:lnTo>
                <a:lnTo>
                  <a:pt x="1434588" y="190947"/>
                </a:lnTo>
                <a:lnTo>
                  <a:pt x="1526286" y="167386"/>
                </a:lnTo>
                <a:lnTo>
                  <a:pt x="1535557" y="165227"/>
                </a:lnTo>
                <a:lnTo>
                  <a:pt x="1531239" y="146685"/>
                </a:lnTo>
                <a:close/>
              </a:path>
              <a:path w="5507990" h="1216025">
                <a:moveTo>
                  <a:pt x="1437766" y="190130"/>
                </a:moveTo>
                <a:lnTo>
                  <a:pt x="1434588" y="190947"/>
                </a:lnTo>
                <a:lnTo>
                  <a:pt x="1434864" y="190947"/>
                </a:lnTo>
                <a:lnTo>
                  <a:pt x="1437766" y="190130"/>
                </a:lnTo>
                <a:close/>
              </a:path>
              <a:path w="5507990" h="1216025">
                <a:moveTo>
                  <a:pt x="1328292" y="201295"/>
                </a:moveTo>
                <a:lnTo>
                  <a:pt x="1253236" y="224155"/>
                </a:lnTo>
                <a:lnTo>
                  <a:pt x="1182751" y="247396"/>
                </a:lnTo>
                <a:lnTo>
                  <a:pt x="1188719" y="265430"/>
                </a:lnTo>
                <a:lnTo>
                  <a:pt x="1259077" y="242316"/>
                </a:lnTo>
                <a:lnTo>
                  <a:pt x="1333753" y="219583"/>
                </a:lnTo>
                <a:lnTo>
                  <a:pt x="1328292" y="201295"/>
                </a:lnTo>
                <a:close/>
              </a:path>
              <a:path w="5507990" h="1216025">
                <a:moveTo>
                  <a:pt x="1128521" y="266192"/>
                </a:moveTo>
                <a:lnTo>
                  <a:pt x="1085595" y="281559"/>
                </a:lnTo>
                <a:lnTo>
                  <a:pt x="1005331" y="312293"/>
                </a:lnTo>
                <a:lnTo>
                  <a:pt x="985646" y="320421"/>
                </a:lnTo>
                <a:lnTo>
                  <a:pt x="993013" y="338074"/>
                </a:lnTo>
                <a:lnTo>
                  <a:pt x="1012443" y="329946"/>
                </a:lnTo>
                <a:lnTo>
                  <a:pt x="1091017" y="299840"/>
                </a:lnTo>
                <a:lnTo>
                  <a:pt x="1134999" y="284226"/>
                </a:lnTo>
                <a:lnTo>
                  <a:pt x="1128521" y="266192"/>
                </a:lnTo>
                <a:close/>
              </a:path>
              <a:path w="5507990" h="1216025">
                <a:moveTo>
                  <a:pt x="932814" y="342392"/>
                </a:moveTo>
                <a:lnTo>
                  <a:pt x="927607" y="344551"/>
                </a:lnTo>
                <a:lnTo>
                  <a:pt x="852424" y="377952"/>
                </a:lnTo>
                <a:lnTo>
                  <a:pt x="793876" y="406019"/>
                </a:lnTo>
                <a:lnTo>
                  <a:pt x="802004" y="423164"/>
                </a:lnTo>
                <a:lnTo>
                  <a:pt x="860114" y="395432"/>
                </a:lnTo>
                <a:lnTo>
                  <a:pt x="935074" y="362018"/>
                </a:lnTo>
                <a:lnTo>
                  <a:pt x="935239" y="362018"/>
                </a:lnTo>
                <a:lnTo>
                  <a:pt x="940180" y="359918"/>
                </a:lnTo>
                <a:lnTo>
                  <a:pt x="932814" y="342392"/>
                </a:lnTo>
                <a:close/>
              </a:path>
              <a:path w="5507990" h="1216025">
                <a:moveTo>
                  <a:pt x="935239" y="362018"/>
                </a:moveTo>
                <a:lnTo>
                  <a:pt x="935074" y="362018"/>
                </a:lnTo>
                <a:lnTo>
                  <a:pt x="931698" y="363523"/>
                </a:lnTo>
                <a:lnTo>
                  <a:pt x="935239" y="362018"/>
                </a:lnTo>
                <a:close/>
              </a:path>
              <a:path w="5507990" h="1216025">
                <a:moveTo>
                  <a:pt x="742568" y="431800"/>
                </a:moveTo>
                <a:lnTo>
                  <a:pt x="710056" y="448437"/>
                </a:lnTo>
                <a:lnTo>
                  <a:pt x="642874" y="485521"/>
                </a:lnTo>
                <a:lnTo>
                  <a:pt x="608711" y="505968"/>
                </a:lnTo>
                <a:lnTo>
                  <a:pt x="618489" y="522224"/>
                </a:lnTo>
                <a:lnTo>
                  <a:pt x="652848" y="501839"/>
                </a:lnTo>
                <a:lnTo>
                  <a:pt x="718971" y="465328"/>
                </a:lnTo>
                <a:lnTo>
                  <a:pt x="751204" y="448691"/>
                </a:lnTo>
                <a:lnTo>
                  <a:pt x="742568" y="431800"/>
                </a:lnTo>
                <a:close/>
              </a:path>
              <a:path w="5507990" h="1216025">
                <a:moveTo>
                  <a:pt x="559815" y="535940"/>
                </a:moveTo>
                <a:lnTo>
                  <a:pt x="517270" y="563245"/>
                </a:lnTo>
                <a:lnTo>
                  <a:pt x="458850" y="603631"/>
                </a:lnTo>
                <a:lnTo>
                  <a:pt x="433577" y="622554"/>
                </a:lnTo>
                <a:lnTo>
                  <a:pt x="445007" y="637794"/>
                </a:lnTo>
                <a:lnTo>
                  <a:pt x="470149" y="618991"/>
                </a:lnTo>
                <a:lnTo>
                  <a:pt x="527775" y="579193"/>
                </a:lnTo>
                <a:lnTo>
                  <a:pt x="528107" y="579056"/>
                </a:lnTo>
                <a:lnTo>
                  <a:pt x="570102" y="551942"/>
                </a:lnTo>
                <a:lnTo>
                  <a:pt x="559815" y="535940"/>
                </a:lnTo>
                <a:close/>
              </a:path>
              <a:path w="5507990" h="1216025">
                <a:moveTo>
                  <a:pt x="388112" y="657733"/>
                </a:moveTo>
                <a:lnTo>
                  <a:pt x="351154" y="687705"/>
                </a:lnTo>
                <a:lnTo>
                  <a:pt x="302005" y="731139"/>
                </a:lnTo>
                <a:lnTo>
                  <a:pt x="273176" y="758952"/>
                </a:lnTo>
                <a:lnTo>
                  <a:pt x="286512" y="772668"/>
                </a:lnTo>
                <a:lnTo>
                  <a:pt x="315087" y="744982"/>
                </a:lnTo>
                <a:lnTo>
                  <a:pt x="362944" y="702637"/>
                </a:lnTo>
                <a:lnTo>
                  <a:pt x="400050" y="672465"/>
                </a:lnTo>
                <a:lnTo>
                  <a:pt x="388112" y="657733"/>
                </a:lnTo>
                <a:close/>
              </a:path>
              <a:path w="5507990" h="1216025">
                <a:moveTo>
                  <a:pt x="232917" y="800100"/>
                </a:moveTo>
                <a:lnTo>
                  <a:pt x="213487" y="820801"/>
                </a:lnTo>
                <a:lnTo>
                  <a:pt x="174243" y="866902"/>
                </a:lnTo>
                <a:lnTo>
                  <a:pt x="138429" y="913892"/>
                </a:lnTo>
                <a:lnTo>
                  <a:pt x="135127" y="918845"/>
                </a:lnTo>
                <a:lnTo>
                  <a:pt x="150875" y="929513"/>
                </a:lnTo>
                <a:lnTo>
                  <a:pt x="152994" y="926377"/>
                </a:lnTo>
                <a:lnTo>
                  <a:pt x="153828" y="925280"/>
                </a:lnTo>
                <a:lnTo>
                  <a:pt x="154045" y="924967"/>
                </a:lnTo>
                <a:lnTo>
                  <a:pt x="158641" y="918845"/>
                </a:lnTo>
                <a:lnTo>
                  <a:pt x="188623" y="879508"/>
                </a:lnTo>
                <a:lnTo>
                  <a:pt x="189131" y="878891"/>
                </a:lnTo>
                <a:lnTo>
                  <a:pt x="189233" y="878747"/>
                </a:lnTo>
                <a:lnTo>
                  <a:pt x="228064" y="833107"/>
                </a:lnTo>
                <a:lnTo>
                  <a:pt x="246761" y="813181"/>
                </a:lnTo>
                <a:lnTo>
                  <a:pt x="232917" y="800100"/>
                </a:lnTo>
                <a:close/>
              </a:path>
              <a:path w="5507990" h="1216025">
                <a:moveTo>
                  <a:pt x="103124" y="966851"/>
                </a:moveTo>
                <a:lnTo>
                  <a:pt x="77469" y="1010285"/>
                </a:lnTo>
                <a:lnTo>
                  <a:pt x="52450" y="1059561"/>
                </a:lnTo>
                <a:lnTo>
                  <a:pt x="33654" y="1103630"/>
                </a:lnTo>
                <a:lnTo>
                  <a:pt x="51180" y="1111123"/>
                </a:lnTo>
                <a:lnTo>
                  <a:pt x="69584" y="1067931"/>
                </a:lnTo>
                <a:lnTo>
                  <a:pt x="69793" y="1067304"/>
                </a:lnTo>
                <a:lnTo>
                  <a:pt x="94233" y="1019175"/>
                </a:lnTo>
                <a:lnTo>
                  <a:pt x="99535" y="1010285"/>
                </a:lnTo>
                <a:lnTo>
                  <a:pt x="119506" y="976503"/>
                </a:lnTo>
                <a:lnTo>
                  <a:pt x="103124" y="966851"/>
                </a:lnTo>
                <a:close/>
              </a:path>
              <a:path w="5507990" h="1216025">
                <a:moveTo>
                  <a:pt x="14224" y="1158113"/>
                </a:moveTo>
                <a:lnTo>
                  <a:pt x="13588" y="1160145"/>
                </a:lnTo>
                <a:lnTo>
                  <a:pt x="0" y="1210945"/>
                </a:lnTo>
                <a:lnTo>
                  <a:pt x="18414" y="1215771"/>
                </a:lnTo>
                <a:lnTo>
                  <a:pt x="31876" y="1165352"/>
                </a:lnTo>
                <a:lnTo>
                  <a:pt x="32257" y="1164336"/>
                </a:lnTo>
                <a:lnTo>
                  <a:pt x="14224" y="1158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6863842" y="2694508"/>
            <a:ext cx="2171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2.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5">
                <a:latin typeface="Franklin Gothic Medium"/>
                <a:cs typeface="Franklin Gothic Medium"/>
              </a:rPr>
              <a:t>Remove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repair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damage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recovering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paths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053071" y="3122752"/>
            <a:ext cx="215709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mbria Math"/>
                <a:cs typeface="Cambria Math"/>
              </a:rPr>
              <a:t>(0</a:t>
            </a:r>
            <a:r>
              <a:rPr dirty="0" sz="2000" spc="-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∪</a:t>
            </a:r>
            <a:r>
              <a:rPr dirty="0" sz="2000" spc="-1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1)</a:t>
            </a:r>
            <a:r>
              <a:rPr dirty="0" sz="2000" spc="-70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1800" spc="-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r>
              <a:rPr dirty="0" sz="1800">
                <a:solidFill>
                  <a:srgbClr val="C00000"/>
                </a:solidFill>
                <a:latin typeface="Franklin Gothic Medium"/>
                <a:cs typeface="Franklin Gothic Medium"/>
              </a:rPr>
              <a:t>(0</a:t>
            </a:r>
            <a:r>
              <a:rPr dirty="0" sz="1800" spc="-6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1800" spc="-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 spc="-20">
                <a:solidFill>
                  <a:srgbClr val="C00000"/>
                </a:solidFill>
                <a:latin typeface="Cambria Math"/>
                <a:cs typeface="Cambria Math"/>
              </a:rPr>
              <a:t>1)</a:t>
            </a:r>
            <a:r>
              <a:rPr dirty="0" baseline="27777" sz="1950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1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2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750569" y="4474971"/>
            <a:ext cx="824230" cy="85725"/>
          </a:xfrm>
          <a:custGeom>
            <a:avLst/>
            <a:gdLst/>
            <a:ahLst/>
            <a:cxnLst/>
            <a:rect l="l" t="t" r="r" b="b"/>
            <a:pathLst>
              <a:path w="824230" h="85725">
                <a:moveTo>
                  <a:pt x="738124" y="0"/>
                </a:moveTo>
                <a:lnTo>
                  <a:pt x="738124" y="85725"/>
                </a:lnTo>
                <a:lnTo>
                  <a:pt x="795358" y="57150"/>
                </a:lnTo>
                <a:lnTo>
                  <a:pt x="752348" y="57150"/>
                </a:lnTo>
                <a:lnTo>
                  <a:pt x="752348" y="28575"/>
                </a:lnTo>
                <a:lnTo>
                  <a:pt x="795189" y="28575"/>
                </a:lnTo>
                <a:lnTo>
                  <a:pt x="738124" y="0"/>
                </a:lnTo>
                <a:close/>
              </a:path>
              <a:path w="824230" h="85725">
                <a:moveTo>
                  <a:pt x="738124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738124" y="57150"/>
                </a:lnTo>
                <a:lnTo>
                  <a:pt x="738124" y="28575"/>
                </a:lnTo>
                <a:close/>
              </a:path>
              <a:path w="824230" h="85725">
                <a:moveTo>
                  <a:pt x="795189" y="28575"/>
                </a:moveTo>
                <a:lnTo>
                  <a:pt x="752348" y="28575"/>
                </a:lnTo>
                <a:lnTo>
                  <a:pt x="752348" y="57150"/>
                </a:lnTo>
                <a:lnTo>
                  <a:pt x="795358" y="57150"/>
                </a:lnTo>
                <a:lnTo>
                  <a:pt x="823849" y="42925"/>
                </a:lnTo>
                <a:lnTo>
                  <a:pt x="7951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6276594" y="5296941"/>
            <a:ext cx="217170" cy="330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45"/>
              </a:lnSpc>
            </a:pP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3972559" y="5650234"/>
            <a:ext cx="1896745" cy="377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20"/>
              </a:lnSpc>
            </a:pPr>
            <a:r>
              <a:rPr dirty="0" sz="2400">
                <a:latin typeface="Cambria Math"/>
                <a:cs typeface="Cambria Math"/>
              </a:rPr>
              <a:t>∅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ε(0</a:t>
            </a:r>
            <a:r>
              <a:rPr dirty="0" sz="2400" spc="-11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 1)</a:t>
            </a:r>
            <a:r>
              <a:rPr dirty="0" baseline="28571" sz="262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6573139" y="6084333"/>
            <a:ext cx="217170" cy="330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50"/>
              </a:lnSpc>
            </a:pP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6417" y="3933190"/>
            <a:ext cx="9766300" cy="247180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476622" y="4334332"/>
            <a:ext cx="356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7765160" y="3443732"/>
            <a:ext cx="704850" cy="560070"/>
          </a:xfrm>
          <a:custGeom>
            <a:avLst/>
            <a:gdLst/>
            <a:ahLst/>
            <a:cxnLst/>
            <a:rect l="l" t="t" r="r" b="b"/>
            <a:pathLst>
              <a:path w="704850" h="560070">
                <a:moveTo>
                  <a:pt x="367157" y="0"/>
                </a:moveTo>
                <a:lnTo>
                  <a:pt x="333375" y="0"/>
                </a:lnTo>
                <a:lnTo>
                  <a:pt x="316611" y="1270"/>
                </a:lnTo>
                <a:lnTo>
                  <a:pt x="266827" y="8890"/>
                </a:lnTo>
                <a:lnTo>
                  <a:pt x="218694" y="22860"/>
                </a:lnTo>
                <a:lnTo>
                  <a:pt x="158369" y="50800"/>
                </a:lnTo>
                <a:lnTo>
                  <a:pt x="130429" y="69850"/>
                </a:lnTo>
                <a:lnTo>
                  <a:pt x="117094" y="78740"/>
                </a:lnTo>
                <a:lnTo>
                  <a:pt x="80391" y="113030"/>
                </a:lnTo>
                <a:lnTo>
                  <a:pt x="49149" y="152400"/>
                </a:lnTo>
                <a:lnTo>
                  <a:pt x="25654" y="194310"/>
                </a:lnTo>
                <a:lnTo>
                  <a:pt x="9779" y="237490"/>
                </a:lnTo>
                <a:lnTo>
                  <a:pt x="1524" y="281940"/>
                </a:lnTo>
                <a:lnTo>
                  <a:pt x="0" y="312420"/>
                </a:lnTo>
                <a:lnTo>
                  <a:pt x="423" y="322580"/>
                </a:lnTo>
                <a:lnTo>
                  <a:pt x="476" y="323850"/>
                </a:lnTo>
                <a:lnTo>
                  <a:pt x="6985" y="372110"/>
                </a:lnTo>
                <a:lnTo>
                  <a:pt x="20574" y="415290"/>
                </a:lnTo>
                <a:lnTo>
                  <a:pt x="41275" y="455930"/>
                </a:lnTo>
                <a:lnTo>
                  <a:pt x="68834" y="495300"/>
                </a:lnTo>
                <a:lnTo>
                  <a:pt x="79502" y="506730"/>
                </a:lnTo>
                <a:lnTo>
                  <a:pt x="90932" y="519430"/>
                </a:lnTo>
                <a:lnTo>
                  <a:pt x="103124" y="529590"/>
                </a:lnTo>
                <a:lnTo>
                  <a:pt x="115950" y="541020"/>
                </a:lnTo>
                <a:lnTo>
                  <a:pt x="129540" y="551180"/>
                </a:lnTo>
                <a:lnTo>
                  <a:pt x="143637" y="560070"/>
                </a:lnTo>
                <a:lnTo>
                  <a:pt x="154432" y="544830"/>
                </a:lnTo>
                <a:lnTo>
                  <a:pt x="140768" y="536055"/>
                </a:lnTo>
                <a:lnTo>
                  <a:pt x="140993" y="536055"/>
                </a:lnTo>
                <a:lnTo>
                  <a:pt x="127635" y="525780"/>
                </a:lnTo>
                <a:lnTo>
                  <a:pt x="128016" y="525780"/>
                </a:lnTo>
                <a:lnTo>
                  <a:pt x="115443" y="515620"/>
                </a:lnTo>
                <a:lnTo>
                  <a:pt x="115824" y="515620"/>
                </a:lnTo>
                <a:lnTo>
                  <a:pt x="104013" y="505460"/>
                </a:lnTo>
                <a:lnTo>
                  <a:pt x="104394" y="505460"/>
                </a:lnTo>
                <a:lnTo>
                  <a:pt x="93345" y="494030"/>
                </a:lnTo>
                <a:lnTo>
                  <a:pt x="93599" y="494030"/>
                </a:lnTo>
                <a:lnTo>
                  <a:pt x="83185" y="482600"/>
                </a:lnTo>
                <a:lnTo>
                  <a:pt x="83566" y="482600"/>
                </a:lnTo>
                <a:lnTo>
                  <a:pt x="73914" y="471170"/>
                </a:lnTo>
                <a:lnTo>
                  <a:pt x="74295" y="471170"/>
                </a:lnTo>
                <a:lnTo>
                  <a:pt x="65405" y="458470"/>
                </a:lnTo>
                <a:lnTo>
                  <a:pt x="65659" y="458470"/>
                </a:lnTo>
                <a:lnTo>
                  <a:pt x="58229" y="447040"/>
                </a:lnTo>
                <a:lnTo>
                  <a:pt x="57658" y="447040"/>
                </a:lnTo>
                <a:lnTo>
                  <a:pt x="50961" y="434340"/>
                </a:lnTo>
                <a:lnTo>
                  <a:pt x="50546" y="434340"/>
                </a:lnTo>
                <a:lnTo>
                  <a:pt x="44426" y="421640"/>
                </a:lnTo>
                <a:lnTo>
                  <a:pt x="44069" y="421640"/>
                </a:lnTo>
                <a:lnTo>
                  <a:pt x="38227" y="407670"/>
                </a:lnTo>
                <a:lnTo>
                  <a:pt x="33147" y="394970"/>
                </a:lnTo>
                <a:lnTo>
                  <a:pt x="33400" y="394970"/>
                </a:lnTo>
                <a:lnTo>
                  <a:pt x="29360" y="382270"/>
                </a:lnTo>
                <a:lnTo>
                  <a:pt x="29083" y="382270"/>
                </a:lnTo>
                <a:lnTo>
                  <a:pt x="25823" y="368300"/>
                </a:lnTo>
                <a:lnTo>
                  <a:pt x="25654" y="368300"/>
                </a:lnTo>
                <a:lnTo>
                  <a:pt x="19673" y="327660"/>
                </a:lnTo>
                <a:lnTo>
                  <a:pt x="19050" y="312420"/>
                </a:lnTo>
                <a:lnTo>
                  <a:pt x="19304" y="298450"/>
                </a:lnTo>
                <a:lnTo>
                  <a:pt x="24765" y="256540"/>
                </a:lnTo>
                <a:lnTo>
                  <a:pt x="32385" y="228600"/>
                </a:lnTo>
                <a:lnTo>
                  <a:pt x="32604" y="228600"/>
                </a:lnTo>
                <a:lnTo>
                  <a:pt x="37338" y="215900"/>
                </a:lnTo>
                <a:lnTo>
                  <a:pt x="43053" y="201930"/>
                </a:lnTo>
                <a:lnTo>
                  <a:pt x="42799" y="201930"/>
                </a:lnTo>
                <a:lnTo>
                  <a:pt x="49657" y="189230"/>
                </a:lnTo>
                <a:lnTo>
                  <a:pt x="49275" y="189230"/>
                </a:lnTo>
                <a:lnTo>
                  <a:pt x="56896" y="175260"/>
                </a:lnTo>
                <a:lnTo>
                  <a:pt x="57531" y="175260"/>
                </a:lnTo>
                <a:lnTo>
                  <a:pt x="65150" y="162560"/>
                </a:lnTo>
                <a:lnTo>
                  <a:pt x="64770" y="162560"/>
                </a:lnTo>
                <a:lnTo>
                  <a:pt x="74168" y="149860"/>
                </a:lnTo>
                <a:lnTo>
                  <a:pt x="74803" y="149860"/>
                </a:lnTo>
                <a:lnTo>
                  <a:pt x="83947" y="138430"/>
                </a:lnTo>
                <a:lnTo>
                  <a:pt x="83566" y="138430"/>
                </a:lnTo>
                <a:lnTo>
                  <a:pt x="94488" y="125730"/>
                </a:lnTo>
                <a:lnTo>
                  <a:pt x="95250" y="125730"/>
                </a:lnTo>
                <a:lnTo>
                  <a:pt x="105537" y="114300"/>
                </a:lnTo>
                <a:lnTo>
                  <a:pt x="106456" y="114300"/>
                </a:lnTo>
                <a:lnTo>
                  <a:pt x="116733" y="104266"/>
                </a:lnTo>
                <a:lnTo>
                  <a:pt x="118379" y="102870"/>
                </a:lnTo>
                <a:lnTo>
                  <a:pt x="129159" y="93980"/>
                </a:lnTo>
                <a:lnTo>
                  <a:pt x="128778" y="93980"/>
                </a:lnTo>
                <a:lnTo>
                  <a:pt x="141732" y="85090"/>
                </a:lnTo>
                <a:lnTo>
                  <a:pt x="141350" y="85090"/>
                </a:lnTo>
                <a:lnTo>
                  <a:pt x="154686" y="76200"/>
                </a:lnTo>
                <a:lnTo>
                  <a:pt x="154305" y="76200"/>
                </a:lnTo>
                <a:lnTo>
                  <a:pt x="168148" y="67310"/>
                </a:lnTo>
                <a:lnTo>
                  <a:pt x="167767" y="67310"/>
                </a:lnTo>
                <a:lnTo>
                  <a:pt x="181991" y="59690"/>
                </a:lnTo>
                <a:lnTo>
                  <a:pt x="184023" y="59690"/>
                </a:lnTo>
                <a:lnTo>
                  <a:pt x="196088" y="53340"/>
                </a:lnTo>
                <a:lnTo>
                  <a:pt x="195580" y="53340"/>
                </a:lnTo>
                <a:lnTo>
                  <a:pt x="209982" y="47081"/>
                </a:lnTo>
                <a:lnTo>
                  <a:pt x="225425" y="40640"/>
                </a:lnTo>
                <a:lnTo>
                  <a:pt x="228015" y="40640"/>
                </a:lnTo>
                <a:lnTo>
                  <a:pt x="240411" y="35560"/>
                </a:lnTo>
                <a:lnTo>
                  <a:pt x="240030" y="35560"/>
                </a:lnTo>
                <a:lnTo>
                  <a:pt x="255650" y="31750"/>
                </a:lnTo>
                <a:lnTo>
                  <a:pt x="255143" y="31750"/>
                </a:lnTo>
                <a:lnTo>
                  <a:pt x="270784" y="28025"/>
                </a:lnTo>
                <a:lnTo>
                  <a:pt x="270223" y="28025"/>
                </a:lnTo>
                <a:lnTo>
                  <a:pt x="286766" y="25400"/>
                </a:lnTo>
                <a:lnTo>
                  <a:pt x="286385" y="25400"/>
                </a:lnTo>
                <a:lnTo>
                  <a:pt x="302641" y="22860"/>
                </a:lnTo>
                <a:lnTo>
                  <a:pt x="302260" y="22860"/>
                </a:lnTo>
                <a:lnTo>
                  <a:pt x="318144" y="20378"/>
                </a:lnTo>
                <a:lnTo>
                  <a:pt x="317385" y="20378"/>
                </a:lnTo>
                <a:lnTo>
                  <a:pt x="334518" y="19050"/>
                </a:lnTo>
                <a:lnTo>
                  <a:pt x="473862" y="19050"/>
                </a:lnTo>
                <a:lnTo>
                  <a:pt x="467360" y="16510"/>
                </a:lnTo>
                <a:lnTo>
                  <a:pt x="417703" y="5080"/>
                </a:lnTo>
                <a:lnTo>
                  <a:pt x="400939" y="2540"/>
                </a:lnTo>
                <a:lnTo>
                  <a:pt x="367157" y="0"/>
                </a:lnTo>
                <a:close/>
              </a:path>
              <a:path w="704850" h="560070">
                <a:moveTo>
                  <a:pt x="584454" y="481330"/>
                </a:moveTo>
                <a:lnTo>
                  <a:pt x="547624" y="557530"/>
                </a:lnTo>
                <a:lnTo>
                  <a:pt x="631190" y="541020"/>
                </a:lnTo>
                <a:lnTo>
                  <a:pt x="620251" y="527050"/>
                </a:lnTo>
                <a:lnTo>
                  <a:pt x="603885" y="527050"/>
                </a:lnTo>
                <a:lnTo>
                  <a:pt x="591820" y="511810"/>
                </a:lnTo>
                <a:lnTo>
                  <a:pt x="602041" y="503792"/>
                </a:lnTo>
                <a:lnTo>
                  <a:pt x="584454" y="481330"/>
                </a:lnTo>
                <a:close/>
              </a:path>
              <a:path w="704850" h="560070">
                <a:moveTo>
                  <a:pt x="140993" y="536055"/>
                </a:moveTo>
                <a:lnTo>
                  <a:pt x="140768" y="536055"/>
                </a:lnTo>
                <a:lnTo>
                  <a:pt x="142127" y="536927"/>
                </a:lnTo>
                <a:lnTo>
                  <a:pt x="140993" y="536055"/>
                </a:lnTo>
                <a:close/>
              </a:path>
              <a:path w="704850" h="560070">
                <a:moveTo>
                  <a:pt x="602041" y="503792"/>
                </a:moveTo>
                <a:lnTo>
                  <a:pt x="591820" y="511810"/>
                </a:lnTo>
                <a:lnTo>
                  <a:pt x="603885" y="527050"/>
                </a:lnTo>
                <a:lnTo>
                  <a:pt x="613716" y="518702"/>
                </a:lnTo>
                <a:lnTo>
                  <a:pt x="602041" y="503792"/>
                </a:lnTo>
                <a:close/>
              </a:path>
              <a:path w="704850" h="560070">
                <a:moveTo>
                  <a:pt x="613716" y="518702"/>
                </a:moveTo>
                <a:lnTo>
                  <a:pt x="603885" y="527050"/>
                </a:lnTo>
                <a:lnTo>
                  <a:pt x="620251" y="527050"/>
                </a:lnTo>
                <a:lnTo>
                  <a:pt x="613716" y="518702"/>
                </a:lnTo>
                <a:close/>
              </a:path>
              <a:path w="704850" h="560070">
                <a:moveTo>
                  <a:pt x="621411" y="482600"/>
                </a:moveTo>
                <a:lnTo>
                  <a:pt x="603758" y="501650"/>
                </a:lnTo>
                <a:lnTo>
                  <a:pt x="604774" y="501650"/>
                </a:lnTo>
                <a:lnTo>
                  <a:pt x="602041" y="503792"/>
                </a:lnTo>
                <a:lnTo>
                  <a:pt x="613716" y="518702"/>
                </a:lnTo>
                <a:lnTo>
                  <a:pt x="617347" y="515620"/>
                </a:lnTo>
                <a:lnTo>
                  <a:pt x="635762" y="495300"/>
                </a:lnTo>
                <a:lnTo>
                  <a:pt x="645134" y="483870"/>
                </a:lnTo>
                <a:lnTo>
                  <a:pt x="621030" y="483870"/>
                </a:lnTo>
                <a:lnTo>
                  <a:pt x="621411" y="482600"/>
                </a:lnTo>
                <a:close/>
              </a:path>
              <a:path w="704850" h="560070">
                <a:moveTo>
                  <a:pt x="648208" y="444500"/>
                </a:moveTo>
                <a:lnTo>
                  <a:pt x="639826" y="458470"/>
                </a:lnTo>
                <a:lnTo>
                  <a:pt x="640080" y="458470"/>
                </a:lnTo>
                <a:lnTo>
                  <a:pt x="630809" y="471170"/>
                </a:lnTo>
                <a:lnTo>
                  <a:pt x="631063" y="471170"/>
                </a:lnTo>
                <a:lnTo>
                  <a:pt x="621030" y="483870"/>
                </a:lnTo>
                <a:lnTo>
                  <a:pt x="645134" y="483870"/>
                </a:lnTo>
                <a:lnTo>
                  <a:pt x="646176" y="482600"/>
                </a:lnTo>
                <a:lnTo>
                  <a:pt x="655701" y="468630"/>
                </a:lnTo>
                <a:lnTo>
                  <a:pt x="664464" y="454660"/>
                </a:lnTo>
                <a:lnTo>
                  <a:pt x="669393" y="445770"/>
                </a:lnTo>
                <a:lnTo>
                  <a:pt x="647954" y="445770"/>
                </a:lnTo>
                <a:lnTo>
                  <a:pt x="648208" y="444500"/>
                </a:lnTo>
                <a:close/>
              </a:path>
              <a:path w="704850" h="560070">
                <a:moveTo>
                  <a:pt x="57404" y="445770"/>
                </a:moveTo>
                <a:lnTo>
                  <a:pt x="57658" y="447040"/>
                </a:lnTo>
                <a:lnTo>
                  <a:pt x="58229" y="447040"/>
                </a:lnTo>
                <a:lnTo>
                  <a:pt x="57404" y="445770"/>
                </a:lnTo>
                <a:close/>
              </a:path>
              <a:path w="704850" h="560070">
                <a:moveTo>
                  <a:pt x="667766" y="405130"/>
                </a:moveTo>
                <a:lnTo>
                  <a:pt x="661924" y="419100"/>
                </a:lnTo>
                <a:lnTo>
                  <a:pt x="662178" y="419100"/>
                </a:lnTo>
                <a:lnTo>
                  <a:pt x="655320" y="431800"/>
                </a:lnTo>
                <a:lnTo>
                  <a:pt x="647954" y="445770"/>
                </a:lnTo>
                <a:lnTo>
                  <a:pt x="669393" y="445770"/>
                </a:lnTo>
                <a:lnTo>
                  <a:pt x="672211" y="440690"/>
                </a:lnTo>
                <a:lnTo>
                  <a:pt x="679323" y="426720"/>
                </a:lnTo>
                <a:lnTo>
                  <a:pt x="685419" y="412750"/>
                </a:lnTo>
                <a:lnTo>
                  <a:pt x="687641" y="406400"/>
                </a:lnTo>
                <a:lnTo>
                  <a:pt x="667639" y="406400"/>
                </a:lnTo>
                <a:lnTo>
                  <a:pt x="667766" y="405130"/>
                </a:lnTo>
                <a:close/>
              </a:path>
              <a:path w="704850" h="560070">
                <a:moveTo>
                  <a:pt x="50292" y="433070"/>
                </a:moveTo>
                <a:lnTo>
                  <a:pt x="50546" y="434340"/>
                </a:lnTo>
                <a:lnTo>
                  <a:pt x="50961" y="434340"/>
                </a:lnTo>
                <a:lnTo>
                  <a:pt x="50292" y="433070"/>
                </a:lnTo>
                <a:close/>
              </a:path>
              <a:path w="704850" h="560070">
                <a:moveTo>
                  <a:pt x="43815" y="420370"/>
                </a:moveTo>
                <a:lnTo>
                  <a:pt x="44069" y="421640"/>
                </a:lnTo>
                <a:lnTo>
                  <a:pt x="44426" y="421640"/>
                </a:lnTo>
                <a:lnTo>
                  <a:pt x="43815" y="420370"/>
                </a:lnTo>
                <a:close/>
              </a:path>
              <a:path w="704850" h="560070">
                <a:moveTo>
                  <a:pt x="672719" y="391160"/>
                </a:moveTo>
                <a:lnTo>
                  <a:pt x="667639" y="406400"/>
                </a:lnTo>
                <a:lnTo>
                  <a:pt x="687641" y="406400"/>
                </a:lnTo>
                <a:lnTo>
                  <a:pt x="690753" y="397510"/>
                </a:lnTo>
                <a:lnTo>
                  <a:pt x="692369" y="392430"/>
                </a:lnTo>
                <a:lnTo>
                  <a:pt x="672592" y="392430"/>
                </a:lnTo>
                <a:lnTo>
                  <a:pt x="672719" y="391160"/>
                </a:lnTo>
                <a:close/>
              </a:path>
              <a:path w="704850" h="560070">
                <a:moveTo>
                  <a:pt x="701272" y="266700"/>
                </a:moveTo>
                <a:lnTo>
                  <a:pt x="682117" y="266700"/>
                </a:lnTo>
                <a:lnTo>
                  <a:pt x="684149" y="280670"/>
                </a:lnTo>
                <a:lnTo>
                  <a:pt x="685303" y="293370"/>
                </a:lnTo>
                <a:lnTo>
                  <a:pt x="685419" y="294640"/>
                </a:lnTo>
                <a:lnTo>
                  <a:pt x="685800" y="308610"/>
                </a:lnTo>
                <a:lnTo>
                  <a:pt x="685673" y="322580"/>
                </a:lnTo>
                <a:lnTo>
                  <a:pt x="680085" y="364490"/>
                </a:lnTo>
                <a:lnTo>
                  <a:pt x="672592" y="392430"/>
                </a:lnTo>
                <a:lnTo>
                  <a:pt x="692369" y="392430"/>
                </a:lnTo>
                <a:lnTo>
                  <a:pt x="701548" y="353060"/>
                </a:lnTo>
                <a:lnTo>
                  <a:pt x="704786" y="312420"/>
                </a:lnTo>
                <a:lnTo>
                  <a:pt x="704850" y="308610"/>
                </a:lnTo>
                <a:lnTo>
                  <a:pt x="704511" y="298450"/>
                </a:lnTo>
                <a:lnTo>
                  <a:pt x="704384" y="294640"/>
                </a:lnTo>
                <a:lnTo>
                  <a:pt x="704342" y="293370"/>
                </a:lnTo>
                <a:lnTo>
                  <a:pt x="703302" y="281940"/>
                </a:lnTo>
                <a:lnTo>
                  <a:pt x="703187" y="280670"/>
                </a:lnTo>
                <a:lnTo>
                  <a:pt x="703072" y="279400"/>
                </a:lnTo>
                <a:lnTo>
                  <a:pt x="701272" y="266700"/>
                </a:lnTo>
                <a:close/>
              </a:path>
              <a:path w="704850" h="560070">
                <a:moveTo>
                  <a:pt x="28956" y="381000"/>
                </a:moveTo>
                <a:lnTo>
                  <a:pt x="29083" y="382270"/>
                </a:lnTo>
                <a:lnTo>
                  <a:pt x="29360" y="382270"/>
                </a:lnTo>
                <a:lnTo>
                  <a:pt x="28956" y="381000"/>
                </a:lnTo>
                <a:close/>
              </a:path>
              <a:path w="704850" h="560070">
                <a:moveTo>
                  <a:pt x="25527" y="367030"/>
                </a:moveTo>
                <a:lnTo>
                  <a:pt x="25654" y="368300"/>
                </a:lnTo>
                <a:lnTo>
                  <a:pt x="25823" y="368300"/>
                </a:lnTo>
                <a:lnTo>
                  <a:pt x="25527" y="367030"/>
                </a:lnTo>
                <a:close/>
              </a:path>
              <a:path w="704850" h="560070">
                <a:moveTo>
                  <a:pt x="698722" y="252730"/>
                </a:moveTo>
                <a:lnTo>
                  <a:pt x="679323" y="252730"/>
                </a:lnTo>
                <a:lnTo>
                  <a:pt x="679445" y="253981"/>
                </a:lnTo>
                <a:lnTo>
                  <a:pt x="679828" y="255486"/>
                </a:lnTo>
                <a:lnTo>
                  <a:pt x="682117" y="267970"/>
                </a:lnTo>
                <a:lnTo>
                  <a:pt x="682117" y="266700"/>
                </a:lnTo>
                <a:lnTo>
                  <a:pt x="701272" y="266700"/>
                </a:lnTo>
                <a:lnTo>
                  <a:pt x="700913" y="264160"/>
                </a:lnTo>
                <a:lnTo>
                  <a:pt x="698962" y="253981"/>
                </a:lnTo>
                <a:lnTo>
                  <a:pt x="698838" y="253338"/>
                </a:lnTo>
                <a:lnTo>
                  <a:pt x="698722" y="252730"/>
                </a:lnTo>
                <a:close/>
              </a:path>
              <a:path w="704850" h="560070">
                <a:moveTo>
                  <a:pt x="681574" y="199390"/>
                </a:moveTo>
                <a:lnTo>
                  <a:pt x="660908" y="199390"/>
                </a:lnTo>
                <a:lnTo>
                  <a:pt x="666750" y="213360"/>
                </a:lnTo>
                <a:lnTo>
                  <a:pt x="671090" y="224490"/>
                </a:lnTo>
                <a:lnTo>
                  <a:pt x="675894" y="240030"/>
                </a:lnTo>
                <a:lnTo>
                  <a:pt x="679445" y="253981"/>
                </a:lnTo>
                <a:lnTo>
                  <a:pt x="679323" y="252730"/>
                </a:lnTo>
                <a:lnTo>
                  <a:pt x="698722" y="252730"/>
                </a:lnTo>
                <a:lnTo>
                  <a:pt x="697992" y="248920"/>
                </a:lnTo>
                <a:lnTo>
                  <a:pt x="694182" y="234950"/>
                </a:lnTo>
                <a:lnTo>
                  <a:pt x="689610" y="219710"/>
                </a:lnTo>
                <a:lnTo>
                  <a:pt x="684403" y="205740"/>
                </a:lnTo>
                <a:lnTo>
                  <a:pt x="681574" y="199390"/>
                </a:lnTo>
                <a:close/>
              </a:path>
              <a:path w="704850" h="560070">
                <a:moveTo>
                  <a:pt x="32604" y="228600"/>
                </a:moveTo>
                <a:lnTo>
                  <a:pt x="32385" y="228600"/>
                </a:lnTo>
                <a:lnTo>
                  <a:pt x="31480" y="231616"/>
                </a:lnTo>
                <a:lnTo>
                  <a:pt x="32604" y="228600"/>
                </a:lnTo>
                <a:close/>
              </a:path>
              <a:path w="704850" h="560070">
                <a:moveTo>
                  <a:pt x="675686" y="186690"/>
                </a:moveTo>
                <a:lnTo>
                  <a:pt x="654431" y="186690"/>
                </a:lnTo>
                <a:lnTo>
                  <a:pt x="661035" y="200660"/>
                </a:lnTo>
                <a:lnTo>
                  <a:pt x="660908" y="199390"/>
                </a:lnTo>
                <a:lnTo>
                  <a:pt x="681574" y="199390"/>
                </a:lnTo>
                <a:lnTo>
                  <a:pt x="678180" y="191770"/>
                </a:lnTo>
                <a:lnTo>
                  <a:pt x="675686" y="186690"/>
                </a:lnTo>
                <a:close/>
              </a:path>
              <a:path w="704850" h="560070">
                <a:moveTo>
                  <a:pt x="669036" y="173990"/>
                </a:moveTo>
                <a:lnTo>
                  <a:pt x="647192" y="173990"/>
                </a:lnTo>
                <a:lnTo>
                  <a:pt x="654685" y="187960"/>
                </a:lnTo>
                <a:lnTo>
                  <a:pt x="654431" y="186690"/>
                </a:lnTo>
                <a:lnTo>
                  <a:pt x="675686" y="186690"/>
                </a:lnTo>
                <a:lnTo>
                  <a:pt x="671322" y="177800"/>
                </a:lnTo>
                <a:lnTo>
                  <a:pt x="669036" y="173990"/>
                </a:lnTo>
                <a:close/>
              </a:path>
              <a:path w="704850" h="560070">
                <a:moveTo>
                  <a:pt x="57531" y="175260"/>
                </a:moveTo>
                <a:lnTo>
                  <a:pt x="56896" y="175260"/>
                </a:lnTo>
                <a:lnTo>
                  <a:pt x="56769" y="176530"/>
                </a:lnTo>
                <a:lnTo>
                  <a:pt x="57531" y="175260"/>
                </a:lnTo>
                <a:close/>
              </a:path>
              <a:path w="704850" h="560070">
                <a:moveTo>
                  <a:pt x="594656" y="85090"/>
                </a:moveTo>
                <a:lnTo>
                  <a:pt x="564007" y="85090"/>
                </a:lnTo>
                <a:lnTo>
                  <a:pt x="577342" y="95250"/>
                </a:lnTo>
                <a:lnTo>
                  <a:pt x="576961" y="95250"/>
                </a:lnTo>
                <a:lnTo>
                  <a:pt x="589534" y="105410"/>
                </a:lnTo>
                <a:lnTo>
                  <a:pt x="589153" y="105410"/>
                </a:lnTo>
                <a:lnTo>
                  <a:pt x="600964" y="115570"/>
                </a:lnTo>
                <a:lnTo>
                  <a:pt x="600583" y="115570"/>
                </a:lnTo>
                <a:lnTo>
                  <a:pt x="611632" y="127000"/>
                </a:lnTo>
                <a:lnTo>
                  <a:pt x="611251" y="127000"/>
                </a:lnTo>
                <a:lnTo>
                  <a:pt x="621665" y="138430"/>
                </a:lnTo>
                <a:lnTo>
                  <a:pt x="621411" y="138430"/>
                </a:lnTo>
                <a:lnTo>
                  <a:pt x="631063" y="149860"/>
                </a:lnTo>
                <a:lnTo>
                  <a:pt x="630682" y="149860"/>
                </a:lnTo>
                <a:lnTo>
                  <a:pt x="639572" y="162560"/>
                </a:lnTo>
                <a:lnTo>
                  <a:pt x="639318" y="162560"/>
                </a:lnTo>
                <a:lnTo>
                  <a:pt x="647446" y="175260"/>
                </a:lnTo>
                <a:lnTo>
                  <a:pt x="647192" y="173990"/>
                </a:lnTo>
                <a:lnTo>
                  <a:pt x="669036" y="173990"/>
                </a:lnTo>
                <a:lnTo>
                  <a:pt x="646049" y="138430"/>
                </a:lnTo>
                <a:lnTo>
                  <a:pt x="614045" y="102870"/>
                </a:lnTo>
                <a:lnTo>
                  <a:pt x="601853" y="91440"/>
                </a:lnTo>
                <a:lnTo>
                  <a:pt x="594656" y="85090"/>
                </a:lnTo>
                <a:close/>
              </a:path>
              <a:path w="704850" h="560070">
                <a:moveTo>
                  <a:pt x="74803" y="149860"/>
                </a:moveTo>
                <a:lnTo>
                  <a:pt x="74168" y="149860"/>
                </a:lnTo>
                <a:lnTo>
                  <a:pt x="73787" y="151130"/>
                </a:lnTo>
                <a:lnTo>
                  <a:pt x="74803" y="149860"/>
                </a:lnTo>
                <a:close/>
              </a:path>
              <a:path w="704850" h="560070">
                <a:moveTo>
                  <a:pt x="95250" y="125730"/>
                </a:moveTo>
                <a:lnTo>
                  <a:pt x="94488" y="125730"/>
                </a:lnTo>
                <a:lnTo>
                  <a:pt x="94107" y="127000"/>
                </a:lnTo>
                <a:lnTo>
                  <a:pt x="95250" y="125730"/>
                </a:lnTo>
                <a:close/>
              </a:path>
              <a:path w="704850" h="560070">
                <a:moveTo>
                  <a:pt x="106456" y="114300"/>
                </a:moveTo>
                <a:lnTo>
                  <a:pt x="105537" y="114300"/>
                </a:lnTo>
                <a:lnTo>
                  <a:pt x="105156" y="115570"/>
                </a:lnTo>
                <a:lnTo>
                  <a:pt x="106456" y="114300"/>
                </a:lnTo>
                <a:close/>
              </a:path>
              <a:path w="704850" h="560070">
                <a:moveTo>
                  <a:pt x="118420" y="102870"/>
                </a:moveTo>
                <a:lnTo>
                  <a:pt x="116711" y="104266"/>
                </a:lnTo>
                <a:lnTo>
                  <a:pt x="116961" y="104266"/>
                </a:lnTo>
                <a:lnTo>
                  <a:pt x="118420" y="102870"/>
                </a:lnTo>
                <a:close/>
              </a:path>
              <a:path w="704850" h="560070">
                <a:moveTo>
                  <a:pt x="490788" y="45120"/>
                </a:moveTo>
                <a:lnTo>
                  <a:pt x="507746" y="52070"/>
                </a:lnTo>
                <a:lnTo>
                  <a:pt x="507238" y="52070"/>
                </a:lnTo>
                <a:lnTo>
                  <a:pt x="522350" y="59690"/>
                </a:lnTo>
                <a:lnTo>
                  <a:pt x="521970" y="59690"/>
                </a:lnTo>
                <a:lnTo>
                  <a:pt x="536829" y="67310"/>
                </a:lnTo>
                <a:lnTo>
                  <a:pt x="536448" y="67310"/>
                </a:lnTo>
                <a:lnTo>
                  <a:pt x="550926" y="76200"/>
                </a:lnTo>
                <a:lnTo>
                  <a:pt x="550545" y="76200"/>
                </a:lnTo>
                <a:lnTo>
                  <a:pt x="564388" y="86360"/>
                </a:lnTo>
                <a:lnTo>
                  <a:pt x="564007" y="85090"/>
                </a:lnTo>
                <a:lnTo>
                  <a:pt x="594656" y="85090"/>
                </a:lnTo>
                <a:lnTo>
                  <a:pt x="588899" y="80010"/>
                </a:lnTo>
                <a:lnTo>
                  <a:pt x="575310" y="69850"/>
                </a:lnTo>
                <a:lnTo>
                  <a:pt x="561086" y="60960"/>
                </a:lnTo>
                <a:lnTo>
                  <a:pt x="546227" y="50800"/>
                </a:lnTo>
                <a:lnTo>
                  <a:pt x="536067" y="45720"/>
                </a:lnTo>
                <a:lnTo>
                  <a:pt x="492632" y="45720"/>
                </a:lnTo>
                <a:lnTo>
                  <a:pt x="490788" y="45120"/>
                </a:lnTo>
                <a:close/>
              </a:path>
              <a:path w="704850" h="560070">
                <a:moveTo>
                  <a:pt x="184023" y="59690"/>
                </a:moveTo>
                <a:lnTo>
                  <a:pt x="181991" y="59690"/>
                </a:lnTo>
                <a:lnTo>
                  <a:pt x="181610" y="60960"/>
                </a:lnTo>
                <a:lnTo>
                  <a:pt x="184023" y="59690"/>
                </a:lnTo>
                <a:close/>
              </a:path>
              <a:path w="704850" h="560070">
                <a:moveTo>
                  <a:pt x="219354" y="43180"/>
                </a:moveTo>
                <a:lnTo>
                  <a:pt x="209973" y="47081"/>
                </a:lnTo>
                <a:lnTo>
                  <a:pt x="210224" y="47081"/>
                </a:lnTo>
                <a:lnTo>
                  <a:pt x="219354" y="43180"/>
                </a:lnTo>
                <a:close/>
              </a:path>
              <a:path w="704850" h="560070">
                <a:moveTo>
                  <a:pt x="444590" y="30025"/>
                </a:moveTo>
                <a:lnTo>
                  <a:pt x="462025" y="35560"/>
                </a:lnTo>
                <a:lnTo>
                  <a:pt x="461645" y="35560"/>
                </a:lnTo>
                <a:lnTo>
                  <a:pt x="477393" y="40640"/>
                </a:lnTo>
                <a:lnTo>
                  <a:pt x="477012" y="40640"/>
                </a:lnTo>
                <a:lnTo>
                  <a:pt x="492633" y="45720"/>
                </a:lnTo>
                <a:lnTo>
                  <a:pt x="536067" y="45720"/>
                </a:lnTo>
                <a:lnTo>
                  <a:pt x="515493" y="35560"/>
                </a:lnTo>
                <a:lnTo>
                  <a:pt x="504909" y="30480"/>
                </a:lnTo>
                <a:lnTo>
                  <a:pt x="446531" y="30480"/>
                </a:lnTo>
                <a:lnTo>
                  <a:pt x="444590" y="30025"/>
                </a:lnTo>
                <a:close/>
              </a:path>
              <a:path w="704850" h="560070">
                <a:moveTo>
                  <a:pt x="228015" y="40640"/>
                </a:moveTo>
                <a:lnTo>
                  <a:pt x="225425" y="40640"/>
                </a:lnTo>
                <a:lnTo>
                  <a:pt x="224917" y="41910"/>
                </a:lnTo>
                <a:lnTo>
                  <a:pt x="228015" y="40640"/>
                </a:lnTo>
                <a:close/>
              </a:path>
              <a:path w="704850" h="560070">
                <a:moveTo>
                  <a:pt x="240971" y="35330"/>
                </a:moveTo>
                <a:lnTo>
                  <a:pt x="240030" y="35560"/>
                </a:lnTo>
                <a:lnTo>
                  <a:pt x="240411" y="35560"/>
                </a:lnTo>
                <a:lnTo>
                  <a:pt x="240971" y="35330"/>
                </a:lnTo>
                <a:close/>
              </a:path>
              <a:path w="704850" h="560070">
                <a:moveTo>
                  <a:pt x="406590" y="22860"/>
                </a:moveTo>
                <a:lnTo>
                  <a:pt x="430285" y="26611"/>
                </a:lnTo>
                <a:lnTo>
                  <a:pt x="430637" y="26754"/>
                </a:lnTo>
                <a:lnTo>
                  <a:pt x="446532" y="30480"/>
                </a:lnTo>
                <a:lnTo>
                  <a:pt x="504909" y="30480"/>
                </a:lnTo>
                <a:lnTo>
                  <a:pt x="499796" y="28025"/>
                </a:lnTo>
                <a:lnTo>
                  <a:pt x="487616" y="24130"/>
                </a:lnTo>
                <a:lnTo>
                  <a:pt x="414782" y="24130"/>
                </a:lnTo>
                <a:lnTo>
                  <a:pt x="406590" y="22860"/>
                </a:lnTo>
                <a:close/>
              </a:path>
              <a:path w="704850" h="560070">
                <a:moveTo>
                  <a:pt x="430285" y="26611"/>
                </a:moveTo>
                <a:lnTo>
                  <a:pt x="430028" y="26611"/>
                </a:lnTo>
                <a:lnTo>
                  <a:pt x="430637" y="26754"/>
                </a:lnTo>
                <a:lnTo>
                  <a:pt x="430285" y="26611"/>
                </a:lnTo>
                <a:close/>
              </a:path>
              <a:path w="704850" h="560070">
                <a:moveTo>
                  <a:pt x="473862" y="19050"/>
                </a:moveTo>
                <a:lnTo>
                  <a:pt x="366268" y="19050"/>
                </a:lnTo>
                <a:lnTo>
                  <a:pt x="383533" y="20378"/>
                </a:lnTo>
                <a:lnTo>
                  <a:pt x="383146" y="20378"/>
                </a:lnTo>
                <a:lnTo>
                  <a:pt x="399524" y="21647"/>
                </a:lnTo>
                <a:lnTo>
                  <a:pt x="398771" y="21647"/>
                </a:lnTo>
                <a:lnTo>
                  <a:pt x="414782" y="24130"/>
                </a:lnTo>
                <a:lnTo>
                  <a:pt x="487616" y="24130"/>
                </a:lnTo>
                <a:lnTo>
                  <a:pt x="483616" y="22860"/>
                </a:lnTo>
                <a:lnTo>
                  <a:pt x="473862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622660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276594" y="5229225"/>
            <a:ext cx="2171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655684" y="4101846"/>
            <a:ext cx="16141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" sz="3000">
                <a:latin typeface="Franklin Gothic Medium"/>
                <a:cs typeface="Franklin Gothic Medium"/>
              </a:rPr>
              <a:t>ε</a:t>
            </a:r>
            <a:r>
              <a:rPr dirty="0" sz="2000">
                <a:latin typeface="Cambria Math"/>
                <a:cs typeface="Cambria Math"/>
              </a:rPr>
              <a:t>∪</a:t>
            </a:r>
            <a:r>
              <a:rPr dirty="0" sz="2000" spc="3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∅</a:t>
            </a:r>
            <a:r>
              <a:rPr dirty="0" sz="2000">
                <a:latin typeface="Franklin Gothic Medium"/>
                <a:cs typeface="Franklin Gothic Medium"/>
              </a:rPr>
              <a:t>(0</a:t>
            </a:r>
            <a:r>
              <a:rPr dirty="0" sz="2000" spc="-3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∪</a:t>
            </a:r>
            <a:r>
              <a:rPr dirty="0" sz="2000" spc="20">
                <a:latin typeface="Cambria Math"/>
                <a:cs typeface="Cambria Math"/>
              </a:rPr>
              <a:t> </a:t>
            </a:r>
            <a:r>
              <a:rPr dirty="0" sz="2000" spc="-20">
                <a:latin typeface="Cambria Math"/>
                <a:cs typeface="Cambria Math"/>
              </a:rPr>
              <a:t>1)</a:t>
            </a:r>
            <a:r>
              <a:rPr dirty="0" baseline="28735" sz="2175" spc="-30">
                <a:latin typeface="Cambria Math"/>
                <a:cs typeface="Cambria Math"/>
              </a:rPr>
              <a:t>∗</a:t>
            </a:r>
            <a:r>
              <a:rPr dirty="0" sz="2000" spc="-20">
                <a:latin typeface="Cambria Math"/>
                <a:cs typeface="Cambria Math"/>
              </a:rPr>
              <a:t>∅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5266182" y="4496308"/>
            <a:ext cx="2280920" cy="85725"/>
          </a:xfrm>
          <a:custGeom>
            <a:avLst/>
            <a:gdLst/>
            <a:ahLst/>
            <a:cxnLst/>
            <a:rect l="l" t="t" r="r" b="b"/>
            <a:pathLst>
              <a:path w="2280920" h="85725">
                <a:moveTo>
                  <a:pt x="0" y="27051"/>
                </a:moveTo>
                <a:lnTo>
                  <a:pt x="0" y="55626"/>
                </a:lnTo>
                <a:lnTo>
                  <a:pt x="228600" y="55880"/>
                </a:lnTo>
                <a:lnTo>
                  <a:pt x="228600" y="27305"/>
                </a:lnTo>
                <a:lnTo>
                  <a:pt x="0" y="27051"/>
                </a:lnTo>
                <a:close/>
              </a:path>
              <a:path w="2280920" h="85725">
                <a:moveTo>
                  <a:pt x="542925" y="27432"/>
                </a:moveTo>
                <a:lnTo>
                  <a:pt x="314325" y="27432"/>
                </a:lnTo>
                <a:lnTo>
                  <a:pt x="314325" y="56007"/>
                </a:lnTo>
                <a:lnTo>
                  <a:pt x="542925" y="56007"/>
                </a:lnTo>
                <a:lnTo>
                  <a:pt x="542925" y="27432"/>
                </a:lnTo>
                <a:close/>
              </a:path>
              <a:path w="2280920" h="85725">
                <a:moveTo>
                  <a:pt x="857250" y="27686"/>
                </a:moveTo>
                <a:lnTo>
                  <a:pt x="628650" y="27686"/>
                </a:lnTo>
                <a:lnTo>
                  <a:pt x="628650" y="56261"/>
                </a:lnTo>
                <a:lnTo>
                  <a:pt x="857250" y="56261"/>
                </a:lnTo>
                <a:lnTo>
                  <a:pt x="857250" y="27686"/>
                </a:lnTo>
                <a:close/>
              </a:path>
              <a:path w="2280920" h="85725">
                <a:moveTo>
                  <a:pt x="1171575" y="27813"/>
                </a:moveTo>
                <a:lnTo>
                  <a:pt x="942975" y="27813"/>
                </a:lnTo>
                <a:lnTo>
                  <a:pt x="942975" y="56388"/>
                </a:lnTo>
                <a:lnTo>
                  <a:pt x="1171575" y="56388"/>
                </a:lnTo>
                <a:lnTo>
                  <a:pt x="1171575" y="27813"/>
                </a:lnTo>
                <a:close/>
              </a:path>
              <a:path w="2280920" h="85725">
                <a:moveTo>
                  <a:pt x="1485899" y="28067"/>
                </a:moveTo>
                <a:lnTo>
                  <a:pt x="1257299" y="28067"/>
                </a:lnTo>
                <a:lnTo>
                  <a:pt x="1257299" y="56642"/>
                </a:lnTo>
                <a:lnTo>
                  <a:pt x="1485899" y="56642"/>
                </a:lnTo>
                <a:lnTo>
                  <a:pt x="1485899" y="28067"/>
                </a:lnTo>
                <a:close/>
              </a:path>
              <a:path w="2280920" h="85725">
                <a:moveTo>
                  <a:pt x="1571624" y="28194"/>
                </a:moveTo>
                <a:lnTo>
                  <a:pt x="1571624" y="56769"/>
                </a:lnTo>
                <a:lnTo>
                  <a:pt x="1800224" y="56896"/>
                </a:lnTo>
                <a:lnTo>
                  <a:pt x="1800224" y="28321"/>
                </a:lnTo>
                <a:lnTo>
                  <a:pt x="1571624" y="28194"/>
                </a:lnTo>
                <a:close/>
              </a:path>
              <a:path w="2280920" h="85725">
                <a:moveTo>
                  <a:pt x="2114549" y="28448"/>
                </a:moveTo>
                <a:lnTo>
                  <a:pt x="1885949" y="28448"/>
                </a:lnTo>
                <a:lnTo>
                  <a:pt x="1885949" y="57023"/>
                </a:lnTo>
                <a:lnTo>
                  <a:pt x="2114549" y="57023"/>
                </a:lnTo>
                <a:lnTo>
                  <a:pt x="2114549" y="28448"/>
                </a:lnTo>
                <a:close/>
              </a:path>
              <a:path w="2280920" h="85725">
                <a:moveTo>
                  <a:pt x="2195194" y="0"/>
                </a:moveTo>
                <a:lnTo>
                  <a:pt x="2195067" y="85725"/>
                </a:lnTo>
                <a:lnTo>
                  <a:pt x="2252302" y="57150"/>
                </a:lnTo>
                <a:lnTo>
                  <a:pt x="2200274" y="57150"/>
                </a:lnTo>
                <a:lnTo>
                  <a:pt x="2200274" y="28575"/>
                </a:lnTo>
                <a:lnTo>
                  <a:pt x="2252175" y="28575"/>
                </a:lnTo>
                <a:lnTo>
                  <a:pt x="2195194" y="0"/>
                </a:lnTo>
                <a:close/>
              </a:path>
              <a:path w="2280920" h="85725">
                <a:moveTo>
                  <a:pt x="2209418" y="28575"/>
                </a:moveTo>
                <a:lnTo>
                  <a:pt x="2200274" y="28575"/>
                </a:lnTo>
                <a:lnTo>
                  <a:pt x="2200274" y="57150"/>
                </a:lnTo>
                <a:lnTo>
                  <a:pt x="2209418" y="57150"/>
                </a:lnTo>
                <a:lnTo>
                  <a:pt x="2209418" y="28575"/>
                </a:lnTo>
                <a:close/>
              </a:path>
              <a:path w="2280920" h="85725">
                <a:moveTo>
                  <a:pt x="2252175" y="28575"/>
                </a:moveTo>
                <a:lnTo>
                  <a:pt x="2209418" y="28575"/>
                </a:lnTo>
                <a:lnTo>
                  <a:pt x="2209418" y="57150"/>
                </a:lnTo>
                <a:lnTo>
                  <a:pt x="2252302" y="57150"/>
                </a:lnTo>
                <a:lnTo>
                  <a:pt x="2280792" y="42926"/>
                </a:lnTo>
                <a:lnTo>
                  <a:pt x="2252175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6301866" y="4081017"/>
            <a:ext cx="1943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4360545" y="3443604"/>
            <a:ext cx="704850" cy="560705"/>
          </a:xfrm>
          <a:custGeom>
            <a:avLst/>
            <a:gdLst/>
            <a:ahLst/>
            <a:cxnLst/>
            <a:rect l="l" t="t" r="r" b="b"/>
            <a:pathLst>
              <a:path w="704850" h="560704">
                <a:moveTo>
                  <a:pt x="53212" y="438404"/>
                </a:moveTo>
                <a:lnTo>
                  <a:pt x="36702" y="447802"/>
                </a:lnTo>
                <a:lnTo>
                  <a:pt x="41275" y="455930"/>
                </a:lnTo>
                <a:lnTo>
                  <a:pt x="49783" y="469011"/>
                </a:lnTo>
                <a:lnTo>
                  <a:pt x="79501" y="506476"/>
                </a:lnTo>
                <a:lnTo>
                  <a:pt x="115950" y="540258"/>
                </a:lnTo>
                <a:lnTo>
                  <a:pt x="143637" y="560197"/>
                </a:lnTo>
                <a:lnTo>
                  <a:pt x="154431" y="544449"/>
                </a:lnTo>
                <a:lnTo>
                  <a:pt x="139735" y="534336"/>
                </a:lnTo>
                <a:lnTo>
                  <a:pt x="126853" y="524551"/>
                </a:lnTo>
                <a:lnTo>
                  <a:pt x="93699" y="493761"/>
                </a:lnTo>
                <a:lnTo>
                  <a:pt x="65486" y="458330"/>
                </a:lnTo>
                <a:lnTo>
                  <a:pt x="57137" y="445355"/>
                </a:lnTo>
                <a:lnTo>
                  <a:pt x="53212" y="438404"/>
                </a:lnTo>
                <a:close/>
              </a:path>
              <a:path w="704850" h="560704">
                <a:moveTo>
                  <a:pt x="9525" y="238252"/>
                </a:moveTo>
                <a:lnTo>
                  <a:pt x="1524" y="281940"/>
                </a:lnTo>
                <a:lnTo>
                  <a:pt x="8" y="311531"/>
                </a:lnTo>
                <a:lnTo>
                  <a:pt x="0" y="312039"/>
                </a:lnTo>
                <a:lnTo>
                  <a:pt x="565" y="325377"/>
                </a:lnTo>
                <a:lnTo>
                  <a:pt x="634" y="327025"/>
                </a:lnTo>
                <a:lnTo>
                  <a:pt x="1687" y="339337"/>
                </a:lnTo>
                <a:lnTo>
                  <a:pt x="1786" y="340494"/>
                </a:lnTo>
                <a:lnTo>
                  <a:pt x="1904" y="341884"/>
                </a:lnTo>
                <a:lnTo>
                  <a:pt x="4063" y="356743"/>
                </a:lnTo>
                <a:lnTo>
                  <a:pt x="6984" y="371475"/>
                </a:lnTo>
                <a:lnTo>
                  <a:pt x="10794" y="386080"/>
                </a:lnTo>
                <a:lnTo>
                  <a:pt x="13080" y="393700"/>
                </a:lnTo>
                <a:lnTo>
                  <a:pt x="31241" y="387985"/>
                </a:lnTo>
                <a:lnTo>
                  <a:pt x="28954" y="380619"/>
                </a:lnTo>
                <a:lnTo>
                  <a:pt x="25655" y="367538"/>
                </a:lnTo>
                <a:lnTo>
                  <a:pt x="22926" y="354139"/>
                </a:lnTo>
                <a:lnTo>
                  <a:pt x="20874" y="340494"/>
                </a:lnTo>
                <a:lnTo>
                  <a:pt x="19681" y="327025"/>
                </a:lnTo>
                <a:lnTo>
                  <a:pt x="19558" y="325628"/>
                </a:lnTo>
                <a:lnTo>
                  <a:pt x="19535" y="325377"/>
                </a:lnTo>
                <a:lnTo>
                  <a:pt x="19067" y="312039"/>
                </a:lnTo>
                <a:lnTo>
                  <a:pt x="19050" y="311531"/>
                </a:lnTo>
                <a:lnTo>
                  <a:pt x="19289" y="298377"/>
                </a:lnTo>
                <a:lnTo>
                  <a:pt x="20361" y="284795"/>
                </a:lnTo>
                <a:lnTo>
                  <a:pt x="22146" y="270261"/>
                </a:lnTo>
                <a:lnTo>
                  <a:pt x="22245" y="269457"/>
                </a:lnTo>
                <a:lnTo>
                  <a:pt x="24648" y="256413"/>
                </a:lnTo>
                <a:lnTo>
                  <a:pt x="24764" y="255778"/>
                </a:lnTo>
                <a:lnTo>
                  <a:pt x="25727" y="252095"/>
                </a:lnTo>
                <a:lnTo>
                  <a:pt x="28066" y="242824"/>
                </a:lnTo>
                <a:lnTo>
                  <a:pt x="9525" y="238252"/>
                </a:lnTo>
                <a:close/>
              </a:path>
              <a:path w="704850" h="560704">
                <a:moveTo>
                  <a:pt x="133984" y="66421"/>
                </a:moveTo>
                <a:lnTo>
                  <a:pt x="92075" y="100837"/>
                </a:lnTo>
                <a:lnTo>
                  <a:pt x="58800" y="138430"/>
                </a:lnTo>
                <a:lnTo>
                  <a:pt x="32638" y="179451"/>
                </a:lnTo>
                <a:lnTo>
                  <a:pt x="30860" y="183134"/>
                </a:lnTo>
                <a:lnTo>
                  <a:pt x="47878" y="191516"/>
                </a:lnTo>
                <a:lnTo>
                  <a:pt x="50471" y="186482"/>
                </a:lnTo>
                <a:lnTo>
                  <a:pt x="55866" y="176952"/>
                </a:lnTo>
                <a:lnTo>
                  <a:pt x="84278" y="136999"/>
                </a:lnTo>
                <a:lnTo>
                  <a:pt x="116624" y="104066"/>
                </a:lnTo>
                <a:lnTo>
                  <a:pt x="144652" y="82169"/>
                </a:lnTo>
                <a:lnTo>
                  <a:pt x="133984" y="66421"/>
                </a:lnTo>
                <a:close/>
              </a:path>
              <a:path w="704850" h="560704">
                <a:moveTo>
                  <a:pt x="335410" y="0"/>
                </a:moveTo>
                <a:lnTo>
                  <a:pt x="333375" y="0"/>
                </a:lnTo>
                <a:lnTo>
                  <a:pt x="316610" y="1143"/>
                </a:lnTo>
                <a:lnTo>
                  <a:pt x="266826" y="8890"/>
                </a:lnTo>
                <a:lnTo>
                  <a:pt x="218693" y="22733"/>
                </a:lnTo>
                <a:lnTo>
                  <a:pt x="184530" y="37084"/>
                </a:lnTo>
                <a:lnTo>
                  <a:pt x="192912" y="54102"/>
                </a:lnTo>
                <a:lnTo>
                  <a:pt x="195349" y="52932"/>
                </a:lnTo>
                <a:lnTo>
                  <a:pt x="209816" y="46626"/>
                </a:lnTo>
                <a:lnTo>
                  <a:pt x="224898" y="40719"/>
                </a:lnTo>
                <a:lnTo>
                  <a:pt x="225450" y="40587"/>
                </a:lnTo>
                <a:lnTo>
                  <a:pt x="240033" y="35687"/>
                </a:lnTo>
                <a:lnTo>
                  <a:pt x="255217" y="31242"/>
                </a:lnTo>
                <a:lnTo>
                  <a:pt x="270783" y="27517"/>
                </a:lnTo>
                <a:lnTo>
                  <a:pt x="271130" y="27359"/>
                </a:lnTo>
                <a:lnTo>
                  <a:pt x="286375" y="24334"/>
                </a:lnTo>
                <a:lnTo>
                  <a:pt x="286669" y="24334"/>
                </a:lnTo>
                <a:lnTo>
                  <a:pt x="302121" y="21925"/>
                </a:lnTo>
                <a:lnTo>
                  <a:pt x="302580" y="21925"/>
                </a:lnTo>
                <a:lnTo>
                  <a:pt x="317663" y="20165"/>
                </a:lnTo>
                <a:lnTo>
                  <a:pt x="318522" y="20165"/>
                </a:lnTo>
                <a:lnTo>
                  <a:pt x="334517" y="19050"/>
                </a:lnTo>
                <a:lnTo>
                  <a:pt x="335918" y="19050"/>
                </a:lnTo>
                <a:lnTo>
                  <a:pt x="335874" y="17399"/>
                </a:lnTo>
                <a:lnTo>
                  <a:pt x="335749" y="12700"/>
                </a:lnTo>
                <a:lnTo>
                  <a:pt x="335647" y="8890"/>
                </a:lnTo>
                <a:lnTo>
                  <a:pt x="335559" y="5587"/>
                </a:lnTo>
                <a:lnTo>
                  <a:pt x="335440" y="1143"/>
                </a:lnTo>
                <a:lnTo>
                  <a:pt x="335410" y="0"/>
                </a:lnTo>
                <a:close/>
              </a:path>
              <a:path w="704850" h="560704">
                <a:moveTo>
                  <a:pt x="225450" y="40587"/>
                </a:moveTo>
                <a:lnTo>
                  <a:pt x="224898" y="40719"/>
                </a:lnTo>
                <a:lnTo>
                  <a:pt x="223927" y="41099"/>
                </a:lnTo>
                <a:lnTo>
                  <a:pt x="225450" y="40587"/>
                </a:lnTo>
                <a:close/>
              </a:path>
              <a:path w="704850" h="560704">
                <a:moveTo>
                  <a:pt x="272829" y="27030"/>
                </a:moveTo>
                <a:lnTo>
                  <a:pt x="271130" y="27359"/>
                </a:lnTo>
                <a:lnTo>
                  <a:pt x="270784" y="27517"/>
                </a:lnTo>
                <a:lnTo>
                  <a:pt x="272829" y="27030"/>
                </a:lnTo>
                <a:close/>
              </a:path>
              <a:path w="704850" h="560704">
                <a:moveTo>
                  <a:pt x="286669" y="24334"/>
                </a:moveTo>
                <a:lnTo>
                  <a:pt x="286375" y="24334"/>
                </a:lnTo>
                <a:lnTo>
                  <a:pt x="285165" y="24574"/>
                </a:lnTo>
                <a:lnTo>
                  <a:pt x="286669" y="24334"/>
                </a:lnTo>
                <a:close/>
              </a:path>
              <a:path w="704850" h="560704">
                <a:moveTo>
                  <a:pt x="302580" y="21925"/>
                </a:moveTo>
                <a:lnTo>
                  <a:pt x="302121" y="21925"/>
                </a:lnTo>
                <a:lnTo>
                  <a:pt x="300532" y="22173"/>
                </a:lnTo>
                <a:lnTo>
                  <a:pt x="302580" y="21925"/>
                </a:lnTo>
                <a:close/>
              </a:path>
              <a:path w="704850" h="560704">
                <a:moveTo>
                  <a:pt x="318522" y="20165"/>
                </a:moveTo>
                <a:lnTo>
                  <a:pt x="317663" y="20165"/>
                </a:lnTo>
                <a:lnTo>
                  <a:pt x="316398" y="20314"/>
                </a:lnTo>
                <a:lnTo>
                  <a:pt x="318522" y="20165"/>
                </a:lnTo>
                <a:close/>
              </a:path>
              <a:path w="704850" h="560704">
                <a:moveTo>
                  <a:pt x="496523" y="26634"/>
                </a:moveTo>
                <a:lnTo>
                  <a:pt x="430665" y="26634"/>
                </a:lnTo>
                <a:lnTo>
                  <a:pt x="446481" y="30353"/>
                </a:lnTo>
                <a:lnTo>
                  <a:pt x="462045" y="34676"/>
                </a:lnTo>
                <a:lnTo>
                  <a:pt x="507806" y="52096"/>
                </a:lnTo>
                <a:lnTo>
                  <a:pt x="532510" y="64897"/>
                </a:lnTo>
                <a:lnTo>
                  <a:pt x="541654" y="48133"/>
                </a:lnTo>
                <a:lnTo>
                  <a:pt x="530987" y="42291"/>
                </a:lnTo>
                <a:lnTo>
                  <a:pt x="515503" y="34676"/>
                </a:lnTo>
                <a:lnTo>
                  <a:pt x="499617" y="27812"/>
                </a:lnTo>
                <a:lnTo>
                  <a:pt x="496523" y="26634"/>
                </a:lnTo>
                <a:close/>
              </a:path>
              <a:path w="704850" h="560704">
                <a:moveTo>
                  <a:pt x="492665" y="45518"/>
                </a:moveTo>
                <a:lnTo>
                  <a:pt x="492438" y="45518"/>
                </a:lnTo>
                <a:lnTo>
                  <a:pt x="494324" y="46239"/>
                </a:lnTo>
                <a:lnTo>
                  <a:pt x="492665" y="45518"/>
                </a:lnTo>
                <a:close/>
              </a:path>
              <a:path w="704850" h="560704">
                <a:moveTo>
                  <a:pt x="413292" y="23414"/>
                </a:moveTo>
                <a:lnTo>
                  <a:pt x="431461" y="26820"/>
                </a:lnTo>
                <a:lnTo>
                  <a:pt x="430665" y="26634"/>
                </a:lnTo>
                <a:lnTo>
                  <a:pt x="496523" y="26634"/>
                </a:lnTo>
                <a:lnTo>
                  <a:pt x="488797" y="23691"/>
                </a:lnTo>
                <a:lnTo>
                  <a:pt x="415276" y="23691"/>
                </a:lnTo>
                <a:lnTo>
                  <a:pt x="413292" y="23414"/>
                </a:lnTo>
                <a:close/>
              </a:path>
              <a:path w="704850" h="560704">
                <a:moveTo>
                  <a:pt x="393700" y="1650"/>
                </a:moveTo>
                <a:lnTo>
                  <a:pt x="391794" y="20700"/>
                </a:lnTo>
                <a:lnTo>
                  <a:pt x="399353" y="21388"/>
                </a:lnTo>
                <a:lnTo>
                  <a:pt x="398791" y="21388"/>
                </a:lnTo>
                <a:lnTo>
                  <a:pt x="415276" y="23691"/>
                </a:lnTo>
                <a:lnTo>
                  <a:pt x="488797" y="23691"/>
                </a:lnTo>
                <a:lnTo>
                  <a:pt x="450976" y="11811"/>
                </a:lnTo>
                <a:lnTo>
                  <a:pt x="400938" y="2412"/>
                </a:lnTo>
                <a:lnTo>
                  <a:pt x="393700" y="1650"/>
                </a:lnTo>
                <a:close/>
              </a:path>
              <a:path w="704850" h="560704">
                <a:moveTo>
                  <a:pt x="590550" y="81153"/>
                </a:moveTo>
                <a:lnTo>
                  <a:pt x="578357" y="95758"/>
                </a:lnTo>
                <a:lnTo>
                  <a:pt x="589876" y="105443"/>
                </a:lnTo>
                <a:lnTo>
                  <a:pt x="600955" y="115697"/>
                </a:lnTo>
                <a:lnTo>
                  <a:pt x="611259" y="126237"/>
                </a:lnTo>
                <a:lnTo>
                  <a:pt x="621364" y="137708"/>
                </a:lnTo>
                <a:lnTo>
                  <a:pt x="621694" y="138025"/>
                </a:lnTo>
                <a:lnTo>
                  <a:pt x="621776" y="138175"/>
                </a:lnTo>
                <a:lnTo>
                  <a:pt x="622123" y="138577"/>
                </a:lnTo>
                <a:lnTo>
                  <a:pt x="629863" y="148345"/>
                </a:lnTo>
                <a:lnTo>
                  <a:pt x="654684" y="186817"/>
                </a:lnTo>
                <a:lnTo>
                  <a:pt x="666622" y="212471"/>
                </a:lnTo>
                <a:lnTo>
                  <a:pt x="684149" y="204851"/>
                </a:lnTo>
                <a:lnTo>
                  <a:pt x="663701" y="164084"/>
                </a:lnTo>
                <a:lnTo>
                  <a:pt x="636142" y="125730"/>
                </a:lnTo>
                <a:lnTo>
                  <a:pt x="601852" y="90678"/>
                </a:lnTo>
                <a:lnTo>
                  <a:pt x="590550" y="81153"/>
                </a:lnTo>
                <a:close/>
              </a:path>
              <a:path w="704850" h="560704">
                <a:moveTo>
                  <a:pt x="700531" y="261620"/>
                </a:moveTo>
                <a:lnTo>
                  <a:pt x="681863" y="265430"/>
                </a:lnTo>
                <a:lnTo>
                  <a:pt x="682116" y="266319"/>
                </a:lnTo>
                <a:lnTo>
                  <a:pt x="684078" y="280171"/>
                </a:lnTo>
                <a:lnTo>
                  <a:pt x="684193" y="280666"/>
                </a:lnTo>
                <a:lnTo>
                  <a:pt x="685238" y="292468"/>
                </a:lnTo>
                <a:lnTo>
                  <a:pt x="685786" y="308102"/>
                </a:lnTo>
                <a:lnTo>
                  <a:pt x="685795" y="308483"/>
                </a:lnTo>
                <a:lnTo>
                  <a:pt x="685630" y="321942"/>
                </a:lnTo>
                <a:lnTo>
                  <a:pt x="679926" y="364921"/>
                </a:lnTo>
                <a:lnTo>
                  <a:pt x="668118" y="403927"/>
                </a:lnTo>
                <a:lnTo>
                  <a:pt x="665860" y="409194"/>
                </a:lnTo>
                <a:lnTo>
                  <a:pt x="683513" y="416560"/>
                </a:lnTo>
                <a:lnTo>
                  <a:pt x="698753" y="367919"/>
                </a:lnTo>
                <a:lnTo>
                  <a:pt x="704539" y="323831"/>
                </a:lnTo>
                <a:lnTo>
                  <a:pt x="704843" y="308483"/>
                </a:lnTo>
                <a:lnTo>
                  <a:pt x="704850" y="308102"/>
                </a:lnTo>
                <a:lnTo>
                  <a:pt x="704389" y="294516"/>
                </a:lnTo>
                <a:lnTo>
                  <a:pt x="704286" y="292468"/>
                </a:lnTo>
                <a:lnTo>
                  <a:pt x="703071" y="278257"/>
                </a:lnTo>
                <a:lnTo>
                  <a:pt x="700913" y="263271"/>
                </a:lnTo>
                <a:lnTo>
                  <a:pt x="700531" y="261620"/>
                </a:lnTo>
                <a:close/>
              </a:path>
              <a:path w="704850" h="560704">
                <a:moveTo>
                  <a:pt x="584453" y="480568"/>
                </a:moveTo>
                <a:lnTo>
                  <a:pt x="547624" y="557403"/>
                </a:lnTo>
                <a:lnTo>
                  <a:pt x="631189" y="540766"/>
                </a:lnTo>
                <a:lnTo>
                  <a:pt x="619653" y="525907"/>
                </a:lnTo>
                <a:lnTo>
                  <a:pt x="603884" y="525907"/>
                </a:lnTo>
                <a:lnTo>
                  <a:pt x="591819" y="511048"/>
                </a:lnTo>
                <a:lnTo>
                  <a:pt x="601854" y="502980"/>
                </a:lnTo>
                <a:lnTo>
                  <a:pt x="584453" y="480568"/>
                </a:lnTo>
                <a:close/>
              </a:path>
              <a:path w="704850" h="560704">
                <a:moveTo>
                  <a:pt x="601854" y="502980"/>
                </a:moveTo>
                <a:lnTo>
                  <a:pt x="591819" y="511048"/>
                </a:lnTo>
                <a:lnTo>
                  <a:pt x="603884" y="525907"/>
                </a:lnTo>
                <a:lnTo>
                  <a:pt x="613559" y="518057"/>
                </a:lnTo>
                <a:lnTo>
                  <a:pt x="601854" y="502980"/>
                </a:lnTo>
                <a:close/>
              </a:path>
              <a:path w="704850" h="560704">
                <a:moveTo>
                  <a:pt x="613559" y="518057"/>
                </a:moveTo>
                <a:lnTo>
                  <a:pt x="603884" y="525907"/>
                </a:lnTo>
                <a:lnTo>
                  <a:pt x="619653" y="525907"/>
                </a:lnTo>
                <a:lnTo>
                  <a:pt x="613559" y="518057"/>
                </a:lnTo>
                <a:close/>
              </a:path>
              <a:path w="704850" h="560704">
                <a:moveTo>
                  <a:pt x="639826" y="457581"/>
                </a:moveTo>
                <a:lnTo>
                  <a:pt x="631179" y="469881"/>
                </a:lnTo>
                <a:lnTo>
                  <a:pt x="620778" y="482915"/>
                </a:lnTo>
                <a:lnTo>
                  <a:pt x="609988" y="494792"/>
                </a:lnTo>
                <a:lnTo>
                  <a:pt x="604774" y="500634"/>
                </a:lnTo>
                <a:lnTo>
                  <a:pt x="604429" y="500911"/>
                </a:lnTo>
                <a:lnTo>
                  <a:pt x="603757" y="501650"/>
                </a:lnTo>
                <a:lnTo>
                  <a:pt x="603510" y="501650"/>
                </a:lnTo>
                <a:lnTo>
                  <a:pt x="601854" y="502980"/>
                </a:lnTo>
                <a:lnTo>
                  <a:pt x="613559" y="518057"/>
                </a:lnTo>
                <a:lnTo>
                  <a:pt x="617346" y="514985"/>
                </a:lnTo>
                <a:lnTo>
                  <a:pt x="629507" y="501650"/>
                </a:lnTo>
                <a:lnTo>
                  <a:pt x="603757" y="501650"/>
                </a:lnTo>
                <a:lnTo>
                  <a:pt x="604496" y="500911"/>
                </a:lnTo>
                <a:lnTo>
                  <a:pt x="630181" y="500911"/>
                </a:lnTo>
                <a:lnTo>
                  <a:pt x="635762" y="494792"/>
                </a:lnTo>
                <a:lnTo>
                  <a:pt x="646176" y="481711"/>
                </a:lnTo>
                <a:lnTo>
                  <a:pt x="655446" y="468630"/>
                </a:lnTo>
                <a:lnTo>
                  <a:pt x="639826" y="457581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4375784" y="3044393"/>
            <a:ext cx="7067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0</a:t>
            </a:r>
            <a:r>
              <a:rPr dirty="0" sz="2400" spc="-1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7538973" y="3956050"/>
            <a:ext cx="1155700" cy="1165225"/>
            <a:chOff x="7538973" y="3956050"/>
            <a:chExt cx="1155700" cy="1165225"/>
          </a:xfrm>
        </p:grpSpPr>
        <p:sp>
          <p:nvSpPr>
            <p:cNvPr id="21" name="object 21" descr=""/>
            <p:cNvSpPr/>
            <p:nvPr/>
          </p:nvSpPr>
          <p:spPr>
            <a:xfrm>
              <a:off x="7545323" y="3962400"/>
              <a:ext cx="1143000" cy="1152525"/>
            </a:xfrm>
            <a:custGeom>
              <a:avLst/>
              <a:gdLst/>
              <a:ahLst/>
              <a:cxnLst/>
              <a:rect l="l" t="t" r="r" b="b"/>
              <a:pathLst>
                <a:path w="1143000" h="1152525">
                  <a:moveTo>
                    <a:pt x="571500" y="0"/>
                  </a:moveTo>
                  <a:lnTo>
                    <a:pt x="524632" y="1909"/>
                  </a:lnTo>
                  <a:lnTo>
                    <a:pt x="478808" y="7540"/>
                  </a:lnTo>
                  <a:lnTo>
                    <a:pt x="434173" y="16743"/>
                  </a:lnTo>
                  <a:lnTo>
                    <a:pt x="390875" y="29370"/>
                  </a:lnTo>
                  <a:lnTo>
                    <a:pt x="349061" y="45273"/>
                  </a:lnTo>
                  <a:lnTo>
                    <a:pt x="308878" y="64304"/>
                  </a:lnTo>
                  <a:lnTo>
                    <a:pt x="270474" y="86313"/>
                  </a:lnTo>
                  <a:lnTo>
                    <a:pt x="233994" y="111154"/>
                  </a:lnTo>
                  <a:lnTo>
                    <a:pt x="199588" y="138677"/>
                  </a:lnTo>
                  <a:lnTo>
                    <a:pt x="167401" y="168735"/>
                  </a:lnTo>
                  <a:lnTo>
                    <a:pt x="137582" y="201179"/>
                  </a:lnTo>
                  <a:lnTo>
                    <a:pt x="110276" y="235860"/>
                  </a:lnTo>
                  <a:lnTo>
                    <a:pt x="85632" y="272631"/>
                  </a:lnTo>
                  <a:lnTo>
                    <a:pt x="63796" y="311342"/>
                  </a:lnTo>
                  <a:lnTo>
                    <a:pt x="44916" y="351847"/>
                  </a:lnTo>
                  <a:lnTo>
                    <a:pt x="29138" y="393996"/>
                  </a:lnTo>
                  <a:lnTo>
                    <a:pt x="16611" y="437641"/>
                  </a:lnTo>
                  <a:lnTo>
                    <a:pt x="7480" y="482635"/>
                  </a:lnTo>
                  <a:lnTo>
                    <a:pt x="1894" y="528827"/>
                  </a:lnTo>
                  <a:lnTo>
                    <a:pt x="0" y="576072"/>
                  </a:lnTo>
                  <a:lnTo>
                    <a:pt x="1894" y="623316"/>
                  </a:lnTo>
                  <a:lnTo>
                    <a:pt x="7480" y="669508"/>
                  </a:lnTo>
                  <a:lnTo>
                    <a:pt x="16611" y="714502"/>
                  </a:lnTo>
                  <a:lnTo>
                    <a:pt x="29138" y="758147"/>
                  </a:lnTo>
                  <a:lnTo>
                    <a:pt x="44916" y="800296"/>
                  </a:lnTo>
                  <a:lnTo>
                    <a:pt x="63796" y="840801"/>
                  </a:lnTo>
                  <a:lnTo>
                    <a:pt x="85632" y="879512"/>
                  </a:lnTo>
                  <a:lnTo>
                    <a:pt x="110276" y="916283"/>
                  </a:lnTo>
                  <a:lnTo>
                    <a:pt x="137582" y="950964"/>
                  </a:lnTo>
                  <a:lnTo>
                    <a:pt x="167401" y="983408"/>
                  </a:lnTo>
                  <a:lnTo>
                    <a:pt x="199588" y="1013466"/>
                  </a:lnTo>
                  <a:lnTo>
                    <a:pt x="233994" y="1040989"/>
                  </a:lnTo>
                  <a:lnTo>
                    <a:pt x="270474" y="1065830"/>
                  </a:lnTo>
                  <a:lnTo>
                    <a:pt x="308878" y="1087839"/>
                  </a:lnTo>
                  <a:lnTo>
                    <a:pt x="349061" y="1106870"/>
                  </a:lnTo>
                  <a:lnTo>
                    <a:pt x="390875" y="1122773"/>
                  </a:lnTo>
                  <a:lnTo>
                    <a:pt x="434173" y="1135400"/>
                  </a:lnTo>
                  <a:lnTo>
                    <a:pt x="478808" y="1144603"/>
                  </a:lnTo>
                  <a:lnTo>
                    <a:pt x="524632" y="1150234"/>
                  </a:lnTo>
                  <a:lnTo>
                    <a:pt x="571500" y="1152144"/>
                  </a:lnTo>
                  <a:lnTo>
                    <a:pt x="618367" y="1150234"/>
                  </a:lnTo>
                  <a:lnTo>
                    <a:pt x="664191" y="1144603"/>
                  </a:lnTo>
                  <a:lnTo>
                    <a:pt x="708826" y="1135400"/>
                  </a:lnTo>
                  <a:lnTo>
                    <a:pt x="752124" y="1122773"/>
                  </a:lnTo>
                  <a:lnTo>
                    <a:pt x="793938" y="1106870"/>
                  </a:lnTo>
                  <a:lnTo>
                    <a:pt x="834121" y="1087839"/>
                  </a:lnTo>
                  <a:lnTo>
                    <a:pt x="872525" y="1065830"/>
                  </a:lnTo>
                  <a:lnTo>
                    <a:pt x="909005" y="1040989"/>
                  </a:lnTo>
                  <a:lnTo>
                    <a:pt x="943411" y="1013466"/>
                  </a:lnTo>
                  <a:lnTo>
                    <a:pt x="975598" y="983408"/>
                  </a:lnTo>
                  <a:lnTo>
                    <a:pt x="1005417" y="950964"/>
                  </a:lnTo>
                  <a:lnTo>
                    <a:pt x="1032723" y="916283"/>
                  </a:lnTo>
                  <a:lnTo>
                    <a:pt x="1057367" y="879512"/>
                  </a:lnTo>
                  <a:lnTo>
                    <a:pt x="1079203" y="840801"/>
                  </a:lnTo>
                  <a:lnTo>
                    <a:pt x="1098083" y="800296"/>
                  </a:lnTo>
                  <a:lnTo>
                    <a:pt x="1113861" y="758147"/>
                  </a:lnTo>
                  <a:lnTo>
                    <a:pt x="1126388" y="714502"/>
                  </a:lnTo>
                  <a:lnTo>
                    <a:pt x="1135519" y="669508"/>
                  </a:lnTo>
                  <a:lnTo>
                    <a:pt x="1141105" y="623316"/>
                  </a:lnTo>
                  <a:lnTo>
                    <a:pt x="1143000" y="576072"/>
                  </a:lnTo>
                  <a:lnTo>
                    <a:pt x="1141105" y="528827"/>
                  </a:lnTo>
                  <a:lnTo>
                    <a:pt x="1135519" y="482635"/>
                  </a:lnTo>
                  <a:lnTo>
                    <a:pt x="1126388" y="437641"/>
                  </a:lnTo>
                  <a:lnTo>
                    <a:pt x="1113861" y="393996"/>
                  </a:lnTo>
                  <a:lnTo>
                    <a:pt x="1098083" y="351847"/>
                  </a:lnTo>
                  <a:lnTo>
                    <a:pt x="1079203" y="311342"/>
                  </a:lnTo>
                  <a:lnTo>
                    <a:pt x="1057367" y="272631"/>
                  </a:lnTo>
                  <a:lnTo>
                    <a:pt x="1032723" y="235860"/>
                  </a:lnTo>
                  <a:lnTo>
                    <a:pt x="1005417" y="201179"/>
                  </a:lnTo>
                  <a:lnTo>
                    <a:pt x="975598" y="168735"/>
                  </a:lnTo>
                  <a:lnTo>
                    <a:pt x="943411" y="138677"/>
                  </a:lnTo>
                  <a:lnTo>
                    <a:pt x="909005" y="111154"/>
                  </a:lnTo>
                  <a:lnTo>
                    <a:pt x="872525" y="86313"/>
                  </a:lnTo>
                  <a:lnTo>
                    <a:pt x="834121" y="64304"/>
                  </a:lnTo>
                  <a:lnTo>
                    <a:pt x="793938" y="45273"/>
                  </a:lnTo>
                  <a:lnTo>
                    <a:pt x="752124" y="29370"/>
                  </a:lnTo>
                  <a:lnTo>
                    <a:pt x="708826" y="16743"/>
                  </a:lnTo>
                  <a:lnTo>
                    <a:pt x="664191" y="7540"/>
                  </a:lnTo>
                  <a:lnTo>
                    <a:pt x="618367" y="1909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545323" y="3962400"/>
              <a:ext cx="1143000" cy="1152525"/>
            </a:xfrm>
            <a:custGeom>
              <a:avLst/>
              <a:gdLst/>
              <a:ahLst/>
              <a:cxnLst/>
              <a:rect l="l" t="t" r="r" b="b"/>
              <a:pathLst>
                <a:path w="1143000" h="1152525">
                  <a:moveTo>
                    <a:pt x="0" y="576072"/>
                  </a:moveTo>
                  <a:lnTo>
                    <a:pt x="1894" y="528827"/>
                  </a:lnTo>
                  <a:lnTo>
                    <a:pt x="7480" y="482635"/>
                  </a:lnTo>
                  <a:lnTo>
                    <a:pt x="16611" y="437641"/>
                  </a:lnTo>
                  <a:lnTo>
                    <a:pt x="29138" y="393996"/>
                  </a:lnTo>
                  <a:lnTo>
                    <a:pt x="44916" y="351847"/>
                  </a:lnTo>
                  <a:lnTo>
                    <a:pt x="63796" y="311342"/>
                  </a:lnTo>
                  <a:lnTo>
                    <a:pt x="85632" y="272631"/>
                  </a:lnTo>
                  <a:lnTo>
                    <a:pt x="110276" y="235860"/>
                  </a:lnTo>
                  <a:lnTo>
                    <a:pt x="137582" y="201179"/>
                  </a:lnTo>
                  <a:lnTo>
                    <a:pt x="167401" y="168735"/>
                  </a:lnTo>
                  <a:lnTo>
                    <a:pt x="199588" y="138677"/>
                  </a:lnTo>
                  <a:lnTo>
                    <a:pt x="233994" y="111154"/>
                  </a:lnTo>
                  <a:lnTo>
                    <a:pt x="270474" y="86313"/>
                  </a:lnTo>
                  <a:lnTo>
                    <a:pt x="308878" y="64304"/>
                  </a:lnTo>
                  <a:lnTo>
                    <a:pt x="349061" y="45273"/>
                  </a:lnTo>
                  <a:lnTo>
                    <a:pt x="390875" y="29370"/>
                  </a:lnTo>
                  <a:lnTo>
                    <a:pt x="434173" y="16743"/>
                  </a:lnTo>
                  <a:lnTo>
                    <a:pt x="478808" y="7540"/>
                  </a:lnTo>
                  <a:lnTo>
                    <a:pt x="524632" y="1909"/>
                  </a:lnTo>
                  <a:lnTo>
                    <a:pt x="571500" y="0"/>
                  </a:lnTo>
                  <a:lnTo>
                    <a:pt x="618367" y="1909"/>
                  </a:lnTo>
                  <a:lnTo>
                    <a:pt x="664191" y="7540"/>
                  </a:lnTo>
                  <a:lnTo>
                    <a:pt x="708826" y="16743"/>
                  </a:lnTo>
                  <a:lnTo>
                    <a:pt x="752124" y="29370"/>
                  </a:lnTo>
                  <a:lnTo>
                    <a:pt x="793938" y="45273"/>
                  </a:lnTo>
                  <a:lnTo>
                    <a:pt x="834121" y="64304"/>
                  </a:lnTo>
                  <a:lnTo>
                    <a:pt x="872525" y="86313"/>
                  </a:lnTo>
                  <a:lnTo>
                    <a:pt x="909005" y="111154"/>
                  </a:lnTo>
                  <a:lnTo>
                    <a:pt x="943411" y="138677"/>
                  </a:lnTo>
                  <a:lnTo>
                    <a:pt x="975598" y="168735"/>
                  </a:lnTo>
                  <a:lnTo>
                    <a:pt x="1005417" y="201179"/>
                  </a:lnTo>
                  <a:lnTo>
                    <a:pt x="1032723" y="235860"/>
                  </a:lnTo>
                  <a:lnTo>
                    <a:pt x="1057367" y="272631"/>
                  </a:lnTo>
                  <a:lnTo>
                    <a:pt x="1079203" y="311342"/>
                  </a:lnTo>
                  <a:lnTo>
                    <a:pt x="1098083" y="351847"/>
                  </a:lnTo>
                  <a:lnTo>
                    <a:pt x="1113861" y="393996"/>
                  </a:lnTo>
                  <a:lnTo>
                    <a:pt x="1126388" y="437641"/>
                  </a:lnTo>
                  <a:lnTo>
                    <a:pt x="1135519" y="482635"/>
                  </a:lnTo>
                  <a:lnTo>
                    <a:pt x="1141105" y="528827"/>
                  </a:lnTo>
                  <a:lnTo>
                    <a:pt x="1143000" y="576072"/>
                  </a:lnTo>
                  <a:lnTo>
                    <a:pt x="1141105" y="623316"/>
                  </a:lnTo>
                  <a:lnTo>
                    <a:pt x="1135519" y="669508"/>
                  </a:lnTo>
                  <a:lnTo>
                    <a:pt x="1126388" y="714502"/>
                  </a:lnTo>
                  <a:lnTo>
                    <a:pt x="1113861" y="758147"/>
                  </a:lnTo>
                  <a:lnTo>
                    <a:pt x="1098083" y="800296"/>
                  </a:lnTo>
                  <a:lnTo>
                    <a:pt x="1079203" y="840801"/>
                  </a:lnTo>
                  <a:lnTo>
                    <a:pt x="1057367" y="879512"/>
                  </a:lnTo>
                  <a:lnTo>
                    <a:pt x="1032723" y="916283"/>
                  </a:lnTo>
                  <a:lnTo>
                    <a:pt x="1005417" y="950964"/>
                  </a:lnTo>
                  <a:lnTo>
                    <a:pt x="975598" y="983408"/>
                  </a:lnTo>
                  <a:lnTo>
                    <a:pt x="943411" y="1013466"/>
                  </a:lnTo>
                  <a:lnTo>
                    <a:pt x="909005" y="1040989"/>
                  </a:lnTo>
                  <a:lnTo>
                    <a:pt x="872525" y="1065830"/>
                  </a:lnTo>
                  <a:lnTo>
                    <a:pt x="834121" y="1087839"/>
                  </a:lnTo>
                  <a:lnTo>
                    <a:pt x="793938" y="1106870"/>
                  </a:lnTo>
                  <a:lnTo>
                    <a:pt x="752124" y="1122773"/>
                  </a:lnTo>
                  <a:lnTo>
                    <a:pt x="708826" y="1135400"/>
                  </a:lnTo>
                  <a:lnTo>
                    <a:pt x="664191" y="1144603"/>
                  </a:lnTo>
                  <a:lnTo>
                    <a:pt x="618367" y="1150234"/>
                  </a:lnTo>
                  <a:lnTo>
                    <a:pt x="571500" y="1152144"/>
                  </a:lnTo>
                  <a:lnTo>
                    <a:pt x="524632" y="1150234"/>
                  </a:lnTo>
                  <a:lnTo>
                    <a:pt x="478808" y="1144603"/>
                  </a:lnTo>
                  <a:lnTo>
                    <a:pt x="434173" y="1135400"/>
                  </a:lnTo>
                  <a:lnTo>
                    <a:pt x="390875" y="1122773"/>
                  </a:lnTo>
                  <a:lnTo>
                    <a:pt x="349061" y="1106870"/>
                  </a:lnTo>
                  <a:lnTo>
                    <a:pt x="308878" y="1087839"/>
                  </a:lnTo>
                  <a:lnTo>
                    <a:pt x="270474" y="1065830"/>
                  </a:lnTo>
                  <a:lnTo>
                    <a:pt x="233994" y="1040989"/>
                  </a:lnTo>
                  <a:lnTo>
                    <a:pt x="199588" y="1013466"/>
                  </a:lnTo>
                  <a:lnTo>
                    <a:pt x="167401" y="983408"/>
                  </a:lnTo>
                  <a:lnTo>
                    <a:pt x="137582" y="950964"/>
                  </a:lnTo>
                  <a:lnTo>
                    <a:pt x="110276" y="916283"/>
                  </a:lnTo>
                  <a:lnTo>
                    <a:pt x="85632" y="879512"/>
                  </a:lnTo>
                  <a:lnTo>
                    <a:pt x="63796" y="840801"/>
                  </a:lnTo>
                  <a:lnTo>
                    <a:pt x="44916" y="800296"/>
                  </a:lnTo>
                  <a:lnTo>
                    <a:pt x="29138" y="758147"/>
                  </a:lnTo>
                  <a:lnTo>
                    <a:pt x="16611" y="714502"/>
                  </a:lnTo>
                  <a:lnTo>
                    <a:pt x="7480" y="669508"/>
                  </a:lnTo>
                  <a:lnTo>
                    <a:pt x="1894" y="623316"/>
                  </a:lnTo>
                  <a:lnTo>
                    <a:pt x="0" y="57607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2716276" y="4493005"/>
            <a:ext cx="1406525" cy="85725"/>
          </a:xfrm>
          <a:custGeom>
            <a:avLst/>
            <a:gdLst/>
            <a:ahLst/>
            <a:cxnLst/>
            <a:rect l="l" t="t" r="r" b="b"/>
            <a:pathLst>
              <a:path w="1406525" h="85725">
                <a:moveTo>
                  <a:pt x="507" y="10541"/>
                </a:moveTo>
                <a:lnTo>
                  <a:pt x="0" y="39116"/>
                </a:lnTo>
                <a:lnTo>
                  <a:pt x="228600" y="42291"/>
                </a:lnTo>
                <a:lnTo>
                  <a:pt x="228981" y="13716"/>
                </a:lnTo>
                <a:lnTo>
                  <a:pt x="507" y="10541"/>
                </a:lnTo>
                <a:close/>
              </a:path>
              <a:path w="1406525" h="85725">
                <a:moveTo>
                  <a:pt x="314706" y="14859"/>
                </a:moveTo>
                <a:lnTo>
                  <a:pt x="314325" y="43434"/>
                </a:lnTo>
                <a:lnTo>
                  <a:pt x="542925" y="46609"/>
                </a:lnTo>
                <a:lnTo>
                  <a:pt x="543306" y="18034"/>
                </a:lnTo>
                <a:lnTo>
                  <a:pt x="314706" y="14859"/>
                </a:lnTo>
                <a:close/>
              </a:path>
              <a:path w="1406525" h="85725">
                <a:moveTo>
                  <a:pt x="629031" y="19177"/>
                </a:moveTo>
                <a:lnTo>
                  <a:pt x="628650" y="47752"/>
                </a:lnTo>
                <a:lnTo>
                  <a:pt x="857250" y="50927"/>
                </a:lnTo>
                <a:lnTo>
                  <a:pt x="857631" y="22352"/>
                </a:lnTo>
                <a:lnTo>
                  <a:pt x="629031" y="19177"/>
                </a:lnTo>
                <a:close/>
              </a:path>
              <a:path w="1406525" h="85725">
                <a:moveTo>
                  <a:pt x="943356" y="23495"/>
                </a:moveTo>
                <a:lnTo>
                  <a:pt x="942975" y="52070"/>
                </a:lnTo>
                <a:lnTo>
                  <a:pt x="1171575" y="55118"/>
                </a:lnTo>
                <a:lnTo>
                  <a:pt x="1171956" y="26543"/>
                </a:lnTo>
                <a:lnTo>
                  <a:pt x="943356" y="23495"/>
                </a:lnTo>
                <a:close/>
              </a:path>
              <a:path w="1406525" h="85725">
                <a:moveTo>
                  <a:pt x="1320927" y="0"/>
                </a:moveTo>
                <a:lnTo>
                  <a:pt x="1320556" y="27813"/>
                </a:lnTo>
                <a:lnTo>
                  <a:pt x="1320545" y="28641"/>
                </a:lnTo>
                <a:lnTo>
                  <a:pt x="1334770" y="28829"/>
                </a:lnTo>
                <a:lnTo>
                  <a:pt x="1334402" y="56388"/>
                </a:lnTo>
                <a:lnTo>
                  <a:pt x="1334389" y="57404"/>
                </a:lnTo>
                <a:lnTo>
                  <a:pt x="1320161" y="57404"/>
                </a:lnTo>
                <a:lnTo>
                  <a:pt x="1319784" y="85725"/>
                </a:lnTo>
                <a:lnTo>
                  <a:pt x="1378411" y="57404"/>
                </a:lnTo>
                <a:lnTo>
                  <a:pt x="1334389" y="57404"/>
                </a:lnTo>
                <a:lnTo>
                  <a:pt x="1320164" y="57216"/>
                </a:lnTo>
                <a:lnTo>
                  <a:pt x="1378800" y="57216"/>
                </a:lnTo>
                <a:lnTo>
                  <a:pt x="1406016" y="44069"/>
                </a:lnTo>
                <a:lnTo>
                  <a:pt x="1320927" y="0"/>
                </a:lnTo>
                <a:close/>
              </a:path>
              <a:path w="1406525" h="85725">
                <a:moveTo>
                  <a:pt x="1320545" y="28641"/>
                </a:moveTo>
                <a:lnTo>
                  <a:pt x="1320175" y="56388"/>
                </a:lnTo>
                <a:lnTo>
                  <a:pt x="1320164" y="57216"/>
                </a:lnTo>
                <a:lnTo>
                  <a:pt x="1334389" y="57404"/>
                </a:lnTo>
                <a:lnTo>
                  <a:pt x="1334770" y="28829"/>
                </a:lnTo>
                <a:lnTo>
                  <a:pt x="1320545" y="28641"/>
                </a:lnTo>
                <a:close/>
              </a:path>
              <a:path w="1406525" h="85725">
                <a:moveTo>
                  <a:pt x="1257681" y="27813"/>
                </a:moveTo>
                <a:lnTo>
                  <a:pt x="1257300" y="56388"/>
                </a:lnTo>
                <a:lnTo>
                  <a:pt x="1320164" y="57216"/>
                </a:lnTo>
                <a:lnTo>
                  <a:pt x="1320542" y="28829"/>
                </a:lnTo>
                <a:lnTo>
                  <a:pt x="1320545" y="28641"/>
                </a:lnTo>
                <a:lnTo>
                  <a:pt x="1257681" y="2781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3272790" y="4098797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C00000"/>
                </a:solidFill>
                <a:latin typeface="Franklin Gothic Medium"/>
                <a:cs typeface="Franklin Gothic Medium"/>
              </a:rPr>
              <a:t>ε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5144008" y="2985642"/>
            <a:ext cx="5507990" cy="1216025"/>
          </a:xfrm>
          <a:custGeom>
            <a:avLst/>
            <a:gdLst/>
            <a:ahLst/>
            <a:cxnLst/>
            <a:rect l="l" t="t" r="r" b="b"/>
            <a:pathLst>
              <a:path w="5507990" h="1216025">
                <a:moveTo>
                  <a:pt x="5456983" y="919686"/>
                </a:moveTo>
                <a:lnTo>
                  <a:pt x="5433314" y="935609"/>
                </a:lnTo>
                <a:lnTo>
                  <a:pt x="5507482" y="977646"/>
                </a:lnTo>
                <a:lnTo>
                  <a:pt x="5501365" y="930275"/>
                </a:lnTo>
                <a:lnTo>
                  <a:pt x="5464174" y="930275"/>
                </a:lnTo>
                <a:lnTo>
                  <a:pt x="5456983" y="919686"/>
                </a:lnTo>
                <a:close/>
              </a:path>
              <a:path w="5507990" h="1216025">
                <a:moveTo>
                  <a:pt x="5472789" y="909053"/>
                </a:moveTo>
                <a:lnTo>
                  <a:pt x="5456983" y="919686"/>
                </a:lnTo>
                <a:lnTo>
                  <a:pt x="5464174" y="930275"/>
                </a:lnTo>
                <a:lnTo>
                  <a:pt x="5479804" y="919686"/>
                </a:lnTo>
                <a:lnTo>
                  <a:pt x="5479977" y="919686"/>
                </a:lnTo>
                <a:lnTo>
                  <a:pt x="5472789" y="909053"/>
                </a:lnTo>
                <a:close/>
              </a:path>
              <a:path w="5507990" h="1216025">
                <a:moveTo>
                  <a:pt x="5496560" y="893064"/>
                </a:moveTo>
                <a:lnTo>
                  <a:pt x="5472789" y="909053"/>
                </a:lnTo>
                <a:lnTo>
                  <a:pt x="5479977" y="919686"/>
                </a:lnTo>
                <a:lnTo>
                  <a:pt x="5479804" y="919686"/>
                </a:lnTo>
                <a:lnTo>
                  <a:pt x="5464174" y="930275"/>
                </a:lnTo>
                <a:lnTo>
                  <a:pt x="5501365" y="930275"/>
                </a:lnTo>
                <a:lnTo>
                  <a:pt x="5496560" y="893064"/>
                </a:lnTo>
                <a:close/>
              </a:path>
              <a:path w="5507990" h="1216025">
                <a:moveTo>
                  <a:pt x="5382768" y="800227"/>
                </a:moveTo>
                <a:lnTo>
                  <a:pt x="5368924" y="813435"/>
                </a:lnTo>
                <a:lnTo>
                  <a:pt x="5377050" y="821924"/>
                </a:lnTo>
                <a:lnTo>
                  <a:pt x="5404348" y="852836"/>
                </a:lnTo>
                <a:lnTo>
                  <a:pt x="5430907" y="885218"/>
                </a:lnTo>
                <a:lnTo>
                  <a:pt x="5455091" y="916893"/>
                </a:lnTo>
                <a:lnTo>
                  <a:pt x="5456983" y="919686"/>
                </a:lnTo>
                <a:lnTo>
                  <a:pt x="5472789" y="909053"/>
                </a:lnTo>
                <a:lnTo>
                  <a:pt x="5470651" y="905891"/>
                </a:lnTo>
                <a:lnTo>
                  <a:pt x="5445760" y="873252"/>
                </a:lnTo>
                <a:lnTo>
                  <a:pt x="5419344" y="840994"/>
                </a:lnTo>
                <a:lnTo>
                  <a:pt x="5391403" y="809371"/>
                </a:lnTo>
                <a:lnTo>
                  <a:pt x="5382768" y="800227"/>
                </a:lnTo>
                <a:close/>
              </a:path>
              <a:path w="5507990" h="1216025">
                <a:moveTo>
                  <a:pt x="5227700" y="657352"/>
                </a:moveTo>
                <a:lnTo>
                  <a:pt x="5216144" y="672592"/>
                </a:lnTo>
                <a:lnTo>
                  <a:pt x="5217294" y="673361"/>
                </a:lnTo>
                <a:lnTo>
                  <a:pt x="5217696" y="673701"/>
                </a:lnTo>
                <a:lnTo>
                  <a:pt x="5217946" y="674013"/>
                </a:lnTo>
                <a:lnTo>
                  <a:pt x="5218236" y="674161"/>
                </a:lnTo>
                <a:lnTo>
                  <a:pt x="5286123" y="731884"/>
                </a:lnTo>
                <a:lnTo>
                  <a:pt x="5329046" y="773176"/>
                </a:lnTo>
                <a:lnTo>
                  <a:pt x="5342255" y="759333"/>
                </a:lnTo>
                <a:lnTo>
                  <a:pt x="5298567" y="717423"/>
                </a:lnTo>
                <a:lnTo>
                  <a:pt x="5229478" y="658749"/>
                </a:lnTo>
                <a:lnTo>
                  <a:pt x="5227700" y="657352"/>
                </a:lnTo>
                <a:close/>
              </a:path>
              <a:path w="5507990" h="1216025">
                <a:moveTo>
                  <a:pt x="5055870" y="535940"/>
                </a:moveTo>
                <a:lnTo>
                  <a:pt x="5045837" y="552196"/>
                </a:lnTo>
                <a:lnTo>
                  <a:pt x="5064506" y="563626"/>
                </a:lnTo>
                <a:lnTo>
                  <a:pt x="5143499" y="617474"/>
                </a:lnTo>
                <a:lnTo>
                  <a:pt x="5170677" y="638048"/>
                </a:lnTo>
                <a:lnTo>
                  <a:pt x="5182108" y="622808"/>
                </a:lnTo>
                <a:lnTo>
                  <a:pt x="5154802" y="602107"/>
                </a:lnTo>
                <a:lnTo>
                  <a:pt x="5075046" y="547751"/>
                </a:lnTo>
                <a:lnTo>
                  <a:pt x="5055870" y="535940"/>
                </a:lnTo>
                <a:close/>
              </a:path>
              <a:path w="5507990" h="1216025">
                <a:moveTo>
                  <a:pt x="4931095" y="462693"/>
                </a:moveTo>
                <a:lnTo>
                  <a:pt x="4891920" y="462693"/>
                </a:lnTo>
                <a:lnTo>
                  <a:pt x="4981002" y="512239"/>
                </a:lnTo>
                <a:lnTo>
                  <a:pt x="4997195" y="522224"/>
                </a:lnTo>
                <a:lnTo>
                  <a:pt x="5007228" y="505968"/>
                </a:lnTo>
                <a:lnTo>
                  <a:pt x="4990211" y="495554"/>
                </a:lnTo>
                <a:lnTo>
                  <a:pt x="4931095" y="462693"/>
                </a:lnTo>
                <a:close/>
              </a:path>
              <a:path w="5507990" h="1216025">
                <a:moveTo>
                  <a:pt x="4873117" y="431927"/>
                </a:moveTo>
                <a:lnTo>
                  <a:pt x="4864608" y="448945"/>
                </a:lnTo>
                <a:lnTo>
                  <a:pt x="4893952" y="463824"/>
                </a:lnTo>
                <a:lnTo>
                  <a:pt x="4891920" y="462693"/>
                </a:lnTo>
                <a:lnTo>
                  <a:pt x="4931095" y="462693"/>
                </a:lnTo>
                <a:lnTo>
                  <a:pt x="4900421" y="445643"/>
                </a:lnTo>
                <a:lnTo>
                  <a:pt x="4873117" y="431927"/>
                </a:lnTo>
                <a:close/>
              </a:path>
              <a:path w="5507990" h="1216025">
                <a:moveTo>
                  <a:pt x="4745788" y="370471"/>
                </a:moveTo>
                <a:lnTo>
                  <a:pt x="4700068" y="370471"/>
                </a:lnTo>
                <a:lnTo>
                  <a:pt x="4798184" y="415288"/>
                </a:lnTo>
                <a:lnTo>
                  <a:pt x="4798053" y="415288"/>
                </a:lnTo>
                <a:lnTo>
                  <a:pt x="4813553" y="423164"/>
                </a:lnTo>
                <a:lnTo>
                  <a:pt x="4817550" y="415288"/>
                </a:lnTo>
                <a:lnTo>
                  <a:pt x="4798184" y="415288"/>
                </a:lnTo>
                <a:lnTo>
                  <a:pt x="4797822" y="415124"/>
                </a:lnTo>
                <a:lnTo>
                  <a:pt x="4817633" y="415124"/>
                </a:lnTo>
                <a:lnTo>
                  <a:pt x="4822190" y="406146"/>
                </a:lnTo>
                <a:lnTo>
                  <a:pt x="4806188" y="398145"/>
                </a:lnTo>
                <a:lnTo>
                  <a:pt x="4745788" y="370471"/>
                </a:lnTo>
                <a:close/>
              </a:path>
              <a:path w="5507990" h="1216025">
                <a:moveTo>
                  <a:pt x="4682870" y="342773"/>
                </a:moveTo>
                <a:lnTo>
                  <a:pt x="4675505" y="360299"/>
                </a:lnTo>
                <a:lnTo>
                  <a:pt x="4703736" y="372147"/>
                </a:lnTo>
                <a:lnTo>
                  <a:pt x="4700068" y="370471"/>
                </a:lnTo>
                <a:lnTo>
                  <a:pt x="4745788" y="370471"/>
                </a:lnTo>
                <a:lnTo>
                  <a:pt x="4707509" y="352933"/>
                </a:lnTo>
                <a:lnTo>
                  <a:pt x="4682870" y="342773"/>
                </a:lnTo>
                <a:close/>
              </a:path>
              <a:path w="5507990" h="1216025">
                <a:moveTo>
                  <a:pt x="4487037" y="266319"/>
                </a:moveTo>
                <a:lnTo>
                  <a:pt x="4480941" y="284353"/>
                </a:lnTo>
                <a:lnTo>
                  <a:pt x="4492606" y="288380"/>
                </a:lnTo>
                <a:lnTo>
                  <a:pt x="4597532" y="327899"/>
                </a:lnTo>
                <a:lnTo>
                  <a:pt x="4597829" y="328040"/>
                </a:lnTo>
                <a:lnTo>
                  <a:pt x="4622672" y="338455"/>
                </a:lnTo>
                <a:lnTo>
                  <a:pt x="4630039" y="320802"/>
                </a:lnTo>
                <a:lnTo>
                  <a:pt x="4604766" y="310261"/>
                </a:lnTo>
                <a:lnTo>
                  <a:pt x="4497959" y="270129"/>
                </a:lnTo>
                <a:lnTo>
                  <a:pt x="4487037" y="266319"/>
                </a:lnTo>
                <a:close/>
              </a:path>
              <a:path w="5507990" h="1216025">
                <a:moveTo>
                  <a:pt x="4287520" y="201676"/>
                </a:moveTo>
                <a:lnTo>
                  <a:pt x="4281932" y="219837"/>
                </a:lnTo>
                <a:lnTo>
                  <a:pt x="4381952" y="250598"/>
                </a:lnTo>
                <a:lnTo>
                  <a:pt x="4426839" y="265938"/>
                </a:lnTo>
                <a:lnTo>
                  <a:pt x="4432935" y="247904"/>
                </a:lnTo>
                <a:lnTo>
                  <a:pt x="4387469" y="232410"/>
                </a:lnTo>
                <a:lnTo>
                  <a:pt x="4287520" y="201676"/>
                </a:lnTo>
                <a:close/>
              </a:path>
              <a:path w="5507990" h="1216025">
                <a:moveTo>
                  <a:pt x="4381952" y="250598"/>
                </a:moveTo>
                <a:lnTo>
                  <a:pt x="4381809" y="250598"/>
                </a:lnTo>
                <a:lnTo>
                  <a:pt x="4382941" y="250936"/>
                </a:lnTo>
                <a:lnTo>
                  <a:pt x="4381952" y="250598"/>
                </a:lnTo>
                <a:close/>
              </a:path>
              <a:path w="5507990" h="1216025">
                <a:moveTo>
                  <a:pt x="4084573" y="147320"/>
                </a:moveTo>
                <a:lnTo>
                  <a:pt x="4080001" y="165862"/>
                </a:lnTo>
                <a:lnTo>
                  <a:pt x="4151710" y="183453"/>
                </a:lnTo>
                <a:lnTo>
                  <a:pt x="4227195" y="204343"/>
                </a:lnTo>
                <a:lnTo>
                  <a:pt x="4232274" y="185928"/>
                </a:lnTo>
                <a:lnTo>
                  <a:pt x="4156074" y="164973"/>
                </a:lnTo>
                <a:lnTo>
                  <a:pt x="4084573" y="147320"/>
                </a:lnTo>
                <a:close/>
              </a:path>
              <a:path w="5507990" h="1216025">
                <a:moveTo>
                  <a:pt x="4149227" y="182830"/>
                </a:moveTo>
                <a:lnTo>
                  <a:pt x="4151485" y="183453"/>
                </a:lnTo>
                <a:lnTo>
                  <a:pt x="4151738" y="183453"/>
                </a:lnTo>
                <a:lnTo>
                  <a:pt x="4149227" y="182830"/>
                </a:lnTo>
                <a:close/>
              </a:path>
              <a:path w="5507990" h="1216025">
                <a:moveTo>
                  <a:pt x="3879468" y="102108"/>
                </a:moveTo>
                <a:lnTo>
                  <a:pt x="3875913" y="120777"/>
                </a:lnTo>
                <a:lnTo>
                  <a:pt x="3909014" y="127052"/>
                </a:lnTo>
                <a:lnTo>
                  <a:pt x="4024757" y="152400"/>
                </a:lnTo>
                <a:lnTo>
                  <a:pt x="4028820" y="133731"/>
                </a:lnTo>
                <a:lnTo>
                  <a:pt x="3912489" y="108331"/>
                </a:lnTo>
                <a:lnTo>
                  <a:pt x="3879468" y="102108"/>
                </a:lnTo>
                <a:close/>
              </a:path>
              <a:path w="5507990" h="1216025">
                <a:moveTo>
                  <a:pt x="3906916" y="126642"/>
                </a:moveTo>
                <a:lnTo>
                  <a:pt x="3908794" y="127052"/>
                </a:lnTo>
                <a:lnTo>
                  <a:pt x="3909047" y="127052"/>
                </a:lnTo>
                <a:lnTo>
                  <a:pt x="3906916" y="126642"/>
                </a:lnTo>
                <a:close/>
              </a:path>
              <a:path w="5507990" h="1216025">
                <a:moveTo>
                  <a:pt x="3821098" y="103135"/>
                </a:moveTo>
                <a:lnTo>
                  <a:pt x="3783789" y="103135"/>
                </a:lnTo>
                <a:lnTo>
                  <a:pt x="3819778" y="110109"/>
                </a:lnTo>
                <a:lnTo>
                  <a:pt x="3821014" y="103580"/>
                </a:lnTo>
                <a:lnTo>
                  <a:pt x="3821098" y="103135"/>
                </a:lnTo>
                <a:close/>
              </a:path>
              <a:path w="5507990" h="1216025">
                <a:moveTo>
                  <a:pt x="3672840" y="65532"/>
                </a:moveTo>
                <a:lnTo>
                  <a:pt x="3669791" y="84328"/>
                </a:lnTo>
                <a:lnTo>
                  <a:pt x="3786085" y="103580"/>
                </a:lnTo>
                <a:lnTo>
                  <a:pt x="3783789" y="103135"/>
                </a:lnTo>
                <a:lnTo>
                  <a:pt x="3821098" y="103135"/>
                </a:lnTo>
                <a:lnTo>
                  <a:pt x="3823335" y="91312"/>
                </a:lnTo>
                <a:lnTo>
                  <a:pt x="3786632" y="84328"/>
                </a:lnTo>
                <a:lnTo>
                  <a:pt x="3672840" y="65532"/>
                </a:lnTo>
                <a:close/>
              </a:path>
              <a:path w="5507990" h="1216025">
                <a:moveTo>
                  <a:pt x="3464687" y="37719"/>
                </a:moveTo>
                <a:lnTo>
                  <a:pt x="3462527" y="56642"/>
                </a:lnTo>
                <a:lnTo>
                  <a:pt x="3525726" y="63915"/>
                </a:lnTo>
                <a:lnTo>
                  <a:pt x="3613531" y="76073"/>
                </a:lnTo>
                <a:lnTo>
                  <a:pt x="3616070" y="57277"/>
                </a:lnTo>
                <a:lnTo>
                  <a:pt x="3527806" y="44958"/>
                </a:lnTo>
                <a:lnTo>
                  <a:pt x="3464687" y="37719"/>
                </a:lnTo>
                <a:close/>
              </a:path>
              <a:path w="5507990" h="1216025">
                <a:moveTo>
                  <a:pt x="3524008" y="63707"/>
                </a:moveTo>
                <a:lnTo>
                  <a:pt x="3525515" y="63915"/>
                </a:lnTo>
                <a:lnTo>
                  <a:pt x="3525768" y="63915"/>
                </a:lnTo>
                <a:lnTo>
                  <a:pt x="3524008" y="63707"/>
                </a:lnTo>
                <a:close/>
              </a:path>
              <a:path w="5507990" h="1216025">
                <a:moveTo>
                  <a:pt x="3255771" y="17272"/>
                </a:moveTo>
                <a:lnTo>
                  <a:pt x="3254501" y="36322"/>
                </a:lnTo>
                <a:lnTo>
                  <a:pt x="3259709" y="36576"/>
                </a:lnTo>
                <a:lnTo>
                  <a:pt x="3393906" y="48671"/>
                </a:lnTo>
                <a:lnTo>
                  <a:pt x="3393563" y="48671"/>
                </a:lnTo>
                <a:lnTo>
                  <a:pt x="3405759" y="50165"/>
                </a:lnTo>
                <a:lnTo>
                  <a:pt x="3407917" y="31242"/>
                </a:lnTo>
                <a:lnTo>
                  <a:pt x="3395344" y="29718"/>
                </a:lnTo>
                <a:lnTo>
                  <a:pt x="3261106" y="17653"/>
                </a:lnTo>
                <a:lnTo>
                  <a:pt x="3255771" y="17272"/>
                </a:lnTo>
                <a:close/>
              </a:path>
              <a:path w="5507990" h="1216025">
                <a:moveTo>
                  <a:pt x="3046348" y="5207"/>
                </a:moveTo>
                <a:lnTo>
                  <a:pt x="3045587" y="24257"/>
                </a:lnTo>
                <a:lnTo>
                  <a:pt x="3124862" y="27576"/>
                </a:lnTo>
                <a:lnTo>
                  <a:pt x="3124452" y="27576"/>
                </a:lnTo>
                <a:lnTo>
                  <a:pt x="3197478" y="32512"/>
                </a:lnTo>
                <a:lnTo>
                  <a:pt x="3198748" y="13462"/>
                </a:lnTo>
                <a:lnTo>
                  <a:pt x="3125342" y="8509"/>
                </a:lnTo>
                <a:lnTo>
                  <a:pt x="3046348" y="5207"/>
                </a:lnTo>
                <a:close/>
              </a:path>
              <a:path w="5507990" h="1216025">
                <a:moveTo>
                  <a:pt x="2850134" y="0"/>
                </a:moveTo>
                <a:lnTo>
                  <a:pt x="2836417" y="127"/>
                </a:lnTo>
                <a:lnTo>
                  <a:pt x="2836544" y="19177"/>
                </a:lnTo>
                <a:lnTo>
                  <a:pt x="2856447" y="19177"/>
                </a:lnTo>
                <a:lnTo>
                  <a:pt x="2994369" y="21844"/>
                </a:lnTo>
                <a:lnTo>
                  <a:pt x="2988437" y="21844"/>
                </a:lnTo>
                <a:lnTo>
                  <a:pt x="2989198" y="2794"/>
                </a:lnTo>
                <a:lnTo>
                  <a:pt x="2988310" y="2794"/>
                </a:lnTo>
                <a:lnTo>
                  <a:pt x="2850134" y="0"/>
                </a:lnTo>
                <a:close/>
              </a:path>
              <a:path w="5507990" h="1216025">
                <a:moveTo>
                  <a:pt x="2779267" y="381"/>
                </a:moveTo>
                <a:lnTo>
                  <a:pt x="2710941" y="762"/>
                </a:lnTo>
                <a:lnTo>
                  <a:pt x="2626614" y="3175"/>
                </a:lnTo>
                <a:lnTo>
                  <a:pt x="2627155" y="19431"/>
                </a:lnTo>
                <a:lnTo>
                  <a:pt x="2627248" y="22225"/>
                </a:lnTo>
                <a:lnTo>
                  <a:pt x="2711449" y="19812"/>
                </a:lnTo>
                <a:lnTo>
                  <a:pt x="2711196" y="19812"/>
                </a:lnTo>
                <a:lnTo>
                  <a:pt x="2779394" y="19431"/>
                </a:lnTo>
                <a:lnTo>
                  <a:pt x="2779267" y="381"/>
                </a:lnTo>
                <a:close/>
              </a:path>
              <a:path w="5507990" h="1216025">
                <a:moveTo>
                  <a:pt x="2569337" y="4953"/>
                </a:moveTo>
                <a:lnTo>
                  <a:pt x="2431034" y="12192"/>
                </a:lnTo>
                <a:lnTo>
                  <a:pt x="2416937" y="13335"/>
                </a:lnTo>
                <a:lnTo>
                  <a:pt x="2418260" y="31260"/>
                </a:lnTo>
                <a:lnTo>
                  <a:pt x="2418334" y="32258"/>
                </a:lnTo>
                <a:lnTo>
                  <a:pt x="2432178" y="31260"/>
                </a:lnTo>
                <a:lnTo>
                  <a:pt x="2431829" y="31260"/>
                </a:lnTo>
                <a:lnTo>
                  <a:pt x="2570352" y="24003"/>
                </a:lnTo>
                <a:lnTo>
                  <a:pt x="2569337" y="4953"/>
                </a:lnTo>
                <a:close/>
              </a:path>
              <a:path w="5507990" h="1216025">
                <a:moveTo>
                  <a:pt x="2359914" y="17653"/>
                </a:moveTo>
                <a:lnTo>
                  <a:pt x="2290698" y="23114"/>
                </a:lnTo>
                <a:lnTo>
                  <a:pt x="2207894" y="31496"/>
                </a:lnTo>
                <a:lnTo>
                  <a:pt x="2209926" y="50546"/>
                </a:lnTo>
                <a:lnTo>
                  <a:pt x="2292225" y="42062"/>
                </a:lnTo>
                <a:lnTo>
                  <a:pt x="2291886" y="42062"/>
                </a:lnTo>
                <a:lnTo>
                  <a:pt x="2361438" y="36703"/>
                </a:lnTo>
                <a:lnTo>
                  <a:pt x="2359914" y="17653"/>
                </a:lnTo>
                <a:close/>
              </a:path>
              <a:path w="5507990" h="1216025">
                <a:moveTo>
                  <a:pt x="2151125" y="37337"/>
                </a:moveTo>
                <a:lnTo>
                  <a:pt x="2010028" y="55499"/>
                </a:lnTo>
                <a:lnTo>
                  <a:pt x="1999488" y="57150"/>
                </a:lnTo>
                <a:lnTo>
                  <a:pt x="2002409" y="75946"/>
                </a:lnTo>
                <a:lnTo>
                  <a:pt x="2012237" y="74387"/>
                </a:lnTo>
                <a:lnTo>
                  <a:pt x="2152649" y="56387"/>
                </a:lnTo>
                <a:lnTo>
                  <a:pt x="2153031" y="56387"/>
                </a:lnTo>
                <a:lnTo>
                  <a:pt x="2151125" y="37337"/>
                </a:lnTo>
                <a:close/>
              </a:path>
              <a:path w="5507990" h="1216025">
                <a:moveTo>
                  <a:pt x="2012834" y="74387"/>
                </a:moveTo>
                <a:lnTo>
                  <a:pt x="2012277" y="74387"/>
                </a:lnTo>
                <a:lnTo>
                  <a:pt x="2009658" y="74796"/>
                </a:lnTo>
                <a:lnTo>
                  <a:pt x="2012834" y="74387"/>
                </a:lnTo>
                <a:close/>
              </a:path>
              <a:path w="5507990" h="1216025">
                <a:moveTo>
                  <a:pt x="1942972" y="65659"/>
                </a:moveTo>
                <a:lnTo>
                  <a:pt x="1908556" y="70866"/>
                </a:lnTo>
                <a:lnTo>
                  <a:pt x="1808988" y="87884"/>
                </a:lnTo>
                <a:lnTo>
                  <a:pt x="1792350" y="91059"/>
                </a:lnTo>
                <a:lnTo>
                  <a:pt x="1795907" y="109728"/>
                </a:lnTo>
                <a:lnTo>
                  <a:pt x="1812416" y="106553"/>
                </a:lnTo>
                <a:lnTo>
                  <a:pt x="1911484" y="89703"/>
                </a:lnTo>
                <a:lnTo>
                  <a:pt x="1911199" y="89703"/>
                </a:lnTo>
                <a:lnTo>
                  <a:pt x="1945893" y="84455"/>
                </a:lnTo>
                <a:lnTo>
                  <a:pt x="1942972" y="65659"/>
                </a:lnTo>
                <a:close/>
              </a:path>
              <a:path w="5507990" h="1216025">
                <a:moveTo>
                  <a:pt x="1913776" y="89314"/>
                </a:moveTo>
                <a:lnTo>
                  <a:pt x="1911199" y="89703"/>
                </a:lnTo>
                <a:lnTo>
                  <a:pt x="1911484" y="89703"/>
                </a:lnTo>
                <a:lnTo>
                  <a:pt x="1913776" y="89314"/>
                </a:lnTo>
                <a:close/>
              </a:path>
              <a:path w="5507990" h="1216025">
                <a:moveTo>
                  <a:pt x="1736216" y="101854"/>
                </a:moveTo>
                <a:lnTo>
                  <a:pt x="1711197" y="106680"/>
                </a:lnTo>
                <a:lnTo>
                  <a:pt x="1615439" y="127000"/>
                </a:lnTo>
                <a:lnTo>
                  <a:pt x="1586864" y="133731"/>
                </a:lnTo>
                <a:lnTo>
                  <a:pt x="1591183" y="152273"/>
                </a:lnTo>
                <a:lnTo>
                  <a:pt x="1620684" y="145292"/>
                </a:lnTo>
                <a:lnTo>
                  <a:pt x="1714888" y="125400"/>
                </a:lnTo>
                <a:lnTo>
                  <a:pt x="1714614" y="125400"/>
                </a:lnTo>
                <a:lnTo>
                  <a:pt x="1739899" y="120523"/>
                </a:lnTo>
                <a:lnTo>
                  <a:pt x="1736216" y="101854"/>
                </a:lnTo>
                <a:close/>
              </a:path>
              <a:path w="5507990" h="1216025">
                <a:moveTo>
                  <a:pt x="1717772" y="124791"/>
                </a:moveTo>
                <a:lnTo>
                  <a:pt x="1714614" y="125400"/>
                </a:lnTo>
                <a:lnTo>
                  <a:pt x="1714888" y="125400"/>
                </a:lnTo>
                <a:lnTo>
                  <a:pt x="1717772" y="124791"/>
                </a:lnTo>
                <a:close/>
              </a:path>
              <a:path w="5507990" h="1216025">
                <a:moveTo>
                  <a:pt x="1531239" y="146685"/>
                </a:moveTo>
                <a:lnTo>
                  <a:pt x="1521714" y="148971"/>
                </a:lnTo>
                <a:lnTo>
                  <a:pt x="1430019" y="172466"/>
                </a:lnTo>
                <a:lnTo>
                  <a:pt x="1383411" y="185547"/>
                </a:lnTo>
                <a:lnTo>
                  <a:pt x="1388617" y="203962"/>
                </a:lnTo>
                <a:lnTo>
                  <a:pt x="1434864" y="190947"/>
                </a:lnTo>
                <a:lnTo>
                  <a:pt x="1434588" y="190947"/>
                </a:lnTo>
                <a:lnTo>
                  <a:pt x="1526286" y="167386"/>
                </a:lnTo>
                <a:lnTo>
                  <a:pt x="1535557" y="165227"/>
                </a:lnTo>
                <a:lnTo>
                  <a:pt x="1531239" y="146685"/>
                </a:lnTo>
                <a:close/>
              </a:path>
              <a:path w="5507990" h="1216025">
                <a:moveTo>
                  <a:pt x="1437766" y="190130"/>
                </a:moveTo>
                <a:lnTo>
                  <a:pt x="1434588" y="190947"/>
                </a:lnTo>
                <a:lnTo>
                  <a:pt x="1434864" y="190947"/>
                </a:lnTo>
                <a:lnTo>
                  <a:pt x="1437766" y="190130"/>
                </a:lnTo>
                <a:close/>
              </a:path>
              <a:path w="5507990" h="1216025">
                <a:moveTo>
                  <a:pt x="1328292" y="201295"/>
                </a:moveTo>
                <a:lnTo>
                  <a:pt x="1253236" y="224155"/>
                </a:lnTo>
                <a:lnTo>
                  <a:pt x="1182751" y="247396"/>
                </a:lnTo>
                <a:lnTo>
                  <a:pt x="1188719" y="265430"/>
                </a:lnTo>
                <a:lnTo>
                  <a:pt x="1259077" y="242316"/>
                </a:lnTo>
                <a:lnTo>
                  <a:pt x="1333753" y="219583"/>
                </a:lnTo>
                <a:lnTo>
                  <a:pt x="1328292" y="201295"/>
                </a:lnTo>
                <a:close/>
              </a:path>
              <a:path w="5507990" h="1216025">
                <a:moveTo>
                  <a:pt x="1128521" y="266192"/>
                </a:moveTo>
                <a:lnTo>
                  <a:pt x="1085595" y="281559"/>
                </a:lnTo>
                <a:lnTo>
                  <a:pt x="1005331" y="312293"/>
                </a:lnTo>
                <a:lnTo>
                  <a:pt x="985646" y="320421"/>
                </a:lnTo>
                <a:lnTo>
                  <a:pt x="993013" y="338074"/>
                </a:lnTo>
                <a:lnTo>
                  <a:pt x="1012443" y="329946"/>
                </a:lnTo>
                <a:lnTo>
                  <a:pt x="1091017" y="299840"/>
                </a:lnTo>
                <a:lnTo>
                  <a:pt x="1134999" y="284226"/>
                </a:lnTo>
                <a:lnTo>
                  <a:pt x="1128521" y="266192"/>
                </a:lnTo>
                <a:close/>
              </a:path>
              <a:path w="5507990" h="1216025">
                <a:moveTo>
                  <a:pt x="932814" y="342392"/>
                </a:moveTo>
                <a:lnTo>
                  <a:pt x="927607" y="344551"/>
                </a:lnTo>
                <a:lnTo>
                  <a:pt x="852424" y="377952"/>
                </a:lnTo>
                <a:lnTo>
                  <a:pt x="793876" y="406019"/>
                </a:lnTo>
                <a:lnTo>
                  <a:pt x="802004" y="423164"/>
                </a:lnTo>
                <a:lnTo>
                  <a:pt x="860114" y="395432"/>
                </a:lnTo>
                <a:lnTo>
                  <a:pt x="935074" y="362018"/>
                </a:lnTo>
                <a:lnTo>
                  <a:pt x="935239" y="362018"/>
                </a:lnTo>
                <a:lnTo>
                  <a:pt x="940180" y="359918"/>
                </a:lnTo>
                <a:lnTo>
                  <a:pt x="932814" y="342392"/>
                </a:lnTo>
                <a:close/>
              </a:path>
              <a:path w="5507990" h="1216025">
                <a:moveTo>
                  <a:pt x="935239" y="362018"/>
                </a:moveTo>
                <a:lnTo>
                  <a:pt x="935074" y="362018"/>
                </a:lnTo>
                <a:lnTo>
                  <a:pt x="931698" y="363523"/>
                </a:lnTo>
                <a:lnTo>
                  <a:pt x="935239" y="362018"/>
                </a:lnTo>
                <a:close/>
              </a:path>
              <a:path w="5507990" h="1216025">
                <a:moveTo>
                  <a:pt x="742568" y="431800"/>
                </a:moveTo>
                <a:lnTo>
                  <a:pt x="710056" y="448437"/>
                </a:lnTo>
                <a:lnTo>
                  <a:pt x="642874" y="485521"/>
                </a:lnTo>
                <a:lnTo>
                  <a:pt x="608711" y="505968"/>
                </a:lnTo>
                <a:lnTo>
                  <a:pt x="618489" y="522224"/>
                </a:lnTo>
                <a:lnTo>
                  <a:pt x="652848" y="501839"/>
                </a:lnTo>
                <a:lnTo>
                  <a:pt x="718971" y="465328"/>
                </a:lnTo>
                <a:lnTo>
                  <a:pt x="751204" y="448691"/>
                </a:lnTo>
                <a:lnTo>
                  <a:pt x="742568" y="431800"/>
                </a:lnTo>
                <a:close/>
              </a:path>
              <a:path w="5507990" h="1216025">
                <a:moveTo>
                  <a:pt x="559815" y="535940"/>
                </a:moveTo>
                <a:lnTo>
                  <a:pt x="517270" y="563245"/>
                </a:lnTo>
                <a:lnTo>
                  <a:pt x="458850" y="603631"/>
                </a:lnTo>
                <a:lnTo>
                  <a:pt x="433577" y="622554"/>
                </a:lnTo>
                <a:lnTo>
                  <a:pt x="445007" y="637794"/>
                </a:lnTo>
                <a:lnTo>
                  <a:pt x="470149" y="618991"/>
                </a:lnTo>
                <a:lnTo>
                  <a:pt x="527775" y="579193"/>
                </a:lnTo>
                <a:lnTo>
                  <a:pt x="528107" y="579056"/>
                </a:lnTo>
                <a:lnTo>
                  <a:pt x="570102" y="551942"/>
                </a:lnTo>
                <a:lnTo>
                  <a:pt x="559815" y="535940"/>
                </a:lnTo>
                <a:close/>
              </a:path>
              <a:path w="5507990" h="1216025">
                <a:moveTo>
                  <a:pt x="388112" y="657733"/>
                </a:moveTo>
                <a:lnTo>
                  <a:pt x="351154" y="687705"/>
                </a:lnTo>
                <a:lnTo>
                  <a:pt x="302005" y="731139"/>
                </a:lnTo>
                <a:lnTo>
                  <a:pt x="273176" y="758952"/>
                </a:lnTo>
                <a:lnTo>
                  <a:pt x="286512" y="772668"/>
                </a:lnTo>
                <a:lnTo>
                  <a:pt x="315087" y="744982"/>
                </a:lnTo>
                <a:lnTo>
                  <a:pt x="362944" y="702637"/>
                </a:lnTo>
                <a:lnTo>
                  <a:pt x="400050" y="672465"/>
                </a:lnTo>
                <a:lnTo>
                  <a:pt x="388112" y="657733"/>
                </a:lnTo>
                <a:close/>
              </a:path>
              <a:path w="5507990" h="1216025">
                <a:moveTo>
                  <a:pt x="232917" y="800100"/>
                </a:moveTo>
                <a:lnTo>
                  <a:pt x="213487" y="820801"/>
                </a:lnTo>
                <a:lnTo>
                  <a:pt x="174243" y="866902"/>
                </a:lnTo>
                <a:lnTo>
                  <a:pt x="138429" y="913892"/>
                </a:lnTo>
                <a:lnTo>
                  <a:pt x="135127" y="918845"/>
                </a:lnTo>
                <a:lnTo>
                  <a:pt x="150875" y="929513"/>
                </a:lnTo>
                <a:lnTo>
                  <a:pt x="152994" y="926377"/>
                </a:lnTo>
                <a:lnTo>
                  <a:pt x="153828" y="925280"/>
                </a:lnTo>
                <a:lnTo>
                  <a:pt x="154045" y="924967"/>
                </a:lnTo>
                <a:lnTo>
                  <a:pt x="158641" y="918845"/>
                </a:lnTo>
                <a:lnTo>
                  <a:pt x="188623" y="879508"/>
                </a:lnTo>
                <a:lnTo>
                  <a:pt x="189131" y="878891"/>
                </a:lnTo>
                <a:lnTo>
                  <a:pt x="189233" y="878747"/>
                </a:lnTo>
                <a:lnTo>
                  <a:pt x="228064" y="833107"/>
                </a:lnTo>
                <a:lnTo>
                  <a:pt x="246761" y="813181"/>
                </a:lnTo>
                <a:lnTo>
                  <a:pt x="232917" y="800100"/>
                </a:lnTo>
                <a:close/>
              </a:path>
              <a:path w="5507990" h="1216025">
                <a:moveTo>
                  <a:pt x="103124" y="966851"/>
                </a:moveTo>
                <a:lnTo>
                  <a:pt x="77469" y="1010285"/>
                </a:lnTo>
                <a:lnTo>
                  <a:pt x="52450" y="1059561"/>
                </a:lnTo>
                <a:lnTo>
                  <a:pt x="33654" y="1103630"/>
                </a:lnTo>
                <a:lnTo>
                  <a:pt x="51180" y="1111123"/>
                </a:lnTo>
                <a:lnTo>
                  <a:pt x="69584" y="1067931"/>
                </a:lnTo>
                <a:lnTo>
                  <a:pt x="69793" y="1067304"/>
                </a:lnTo>
                <a:lnTo>
                  <a:pt x="94233" y="1019175"/>
                </a:lnTo>
                <a:lnTo>
                  <a:pt x="99535" y="1010285"/>
                </a:lnTo>
                <a:lnTo>
                  <a:pt x="119506" y="976503"/>
                </a:lnTo>
                <a:lnTo>
                  <a:pt x="103124" y="966851"/>
                </a:lnTo>
                <a:close/>
              </a:path>
              <a:path w="5507990" h="1216025">
                <a:moveTo>
                  <a:pt x="14224" y="1158113"/>
                </a:moveTo>
                <a:lnTo>
                  <a:pt x="13588" y="1160145"/>
                </a:lnTo>
                <a:lnTo>
                  <a:pt x="0" y="1210945"/>
                </a:lnTo>
                <a:lnTo>
                  <a:pt x="18414" y="1215771"/>
                </a:lnTo>
                <a:lnTo>
                  <a:pt x="31876" y="1165352"/>
                </a:lnTo>
                <a:lnTo>
                  <a:pt x="32257" y="1164336"/>
                </a:lnTo>
                <a:lnTo>
                  <a:pt x="14224" y="115811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6838442" y="2634549"/>
            <a:ext cx="2766695" cy="877569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75"/>
              </a:spcBef>
            </a:pP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475"/>
              </a:spcBef>
            </a:pPr>
            <a:r>
              <a:rPr dirty="0" sz="2400">
                <a:latin typeface="Cambria Math"/>
                <a:cs typeface="Cambria Math"/>
              </a:rPr>
              <a:t>(0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1)</a:t>
            </a:r>
            <a:r>
              <a:rPr dirty="0" sz="2400" spc="-2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∅</a:t>
            </a:r>
            <a:r>
              <a:rPr dirty="0" sz="2400">
                <a:latin typeface="Franklin Gothic Medium"/>
                <a:cs typeface="Franklin Gothic Medium"/>
              </a:rPr>
              <a:t>(0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-20">
                <a:latin typeface="Cambria Math"/>
                <a:cs typeface="Cambria Math"/>
              </a:rPr>
              <a:t>1)</a:t>
            </a:r>
            <a:r>
              <a:rPr dirty="0" baseline="28571" sz="2625" spc="-30">
                <a:latin typeface="Cambria Math"/>
                <a:cs typeface="Cambria Math"/>
              </a:rPr>
              <a:t>∗</a:t>
            </a:r>
            <a:r>
              <a:rPr dirty="0" sz="2400" spc="-20">
                <a:latin typeface="Franklin Gothic Medium"/>
                <a:cs typeface="Franklin Gothic Medium"/>
              </a:rPr>
              <a:t>2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2.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5">
                <a:latin typeface="Franklin Gothic Medium"/>
                <a:cs typeface="Franklin Gothic Medium"/>
              </a:rPr>
              <a:t>Remove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repair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damage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recovering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paths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750569" y="4474971"/>
            <a:ext cx="824230" cy="85725"/>
          </a:xfrm>
          <a:custGeom>
            <a:avLst/>
            <a:gdLst/>
            <a:ahLst/>
            <a:cxnLst/>
            <a:rect l="l" t="t" r="r" b="b"/>
            <a:pathLst>
              <a:path w="824230" h="85725">
                <a:moveTo>
                  <a:pt x="738124" y="0"/>
                </a:moveTo>
                <a:lnTo>
                  <a:pt x="738124" y="85725"/>
                </a:lnTo>
                <a:lnTo>
                  <a:pt x="795358" y="57150"/>
                </a:lnTo>
                <a:lnTo>
                  <a:pt x="752348" y="57150"/>
                </a:lnTo>
                <a:lnTo>
                  <a:pt x="752348" y="28575"/>
                </a:lnTo>
                <a:lnTo>
                  <a:pt x="795189" y="28575"/>
                </a:lnTo>
                <a:lnTo>
                  <a:pt x="738124" y="0"/>
                </a:lnTo>
                <a:close/>
              </a:path>
              <a:path w="824230" h="85725">
                <a:moveTo>
                  <a:pt x="738124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738124" y="57150"/>
                </a:lnTo>
                <a:lnTo>
                  <a:pt x="738124" y="28575"/>
                </a:lnTo>
                <a:close/>
              </a:path>
              <a:path w="824230" h="85725">
                <a:moveTo>
                  <a:pt x="795189" y="28575"/>
                </a:moveTo>
                <a:lnTo>
                  <a:pt x="752348" y="28575"/>
                </a:lnTo>
                <a:lnTo>
                  <a:pt x="752348" y="57150"/>
                </a:lnTo>
                <a:lnTo>
                  <a:pt x="795358" y="57150"/>
                </a:lnTo>
                <a:lnTo>
                  <a:pt x="823849" y="42925"/>
                </a:lnTo>
                <a:lnTo>
                  <a:pt x="7951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3972559" y="5650234"/>
            <a:ext cx="1896745" cy="377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20"/>
              </a:lnSpc>
            </a:pPr>
            <a:r>
              <a:rPr dirty="0" sz="2400">
                <a:latin typeface="Cambria Math"/>
                <a:cs typeface="Cambria Math"/>
              </a:rPr>
              <a:t>∅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ε(0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20">
                <a:latin typeface="Cambria Math"/>
                <a:cs typeface="Cambria Math"/>
              </a:rPr>
              <a:t> 1)</a:t>
            </a:r>
            <a:r>
              <a:rPr dirty="0" baseline="28571" sz="2625" spc="-30">
                <a:latin typeface="Cambria Math"/>
                <a:cs typeface="Cambria Math"/>
              </a:rPr>
              <a:t>∗</a:t>
            </a:r>
            <a:r>
              <a:rPr dirty="0" sz="2400" spc="-2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183884" y="5989849"/>
            <a:ext cx="1911985" cy="383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65"/>
              </a:lnSpc>
            </a:pPr>
            <a:r>
              <a:rPr dirty="0" sz="2400">
                <a:latin typeface="Cambria Math"/>
                <a:cs typeface="Cambria Math"/>
              </a:rPr>
              <a:t>∅</a:t>
            </a:r>
            <a:r>
              <a:rPr dirty="0" sz="2400" spc="-50">
                <a:latin typeface="Cambria Math"/>
                <a:cs typeface="Cambria Math"/>
              </a:rPr>
              <a:t> </a:t>
            </a:r>
            <a:r>
              <a:rPr dirty="0" baseline="1157" sz="36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baseline="1157" sz="3600" spc="-3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1157" sz="3600" spc="-15">
                <a:solidFill>
                  <a:srgbClr val="C00000"/>
                </a:solidFill>
                <a:latin typeface="Franklin Gothic Medium"/>
                <a:cs typeface="Franklin Gothic Medium"/>
              </a:rPr>
              <a:t>ε(0</a:t>
            </a:r>
            <a:r>
              <a:rPr dirty="0" baseline="1157" sz="3600" spc="-157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baseline="1157" sz="36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baseline="1157" sz="3600" spc="-37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1157" sz="3600" spc="-30">
                <a:solidFill>
                  <a:srgbClr val="C00000"/>
                </a:solidFill>
                <a:latin typeface="Cambria Math"/>
                <a:cs typeface="Cambria Math"/>
              </a:rPr>
              <a:t>1)</a:t>
            </a:r>
            <a:r>
              <a:rPr dirty="0" baseline="28571" sz="262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1157" sz="3600" spc="-3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baseline="1157" sz="36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6417" y="3443732"/>
            <a:ext cx="9766300" cy="296125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476622" y="4334332"/>
            <a:ext cx="356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1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851650" y="3044393"/>
            <a:ext cx="27533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(0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1)</a:t>
            </a:r>
            <a:r>
              <a:rPr dirty="0" sz="2400" spc="-2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1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r>
              <a:rPr dirty="0" sz="2400">
                <a:solidFill>
                  <a:srgbClr val="C00000"/>
                </a:solidFill>
                <a:latin typeface="Franklin Gothic Medium"/>
                <a:cs typeface="Franklin Gothic Medium"/>
              </a:rPr>
              <a:t>(0</a:t>
            </a:r>
            <a:r>
              <a:rPr dirty="0" sz="24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1)</a:t>
            </a:r>
            <a:r>
              <a:rPr dirty="0" baseline="28571" sz="262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4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2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622660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655684" y="4101846"/>
            <a:ext cx="16141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" sz="3000">
                <a:latin typeface="Franklin Gothic Medium"/>
                <a:cs typeface="Franklin Gothic Medium"/>
              </a:rPr>
              <a:t>ε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000" spc="3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r>
              <a:rPr dirty="0" sz="2000">
                <a:solidFill>
                  <a:srgbClr val="C00000"/>
                </a:solidFill>
                <a:latin typeface="Franklin Gothic Medium"/>
                <a:cs typeface="Franklin Gothic Medium"/>
              </a:rPr>
              <a:t>(0</a:t>
            </a:r>
            <a:r>
              <a:rPr dirty="0" sz="20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000" spc="2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 spc="-20">
                <a:solidFill>
                  <a:srgbClr val="C00000"/>
                </a:solidFill>
                <a:latin typeface="Cambria Math"/>
                <a:cs typeface="Cambria Math"/>
              </a:rPr>
              <a:t>1)</a:t>
            </a:r>
            <a:r>
              <a:rPr dirty="0" baseline="28735" sz="217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000" spc="-2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2.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5">
                <a:latin typeface="Franklin Gothic Medium"/>
                <a:cs typeface="Franklin Gothic Medium"/>
              </a:rPr>
              <a:t>Remove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repair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damage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recovering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paths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750569" y="4474971"/>
            <a:ext cx="824230" cy="85725"/>
          </a:xfrm>
          <a:custGeom>
            <a:avLst/>
            <a:gdLst/>
            <a:ahLst/>
            <a:cxnLst/>
            <a:rect l="l" t="t" r="r" b="b"/>
            <a:pathLst>
              <a:path w="824230" h="85725">
                <a:moveTo>
                  <a:pt x="738124" y="0"/>
                </a:moveTo>
                <a:lnTo>
                  <a:pt x="738124" y="85725"/>
                </a:lnTo>
                <a:lnTo>
                  <a:pt x="795358" y="57150"/>
                </a:lnTo>
                <a:lnTo>
                  <a:pt x="752348" y="57150"/>
                </a:lnTo>
                <a:lnTo>
                  <a:pt x="752348" y="28575"/>
                </a:lnTo>
                <a:lnTo>
                  <a:pt x="795189" y="28575"/>
                </a:lnTo>
                <a:lnTo>
                  <a:pt x="738124" y="0"/>
                </a:lnTo>
                <a:close/>
              </a:path>
              <a:path w="824230" h="85725">
                <a:moveTo>
                  <a:pt x="738124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738124" y="57150"/>
                </a:lnTo>
                <a:lnTo>
                  <a:pt x="738124" y="28575"/>
                </a:lnTo>
                <a:close/>
              </a:path>
              <a:path w="824230" h="85725">
                <a:moveTo>
                  <a:pt x="795189" y="28575"/>
                </a:moveTo>
                <a:lnTo>
                  <a:pt x="752348" y="28575"/>
                </a:lnTo>
                <a:lnTo>
                  <a:pt x="752348" y="57150"/>
                </a:lnTo>
                <a:lnTo>
                  <a:pt x="795358" y="57150"/>
                </a:lnTo>
                <a:lnTo>
                  <a:pt x="823849" y="42925"/>
                </a:lnTo>
                <a:lnTo>
                  <a:pt x="7951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3972559" y="5650234"/>
            <a:ext cx="1896745" cy="377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20"/>
              </a:lnSpc>
            </a:pPr>
            <a:r>
              <a:rPr dirty="0" sz="2400">
                <a:latin typeface="Cambria Math"/>
                <a:cs typeface="Cambria Math"/>
              </a:rPr>
              <a:t>∅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ε(0</a:t>
            </a:r>
            <a:r>
              <a:rPr dirty="0" sz="2400" spc="-11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 1)</a:t>
            </a:r>
            <a:r>
              <a:rPr dirty="0" baseline="28571" sz="262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689852" y="5900170"/>
            <a:ext cx="1912620" cy="377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20"/>
              </a:lnSpc>
            </a:pPr>
            <a:r>
              <a:rPr dirty="0" sz="2400">
                <a:latin typeface="Cambria Math"/>
                <a:cs typeface="Cambria Math"/>
              </a:rPr>
              <a:t>∅</a:t>
            </a:r>
            <a:r>
              <a:rPr dirty="0" sz="2400" spc="-4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2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ε(0</a:t>
            </a:r>
            <a:r>
              <a:rPr dirty="0" sz="2400" spc="-10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 1)</a:t>
            </a:r>
            <a:r>
              <a:rPr dirty="0" baseline="28571" sz="262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851650" y="3044393"/>
            <a:ext cx="27533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(0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1)</a:t>
            </a:r>
            <a:r>
              <a:rPr dirty="0" sz="2400" spc="-2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1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r>
              <a:rPr dirty="0" sz="2400">
                <a:solidFill>
                  <a:srgbClr val="C00000"/>
                </a:solidFill>
                <a:latin typeface="Franklin Gothic Medium"/>
                <a:cs typeface="Franklin Gothic Medium"/>
              </a:rPr>
              <a:t>(0</a:t>
            </a:r>
            <a:r>
              <a:rPr dirty="0" sz="24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1)</a:t>
            </a:r>
            <a:r>
              <a:rPr dirty="0" baseline="28571" sz="262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4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2</a:t>
            </a:r>
            <a:endParaRPr sz="2400">
              <a:latin typeface="Franklin Gothic Medium"/>
              <a:cs typeface="Franklin Gothic Medium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6417" y="3443732"/>
            <a:ext cx="9766300" cy="296125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622660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655684" y="4101846"/>
            <a:ext cx="16141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" sz="3000">
                <a:latin typeface="Franklin Gothic Medium"/>
                <a:cs typeface="Franklin Gothic Medium"/>
              </a:rPr>
              <a:t>ε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000" spc="3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r>
              <a:rPr dirty="0" sz="2000">
                <a:solidFill>
                  <a:srgbClr val="C00000"/>
                </a:solidFill>
                <a:latin typeface="Franklin Gothic Medium"/>
                <a:cs typeface="Franklin Gothic Medium"/>
              </a:rPr>
              <a:t>(0</a:t>
            </a:r>
            <a:r>
              <a:rPr dirty="0" sz="2000" spc="-3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000" spc="2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 spc="-20">
                <a:solidFill>
                  <a:srgbClr val="C00000"/>
                </a:solidFill>
                <a:latin typeface="Cambria Math"/>
                <a:cs typeface="Cambria Math"/>
              </a:rPr>
              <a:t>1)</a:t>
            </a:r>
            <a:r>
              <a:rPr dirty="0" baseline="28735" sz="217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000" spc="-2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2.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5">
                <a:latin typeface="Franklin Gothic Medium"/>
                <a:cs typeface="Franklin Gothic Medium"/>
              </a:rPr>
              <a:t>Remove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repair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damage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recovering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paths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50569" y="4474971"/>
            <a:ext cx="824230" cy="85725"/>
          </a:xfrm>
          <a:custGeom>
            <a:avLst/>
            <a:gdLst/>
            <a:ahLst/>
            <a:cxnLst/>
            <a:rect l="l" t="t" r="r" b="b"/>
            <a:pathLst>
              <a:path w="824230" h="85725">
                <a:moveTo>
                  <a:pt x="738124" y="0"/>
                </a:moveTo>
                <a:lnTo>
                  <a:pt x="738124" y="85725"/>
                </a:lnTo>
                <a:lnTo>
                  <a:pt x="795358" y="57150"/>
                </a:lnTo>
                <a:lnTo>
                  <a:pt x="752348" y="57150"/>
                </a:lnTo>
                <a:lnTo>
                  <a:pt x="752348" y="28575"/>
                </a:lnTo>
                <a:lnTo>
                  <a:pt x="795189" y="28575"/>
                </a:lnTo>
                <a:lnTo>
                  <a:pt x="738124" y="0"/>
                </a:lnTo>
                <a:close/>
              </a:path>
              <a:path w="824230" h="85725">
                <a:moveTo>
                  <a:pt x="738124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738124" y="57150"/>
                </a:lnTo>
                <a:lnTo>
                  <a:pt x="738124" y="28575"/>
                </a:lnTo>
                <a:close/>
              </a:path>
              <a:path w="824230" h="85725">
                <a:moveTo>
                  <a:pt x="795189" y="28575"/>
                </a:moveTo>
                <a:lnTo>
                  <a:pt x="752348" y="28575"/>
                </a:lnTo>
                <a:lnTo>
                  <a:pt x="752348" y="57150"/>
                </a:lnTo>
                <a:lnTo>
                  <a:pt x="795358" y="57150"/>
                </a:lnTo>
                <a:lnTo>
                  <a:pt x="823849" y="42925"/>
                </a:lnTo>
                <a:lnTo>
                  <a:pt x="7951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3972559" y="5650234"/>
            <a:ext cx="1896745" cy="377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20"/>
              </a:lnSpc>
            </a:pPr>
            <a:r>
              <a:rPr dirty="0" sz="2400">
                <a:latin typeface="Cambria Math"/>
                <a:cs typeface="Cambria Math"/>
              </a:rPr>
              <a:t>∅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ε(0</a:t>
            </a:r>
            <a:r>
              <a:rPr dirty="0" sz="2400" spc="-11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 1)</a:t>
            </a:r>
            <a:r>
              <a:rPr dirty="0" baseline="28571" sz="262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689852" y="5900170"/>
            <a:ext cx="1912620" cy="377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20"/>
              </a:lnSpc>
            </a:pPr>
            <a:r>
              <a:rPr dirty="0" sz="2400">
                <a:latin typeface="Cambria Math"/>
                <a:cs typeface="Cambria Math"/>
              </a:rPr>
              <a:t>∅</a:t>
            </a:r>
            <a:r>
              <a:rPr dirty="0" sz="2400" spc="-4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2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ε(0</a:t>
            </a:r>
            <a:r>
              <a:rPr dirty="0" sz="2400" spc="-10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 1)</a:t>
            </a:r>
            <a:r>
              <a:rPr dirty="0" baseline="28571" sz="262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851650" y="3044393"/>
            <a:ext cx="27533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(0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1)</a:t>
            </a:r>
            <a:r>
              <a:rPr dirty="0" sz="2400" spc="-2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∅</a:t>
            </a:r>
            <a:r>
              <a:rPr dirty="0" sz="2400">
                <a:latin typeface="Franklin Gothic Medium"/>
                <a:cs typeface="Franklin Gothic Medium"/>
              </a:rPr>
              <a:t>(0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-20">
                <a:latin typeface="Cambria Math"/>
                <a:cs typeface="Cambria Math"/>
              </a:rPr>
              <a:t>1)</a:t>
            </a:r>
            <a:r>
              <a:rPr dirty="0" baseline="28571" sz="2625" spc="-30">
                <a:latin typeface="Cambria Math"/>
                <a:cs typeface="Cambria Math"/>
              </a:rPr>
              <a:t>∗</a:t>
            </a:r>
            <a:r>
              <a:rPr dirty="0" sz="2400" spc="-20">
                <a:latin typeface="Franklin Gothic Medium"/>
                <a:cs typeface="Franklin Gothic Medium"/>
              </a:rPr>
              <a:t>2</a:t>
            </a:r>
            <a:endParaRPr sz="2400">
              <a:latin typeface="Franklin Gothic Medium"/>
              <a:cs typeface="Franklin Gothic Medium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6417" y="3443732"/>
            <a:ext cx="9766300" cy="296125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622660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655684" y="4101846"/>
            <a:ext cx="16141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" sz="3000">
                <a:latin typeface="Franklin Gothic Medium"/>
                <a:cs typeface="Franklin Gothic Medium"/>
              </a:rPr>
              <a:t>ε</a:t>
            </a:r>
            <a:r>
              <a:rPr dirty="0" sz="2000">
                <a:latin typeface="Cambria Math"/>
                <a:cs typeface="Cambria Math"/>
              </a:rPr>
              <a:t>∪</a:t>
            </a:r>
            <a:r>
              <a:rPr dirty="0" sz="2000" spc="3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∅</a:t>
            </a:r>
            <a:r>
              <a:rPr dirty="0" sz="2000">
                <a:latin typeface="Franklin Gothic Medium"/>
                <a:cs typeface="Franklin Gothic Medium"/>
              </a:rPr>
              <a:t>(0</a:t>
            </a:r>
            <a:r>
              <a:rPr dirty="0" sz="2000" spc="-3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∪</a:t>
            </a:r>
            <a:r>
              <a:rPr dirty="0" sz="2000" spc="20">
                <a:latin typeface="Cambria Math"/>
                <a:cs typeface="Cambria Math"/>
              </a:rPr>
              <a:t> </a:t>
            </a:r>
            <a:r>
              <a:rPr dirty="0" sz="2000" spc="-20">
                <a:latin typeface="Cambria Math"/>
                <a:cs typeface="Cambria Math"/>
              </a:rPr>
              <a:t>1)</a:t>
            </a:r>
            <a:r>
              <a:rPr dirty="0" baseline="28735" sz="2175" spc="-30">
                <a:latin typeface="Cambria Math"/>
                <a:cs typeface="Cambria Math"/>
              </a:rPr>
              <a:t>∗</a:t>
            </a:r>
            <a:r>
              <a:rPr dirty="0" sz="2000" spc="-20">
                <a:latin typeface="Cambria Math"/>
                <a:cs typeface="Cambria Math"/>
              </a:rPr>
              <a:t>∅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3.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0">
                <a:latin typeface="Franklin Gothic Medium"/>
                <a:cs typeface="Franklin Gothic Medium"/>
              </a:rPr>
              <a:t>Simplify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50569" y="4474971"/>
            <a:ext cx="824230" cy="85725"/>
          </a:xfrm>
          <a:custGeom>
            <a:avLst/>
            <a:gdLst/>
            <a:ahLst/>
            <a:cxnLst/>
            <a:rect l="l" t="t" r="r" b="b"/>
            <a:pathLst>
              <a:path w="824230" h="85725">
                <a:moveTo>
                  <a:pt x="738124" y="0"/>
                </a:moveTo>
                <a:lnTo>
                  <a:pt x="738124" y="85725"/>
                </a:lnTo>
                <a:lnTo>
                  <a:pt x="795358" y="57150"/>
                </a:lnTo>
                <a:lnTo>
                  <a:pt x="752348" y="57150"/>
                </a:lnTo>
                <a:lnTo>
                  <a:pt x="752348" y="28575"/>
                </a:lnTo>
                <a:lnTo>
                  <a:pt x="795189" y="28575"/>
                </a:lnTo>
                <a:lnTo>
                  <a:pt x="738124" y="0"/>
                </a:lnTo>
                <a:close/>
              </a:path>
              <a:path w="824230" h="85725">
                <a:moveTo>
                  <a:pt x="738124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738124" y="57150"/>
                </a:lnTo>
                <a:lnTo>
                  <a:pt x="738124" y="28575"/>
                </a:lnTo>
                <a:close/>
              </a:path>
              <a:path w="824230" h="85725">
                <a:moveTo>
                  <a:pt x="795189" y="28575"/>
                </a:moveTo>
                <a:lnTo>
                  <a:pt x="752348" y="28575"/>
                </a:lnTo>
                <a:lnTo>
                  <a:pt x="752348" y="57150"/>
                </a:lnTo>
                <a:lnTo>
                  <a:pt x="795358" y="57150"/>
                </a:lnTo>
                <a:lnTo>
                  <a:pt x="823849" y="42925"/>
                </a:lnTo>
                <a:lnTo>
                  <a:pt x="7951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3972559" y="5650234"/>
            <a:ext cx="1896745" cy="377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20"/>
              </a:lnSpc>
            </a:pPr>
            <a:r>
              <a:rPr dirty="0" sz="2400">
                <a:latin typeface="Cambria Math"/>
                <a:cs typeface="Cambria Math"/>
              </a:rPr>
              <a:t>∅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ε(0</a:t>
            </a:r>
            <a:r>
              <a:rPr dirty="0" sz="2400" spc="-11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 1)</a:t>
            </a:r>
            <a:r>
              <a:rPr dirty="0" baseline="28571" sz="262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689852" y="5900170"/>
            <a:ext cx="1912620" cy="377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20"/>
              </a:lnSpc>
            </a:pPr>
            <a:r>
              <a:rPr dirty="0" sz="2400">
                <a:latin typeface="Cambria Math"/>
                <a:cs typeface="Cambria Math"/>
              </a:rPr>
              <a:t>∅</a:t>
            </a:r>
            <a:r>
              <a:rPr dirty="0" sz="2400" spc="-4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2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ε(0</a:t>
            </a:r>
            <a:r>
              <a:rPr dirty="0" sz="2400" spc="-10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 1)</a:t>
            </a:r>
            <a:r>
              <a:rPr dirty="0" baseline="28571" sz="262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851650" y="3044393"/>
            <a:ext cx="27533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(0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1)</a:t>
            </a:r>
            <a:r>
              <a:rPr dirty="0" sz="2400" spc="-2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∅</a:t>
            </a:r>
            <a:r>
              <a:rPr dirty="0" sz="2400">
                <a:latin typeface="Franklin Gothic Medium"/>
                <a:cs typeface="Franklin Gothic Medium"/>
              </a:rPr>
              <a:t>(0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-20">
                <a:latin typeface="Cambria Math"/>
                <a:cs typeface="Cambria Math"/>
              </a:rPr>
              <a:t>1)</a:t>
            </a:r>
            <a:r>
              <a:rPr dirty="0" baseline="28571" sz="2625" spc="-30">
                <a:latin typeface="Cambria Math"/>
                <a:cs typeface="Cambria Math"/>
              </a:rPr>
              <a:t>∗</a:t>
            </a:r>
            <a:r>
              <a:rPr dirty="0" sz="2400" spc="-20">
                <a:latin typeface="Franklin Gothic Medium"/>
                <a:cs typeface="Franklin Gothic Medium"/>
              </a:rPr>
              <a:t>2</a:t>
            </a:r>
            <a:endParaRPr sz="2400">
              <a:latin typeface="Franklin Gothic Medium"/>
              <a:cs typeface="Franklin Gothic Medium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6417" y="3443732"/>
            <a:ext cx="9766300" cy="296125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622660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655684" y="4101846"/>
            <a:ext cx="16141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" sz="3000">
                <a:latin typeface="Franklin Gothic Medium"/>
                <a:cs typeface="Franklin Gothic Medium"/>
              </a:rPr>
              <a:t>ε</a:t>
            </a:r>
            <a:r>
              <a:rPr dirty="0" sz="2000">
                <a:latin typeface="Cambria Math"/>
                <a:cs typeface="Cambria Math"/>
              </a:rPr>
              <a:t>∪</a:t>
            </a:r>
            <a:r>
              <a:rPr dirty="0" sz="2000" spc="3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∅</a:t>
            </a:r>
            <a:r>
              <a:rPr dirty="0" sz="2000">
                <a:latin typeface="Franklin Gothic Medium"/>
                <a:cs typeface="Franklin Gothic Medium"/>
              </a:rPr>
              <a:t>(0</a:t>
            </a:r>
            <a:r>
              <a:rPr dirty="0" sz="2000" spc="-3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∪</a:t>
            </a:r>
            <a:r>
              <a:rPr dirty="0" sz="2000" spc="20">
                <a:latin typeface="Cambria Math"/>
                <a:cs typeface="Cambria Math"/>
              </a:rPr>
              <a:t> </a:t>
            </a:r>
            <a:r>
              <a:rPr dirty="0" sz="2000" spc="-20">
                <a:latin typeface="Cambria Math"/>
                <a:cs typeface="Cambria Math"/>
              </a:rPr>
              <a:t>1)</a:t>
            </a:r>
            <a:r>
              <a:rPr dirty="0" baseline="28735" sz="2175" spc="-30">
                <a:latin typeface="Cambria Math"/>
                <a:cs typeface="Cambria Math"/>
              </a:rPr>
              <a:t>∗</a:t>
            </a:r>
            <a:r>
              <a:rPr dirty="0" sz="2000" spc="-20">
                <a:latin typeface="Cambria Math"/>
                <a:cs typeface="Cambria Math"/>
              </a:rPr>
              <a:t>∅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3.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0">
                <a:latin typeface="Franklin Gothic Medium"/>
                <a:cs typeface="Franklin Gothic Medium"/>
              </a:rPr>
              <a:t>Simplify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50569" y="4474971"/>
            <a:ext cx="824230" cy="85725"/>
          </a:xfrm>
          <a:custGeom>
            <a:avLst/>
            <a:gdLst/>
            <a:ahLst/>
            <a:cxnLst/>
            <a:rect l="l" t="t" r="r" b="b"/>
            <a:pathLst>
              <a:path w="824230" h="85725">
                <a:moveTo>
                  <a:pt x="738124" y="0"/>
                </a:moveTo>
                <a:lnTo>
                  <a:pt x="738124" y="85725"/>
                </a:lnTo>
                <a:lnTo>
                  <a:pt x="795358" y="57150"/>
                </a:lnTo>
                <a:lnTo>
                  <a:pt x="752348" y="57150"/>
                </a:lnTo>
                <a:lnTo>
                  <a:pt x="752348" y="28575"/>
                </a:lnTo>
                <a:lnTo>
                  <a:pt x="795189" y="28575"/>
                </a:lnTo>
                <a:lnTo>
                  <a:pt x="738124" y="0"/>
                </a:lnTo>
                <a:close/>
              </a:path>
              <a:path w="824230" h="85725">
                <a:moveTo>
                  <a:pt x="738124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738124" y="57150"/>
                </a:lnTo>
                <a:lnTo>
                  <a:pt x="738124" y="28575"/>
                </a:lnTo>
                <a:close/>
              </a:path>
              <a:path w="824230" h="85725">
                <a:moveTo>
                  <a:pt x="795189" y="28575"/>
                </a:moveTo>
                <a:lnTo>
                  <a:pt x="752348" y="28575"/>
                </a:lnTo>
                <a:lnTo>
                  <a:pt x="752348" y="57150"/>
                </a:lnTo>
                <a:lnTo>
                  <a:pt x="795358" y="57150"/>
                </a:lnTo>
                <a:lnTo>
                  <a:pt x="823849" y="42925"/>
                </a:lnTo>
                <a:lnTo>
                  <a:pt x="7951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345940" y="5662731"/>
            <a:ext cx="1223645" cy="377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20"/>
              </a:lnSpc>
            </a:pPr>
            <a:r>
              <a:rPr dirty="0" sz="2400">
                <a:solidFill>
                  <a:srgbClr val="C00000"/>
                </a:solidFill>
                <a:latin typeface="Franklin Gothic Medium"/>
                <a:cs typeface="Franklin Gothic Medium"/>
              </a:rPr>
              <a:t>(0</a:t>
            </a:r>
            <a:r>
              <a:rPr dirty="0" sz="2400" spc="-7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1)</a:t>
            </a:r>
            <a:r>
              <a:rPr dirty="0" baseline="28571" sz="262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689852" y="5900170"/>
            <a:ext cx="1912620" cy="377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20"/>
              </a:lnSpc>
            </a:pPr>
            <a:r>
              <a:rPr dirty="0" sz="2400">
                <a:latin typeface="Cambria Math"/>
                <a:cs typeface="Cambria Math"/>
              </a:rPr>
              <a:t>∅</a:t>
            </a:r>
            <a:r>
              <a:rPr dirty="0" sz="2400" spc="-4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25">
                <a:latin typeface="Cambria Math"/>
                <a:cs typeface="Cambria Math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ε(0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20">
                <a:latin typeface="Cambria Math"/>
                <a:cs typeface="Cambria Math"/>
              </a:rPr>
              <a:t> 1)</a:t>
            </a:r>
            <a:r>
              <a:rPr dirty="0" baseline="28571" sz="2625" spc="-30">
                <a:latin typeface="Cambria Math"/>
                <a:cs typeface="Cambria Math"/>
              </a:rPr>
              <a:t>∗</a:t>
            </a:r>
            <a:r>
              <a:rPr dirty="0" sz="2400" spc="-2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851650" y="3044393"/>
            <a:ext cx="27533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(0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1)</a:t>
            </a:r>
            <a:r>
              <a:rPr dirty="0" sz="2400" spc="-2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∅</a:t>
            </a:r>
            <a:r>
              <a:rPr dirty="0" sz="2400">
                <a:latin typeface="Franklin Gothic Medium"/>
                <a:cs typeface="Franklin Gothic Medium"/>
              </a:rPr>
              <a:t>(0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-20">
                <a:latin typeface="Cambria Math"/>
                <a:cs typeface="Cambria Math"/>
              </a:rPr>
              <a:t>1)</a:t>
            </a:r>
            <a:r>
              <a:rPr dirty="0" baseline="28571" sz="2625" spc="-30">
                <a:latin typeface="Cambria Math"/>
                <a:cs typeface="Cambria Math"/>
              </a:rPr>
              <a:t>∗</a:t>
            </a:r>
            <a:r>
              <a:rPr dirty="0" sz="2400" spc="-20">
                <a:latin typeface="Franklin Gothic Medium"/>
                <a:cs typeface="Franklin Gothic Medium"/>
              </a:rPr>
              <a:t>2</a:t>
            </a:r>
            <a:endParaRPr sz="2400">
              <a:latin typeface="Franklin Gothic Medium"/>
              <a:cs typeface="Franklin Gothic Medium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6417" y="3443732"/>
            <a:ext cx="9766300" cy="296125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622660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655684" y="4101846"/>
            <a:ext cx="16141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" sz="3000">
                <a:latin typeface="Franklin Gothic Medium"/>
                <a:cs typeface="Franklin Gothic Medium"/>
              </a:rPr>
              <a:t>ε</a:t>
            </a:r>
            <a:r>
              <a:rPr dirty="0" sz="2000">
                <a:latin typeface="Cambria Math"/>
                <a:cs typeface="Cambria Math"/>
              </a:rPr>
              <a:t>∪</a:t>
            </a:r>
            <a:r>
              <a:rPr dirty="0" sz="2000" spc="3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∅</a:t>
            </a:r>
            <a:r>
              <a:rPr dirty="0" sz="2000">
                <a:latin typeface="Franklin Gothic Medium"/>
                <a:cs typeface="Franklin Gothic Medium"/>
              </a:rPr>
              <a:t>(0</a:t>
            </a:r>
            <a:r>
              <a:rPr dirty="0" sz="2000" spc="-3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∪</a:t>
            </a:r>
            <a:r>
              <a:rPr dirty="0" sz="2000" spc="20">
                <a:latin typeface="Cambria Math"/>
                <a:cs typeface="Cambria Math"/>
              </a:rPr>
              <a:t> </a:t>
            </a:r>
            <a:r>
              <a:rPr dirty="0" sz="2000" spc="-20">
                <a:latin typeface="Cambria Math"/>
                <a:cs typeface="Cambria Math"/>
              </a:rPr>
              <a:t>1)</a:t>
            </a:r>
            <a:r>
              <a:rPr dirty="0" baseline="28735" sz="2175" spc="-30">
                <a:latin typeface="Cambria Math"/>
                <a:cs typeface="Cambria Math"/>
              </a:rPr>
              <a:t>∗</a:t>
            </a:r>
            <a:r>
              <a:rPr dirty="0" sz="2000" spc="-20">
                <a:latin typeface="Cambria Math"/>
                <a:cs typeface="Cambria Math"/>
              </a:rPr>
              <a:t>∅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3.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0">
                <a:latin typeface="Franklin Gothic Medium"/>
                <a:cs typeface="Franklin Gothic Medium"/>
              </a:rPr>
              <a:t>Simplify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50569" y="4474971"/>
            <a:ext cx="824230" cy="85725"/>
          </a:xfrm>
          <a:custGeom>
            <a:avLst/>
            <a:gdLst/>
            <a:ahLst/>
            <a:cxnLst/>
            <a:rect l="l" t="t" r="r" b="b"/>
            <a:pathLst>
              <a:path w="824230" h="85725">
                <a:moveTo>
                  <a:pt x="738124" y="0"/>
                </a:moveTo>
                <a:lnTo>
                  <a:pt x="738124" y="85725"/>
                </a:lnTo>
                <a:lnTo>
                  <a:pt x="795358" y="57150"/>
                </a:lnTo>
                <a:lnTo>
                  <a:pt x="752348" y="57150"/>
                </a:lnTo>
                <a:lnTo>
                  <a:pt x="752348" y="28575"/>
                </a:lnTo>
                <a:lnTo>
                  <a:pt x="795189" y="28575"/>
                </a:lnTo>
                <a:lnTo>
                  <a:pt x="738124" y="0"/>
                </a:lnTo>
                <a:close/>
              </a:path>
              <a:path w="824230" h="85725">
                <a:moveTo>
                  <a:pt x="738124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738124" y="57150"/>
                </a:lnTo>
                <a:lnTo>
                  <a:pt x="738124" y="28575"/>
                </a:lnTo>
                <a:close/>
              </a:path>
              <a:path w="824230" h="85725">
                <a:moveTo>
                  <a:pt x="795189" y="28575"/>
                </a:moveTo>
                <a:lnTo>
                  <a:pt x="752348" y="28575"/>
                </a:lnTo>
                <a:lnTo>
                  <a:pt x="752348" y="57150"/>
                </a:lnTo>
                <a:lnTo>
                  <a:pt x="795358" y="57150"/>
                </a:lnTo>
                <a:lnTo>
                  <a:pt x="823849" y="42925"/>
                </a:lnTo>
                <a:lnTo>
                  <a:pt x="7951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345940" y="5662731"/>
            <a:ext cx="1223645" cy="377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20"/>
              </a:lnSpc>
            </a:pPr>
            <a:r>
              <a:rPr dirty="0" sz="2400">
                <a:solidFill>
                  <a:srgbClr val="C00000"/>
                </a:solidFill>
                <a:latin typeface="Franklin Gothic Medium"/>
                <a:cs typeface="Franklin Gothic Medium"/>
              </a:rPr>
              <a:t>(0</a:t>
            </a:r>
            <a:r>
              <a:rPr dirty="0" sz="2400" spc="-7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1)</a:t>
            </a:r>
            <a:r>
              <a:rPr dirty="0" baseline="28571" sz="262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689852" y="5900170"/>
            <a:ext cx="1912620" cy="377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20"/>
              </a:lnSpc>
            </a:pPr>
            <a:r>
              <a:rPr dirty="0" sz="2400">
                <a:latin typeface="Cambria Math"/>
                <a:cs typeface="Cambria Math"/>
              </a:rPr>
              <a:t>∅</a:t>
            </a:r>
            <a:r>
              <a:rPr dirty="0" sz="2400" spc="-4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25">
                <a:latin typeface="Cambria Math"/>
                <a:cs typeface="Cambria Math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ε(0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20">
                <a:latin typeface="Cambria Math"/>
                <a:cs typeface="Cambria Math"/>
              </a:rPr>
              <a:t> 1)</a:t>
            </a:r>
            <a:r>
              <a:rPr dirty="0" baseline="28571" sz="2625" spc="-30">
                <a:latin typeface="Cambria Math"/>
                <a:cs typeface="Cambria Math"/>
              </a:rPr>
              <a:t>∗</a:t>
            </a:r>
            <a:r>
              <a:rPr dirty="0" sz="2400" spc="-2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851650" y="3044393"/>
            <a:ext cx="27533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(0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1)</a:t>
            </a:r>
            <a:r>
              <a:rPr dirty="0" sz="2400" spc="-2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∅</a:t>
            </a:r>
            <a:r>
              <a:rPr dirty="0" sz="2400">
                <a:latin typeface="Franklin Gothic Medium"/>
                <a:cs typeface="Franklin Gothic Medium"/>
              </a:rPr>
              <a:t>(0</a:t>
            </a:r>
            <a:r>
              <a:rPr dirty="0" sz="2400" spc="-8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-20">
                <a:latin typeface="Cambria Math"/>
                <a:cs typeface="Cambria Math"/>
              </a:rPr>
              <a:t>1)</a:t>
            </a:r>
            <a:r>
              <a:rPr dirty="0" baseline="28571" sz="2625" spc="-30">
                <a:latin typeface="Cambria Math"/>
                <a:cs typeface="Cambria Math"/>
              </a:rPr>
              <a:t>∗</a:t>
            </a:r>
            <a:r>
              <a:rPr dirty="0" sz="2400" spc="-20">
                <a:latin typeface="Franklin Gothic Medium"/>
                <a:cs typeface="Franklin Gothic Medium"/>
              </a:rPr>
              <a:t>2</a:t>
            </a:r>
            <a:endParaRPr sz="2400">
              <a:latin typeface="Franklin Gothic Medium"/>
              <a:cs typeface="Franklin Gothic Medium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6417" y="3443732"/>
            <a:ext cx="9766300" cy="296125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622660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655684" y="4101846"/>
            <a:ext cx="16141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" sz="3000">
                <a:latin typeface="Franklin Gothic Medium"/>
                <a:cs typeface="Franklin Gothic Medium"/>
              </a:rPr>
              <a:t>ε</a:t>
            </a:r>
            <a:r>
              <a:rPr dirty="0" sz="2000">
                <a:latin typeface="Cambria Math"/>
                <a:cs typeface="Cambria Math"/>
              </a:rPr>
              <a:t>∪</a:t>
            </a:r>
            <a:r>
              <a:rPr dirty="0" sz="2000" spc="3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∅</a:t>
            </a:r>
            <a:r>
              <a:rPr dirty="0" sz="2000">
                <a:latin typeface="Franklin Gothic Medium"/>
                <a:cs typeface="Franklin Gothic Medium"/>
              </a:rPr>
              <a:t>(0</a:t>
            </a:r>
            <a:r>
              <a:rPr dirty="0" sz="2000" spc="-3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∪</a:t>
            </a:r>
            <a:r>
              <a:rPr dirty="0" sz="2000" spc="20">
                <a:latin typeface="Cambria Math"/>
                <a:cs typeface="Cambria Math"/>
              </a:rPr>
              <a:t> </a:t>
            </a:r>
            <a:r>
              <a:rPr dirty="0" sz="2000" spc="-20">
                <a:latin typeface="Cambria Math"/>
                <a:cs typeface="Cambria Math"/>
              </a:rPr>
              <a:t>1)</a:t>
            </a:r>
            <a:r>
              <a:rPr dirty="0" baseline="28735" sz="2175" spc="-30">
                <a:latin typeface="Cambria Math"/>
                <a:cs typeface="Cambria Math"/>
              </a:rPr>
              <a:t>∗</a:t>
            </a:r>
            <a:r>
              <a:rPr dirty="0" sz="2000" spc="-20">
                <a:latin typeface="Cambria Math"/>
                <a:cs typeface="Cambria Math"/>
              </a:rPr>
              <a:t>∅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3.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0">
                <a:latin typeface="Franklin Gothic Medium"/>
                <a:cs typeface="Franklin Gothic Medium"/>
              </a:rPr>
              <a:t>Simplify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50569" y="4474971"/>
            <a:ext cx="824230" cy="85725"/>
          </a:xfrm>
          <a:custGeom>
            <a:avLst/>
            <a:gdLst/>
            <a:ahLst/>
            <a:cxnLst/>
            <a:rect l="l" t="t" r="r" b="b"/>
            <a:pathLst>
              <a:path w="824230" h="85725">
                <a:moveTo>
                  <a:pt x="738124" y="0"/>
                </a:moveTo>
                <a:lnTo>
                  <a:pt x="738124" y="85725"/>
                </a:lnTo>
                <a:lnTo>
                  <a:pt x="795358" y="57150"/>
                </a:lnTo>
                <a:lnTo>
                  <a:pt x="752348" y="57150"/>
                </a:lnTo>
                <a:lnTo>
                  <a:pt x="752348" y="28575"/>
                </a:lnTo>
                <a:lnTo>
                  <a:pt x="795189" y="28575"/>
                </a:lnTo>
                <a:lnTo>
                  <a:pt x="738124" y="0"/>
                </a:lnTo>
                <a:close/>
              </a:path>
              <a:path w="824230" h="85725">
                <a:moveTo>
                  <a:pt x="738124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738124" y="57150"/>
                </a:lnTo>
                <a:lnTo>
                  <a:pt x="738124" y="28575"/>
                </a:lnTo>
                <a:close/>
              </a:path>
              <a:path w="824230" h="85725">
                <a:moveTo>
                  <a:pt x="795189" y="28575"/>
                </a:moveTo>
                <a:lnTo>
                  <a:pt x="752348" y="28575"/>
                </a:lnTo>
                <a:lnTo>
                  <a:pt x="752348" y="57150"/>
                </a:lnTo>
                <a:lnTo>
                  <a:pt x="795358" y="57150"/>
                </a:lnTo>
                <a:lnTo>
                  <a:pt x="823849" y="42925"/>
                </a:lnTo>
                <a:lnTo>
                  <a:pt x="7951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345940" y="5650234"/>
            <a:ext cx="1223010" cy="377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20"/>
              </a:lnSpc>
            </a:pPr>
            <a:r>
              <a:rPr dirty="0" sz="2400">
                <a:latin typeface="Franklin Gothic Medium"/>
                <a:cs typeface="Franklin Gothic Medium"/>
              </a:rPr>
              <a:t>(0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0">
                <a:latin typeface="Cambria Math"/>
                <a:cs typeface="Cambria Math"/>
              </a:rPr>
              <a:t>1)</a:t>
            </a:r>
            <a:r>
              <a:rPr dirty="0" baseline="28571" sz="2625" spc="-30">
                <a:latin typeface="Cambria Math"/>
                <a:cs typeface="Cambria Math"/>
              </a:rPr>
              <a:t>∗</a:t>
            </a:r>
            <a:r>
              <a:rPr dirty="0" sz="2400" spc="-2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349997" y="6026048"/>
            <a:ext cx="217170" cy="330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45"/>
              </a:lnSpc>
            </a:pP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6417" y="3443732"/>
            <a:ext cx="9766300" cy="296125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622660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655684" y="4101846"/>
            <a:ext cx="16141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" sz="3000">
                <a:latin typeface="Franklin Gothic Medium"/>
                <a:cs typeface="Franklin Gothic Medium"/>
              </a:rPr>
              <a:t>ε</a:t>
            </a:r>
            <a:r>
              <a:rPr dirty="0" sz="2000">
                <a:latin typeface="Cambria Math"/>
                <a:cs typeface="Cambria Math"/>
              </a:rPr>
              <a:t>∪</a:t>
            </a:r>
            <a:r>
              <a:rPr dirty="0" sz="2000" spc="3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∅</a:t>
            </a:r>
            <a:r>
              <a:rPr dirty="0" sz="2000">
                <a:latin typeface="Franklin Gothic Medium"/>
                <a:cs typeface="Franklin Gothic Medium"/>
              </a:rPr>
              <a:t>(0</a:t>
            </a:r>
            <a:r>
              <a:rPr dirty="0" sz="2000" spc="-3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∪</a:t>
            </a:r>
            <a:r>
              <a:rPr dirty="0" sz="2000" spc="20">
                <a:latin typeface="Cambria Math"/>
                <a:cs typeface="Cambria Math"/>
              </a:rPr>
              <a:t> </a:t>
            </a:r>
            <a:r>
              <a:rPr dirty="0" sz="2000" spc="-20">
                <a:latin typeface="Cambria Math"/>
                <a:cs typeface="Cambria Math"/>
              </a:rPr>
              <a:t>1)</a:t>
            </a:r>
            <a:r>
              <a:rPr dirty="0" baseline="28735" sz="2175" spc="-30">
                <a:latin typeface="Cambria Math"/>
                <a:cs typeface="Cambria Math"/>
              </a:rPr>
              <a:t>∗</a:t>
            </a:r>
            <a:r>
              <a:rPr dirty="0" sz="2000" spc="-20">
                <a:latin typeface="Cambria Math"/>
                <a:cs typeface="Cambria Math"/>
              </a:rPr>
              <a:t>∅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3.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0">
                <a:latin typeface="Franklin Gothic Medium"/>
                <a:cs typeface="Franklin Gothic Medium"/>
              </a:rPr>
              <a:t>Simplify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851650" y="3044393"/>
            <a:ext cx="27533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(0</a:t>
            </a:r>
            <a:r>
              <a:rPr dirty="0" sz="2400" spc="-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1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1)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1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r>
              <a:rPr dirty="0" sz="2400">
                <a:solidFill>
                  <a:srgbClr val="C00000"/>
                </a:solidFill>
                <a:latin typeface="Franklin Gothic Medium"/>
                <a:cs typeface="Franklin Gothic Medium"/>
              </a:rPr>
              <a:t>(0</a:t>
            </a:r>
            <a:r>
              <a:rPr dirty="0" sz="2400" spc="-8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1)</a:t>
            </a:r>
            <a:r>
              <a:rPr dirty="0" baseline="28571" sz="262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4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2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50569" y="4474971"/>
            <a:ext cx="824230" cy="85725"/>
          </a:xfrm>
          <a:custGeom>
            <a:avLst/>
            <a:gdLst/>
            <a:ahLst/>
            <a:cxnLst/>
            <a:rect l="l" t="t" r="r" b="b"/>
            <a:pathLst>
              <a:path w="824230" h="85725">
                <a:moveTo>
                  <a:pt x="738124" y="0"/>
                </a:moveTo>
                <a:lnTo>
                  <a:pt x="738124" y="85725"/>
                </a:lnTo>
                <a:lnTo>
                  <a:pt x="795358" y="57150"/>
                </a:lnTo>
                <a:lnTo>
                  <a:pt x="752348" y="57150"/>
                </a:lnTo>
                <a:lnTo>
                  <a:pt x="752348" y="28575"/>
                </a:lnTo>
                <a:lnTo>
                  <a:pt x="795189" y="28575"/>
                </a:lnTo>
                <a:lnTo>
                  <a:pt x="738124" y="0"/>
                </a:lnTo>
                <a:close/>
              </a:path>
              <a:path w="824230" h="85725">
                <a:moveTo>
                  <a:pt x="738124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738124" y="57150"/>
                </a:lnTo>
                <a:lnTo>
                  <a:pt x="738124" y="28575"/>
                </a:lnTo>
                <a:close/>
              </a:path>
              <a:path w="824230" h="85725">
                <a:moveTo>
                  <a:pt x="795189" y="28575"/>
                </a:moveTo>
                <a:lnTo>
                  <a:pt x="752348" y="28575"/>
                </a:lnTo>
                <a:lnTo>
                  <a:pt x="752348" y="57150"/>
                </a:lnTo>
                <a:lnTo>
                  <a:pt x="795358" y="57150"/>
                </a:lnTo>
                <a:lnTo>
                  <a:pt x="823849" y="42925"/>
                </a:lnTo>
                <a:lnTo>
                  <a:pt x="7951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345940" y="5650234"/>
            <a:ext cx="1223010" cy="377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20"/>
              </a:lnSpc>
            </a:pPr>
            <a:r>
              <a:rPr dirty="0" sz="2400">
                <a:latin typeface="Franklin Gothic Medium"/>
                <a:cs typeface="Franklin Gothic Medium"/>
              </a:rPr>
              <a:t>(0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0">
                <a:latin typeface="Cambria Math"/>
                <a:cs typeface="Cambria Math"/>
              </a:rPr>
              <a:t>1)</a:t>
            </a:r>
            <a:r>
              <a:rPr dirty="0" baseline="28571" sz="2625" spc="-30">
                <a:latin typeface="Cambria Math"/>
                <a:cs typeface="Cambria Math"/>
              </a:rPr>
              <a:t>∗</a:t>
            </a:r>
            <a:r>
              <a:rPr dirty="0" sz="2400" spc="-2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349997" y="6026048"/>
            <a:ext cx="217170" cy="330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45"/>
              </a:lnSpc>
            </a:pP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704201" y="3044393"/>
            <a:ext cx="7067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0</a:t>
            </a:r>
            <a:r>
              <a:rPr dirty="0" sz="2400" spc="-1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6417" y="3443732"/>
            <a:ext cx="9766300" cy="296125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622660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655684" y="4101846"/>
            <a:ext cx="16141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" sz="3000">
                <a:latin typeface="Franklin Gothic Medium"/>
                <a:cs typeface="Franklin Gothic Medium"/>
              </a:rPr>
              <a:t>ε</a:t>
            </a:r>
            <a:r>
              <a:rPr dirty="0" sz="2000">
                <a:latin typeface="Cambria Math"/>
                <a:cs typeface="Cambria Math"/>
              </a:rPr>
              <a:t>∪</a:t>
            </a:r>
            <a:r>
              <a:rPr dirty="0" sz="2000" spc="3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∅</a:t>
            </a:r>
            <a:r>
              <a:rPr dirty="0" sz="2000">
                <a:latin typeface="Franklin Gothic Medium"/>
                <a:cs typeface="Franklin Gothic Medium"/>
              </a:rPr>
              <a:t>(0</a:t>
            </a:r>
            <a:r>
              <a:rPr dirty="0" sz="2000" spc="-35">
                <a:latin typeface="Franklin Gothic Medium"/>
                <a:cs typeface="Franklin Gothic Medium"/>
              </a:rPr>
              <a:t> </a:t>
            </a:r>
            <a:r>
              <a:rPr dirty="0" sz="2000">
                <a:latin typeface="Cambria Math"/>
                <a:cs typeface="Cambria Math"/>
              </a:rPr>
              <a:t>∪</a:t>
            </a:r>
            <a:r>
              <a:rPr dirty="0" sz="2000" spc="20">
                <a:latin typeface="Cambria Math"/>
                <a:cs typeface="Cambria Math"/>
              </a:rPr>
              <a:t> </a:t>
            </a:r>
            <a:r>
              <a:rPr dirty="0" sz="2000" spc="-20">
                <a:latin typeface="Cambria Math"/>
                <a:cs typeface="Cambria Math"/>
              </a:rPr>
              <a:t>1)</a:t>
            </a:r>
            <a:r>
              <a:rPr dirty="0" baseline="28735" sz="2175" spc="-30">
                <a:latin typeface="Cambria Math"/>
                <a:cs typeface="Cambria Math"/>
              </a:rPr>
              <a:t>∗</a:t>
            </a:r>
            <a:r>
              <a:rPr dirty="0" sz="2000" spc="-20">
                <a:latin typeface="Cambria Math"/>
                <a:cs typeface="Cambria Math"/>
              </a:rPr>
              <a:t>∅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3.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0">
                <a:latin typeface="Franklin Gothic Medium"/>
                <a:cs typeface="Franklin Gothic Medium"/>
              </a:rPr>
              <a:t>Simplify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50569" y="4474971"/>
            <a:ext cx="824230" cy="85725"/>
          </a:xfrm>
          <a:custGeom>
            <a:avLst/>
            <a:gdLst/>
            <a:ahLst/>
            <a:cxnLst/>
            <a:rect l="l" t="t" r="r" b="b"/>
            <a:pathLst>
              <a:path w="824230" h="85725">
                <a:moveTo>
                  <a:pt x="738124" y="0"/>
                </a:moveTo>
                <a:lnTo>
                  <a:pt x="738124" y="85725"/>
                </a:lnTo>
                <a:lnTo>
                  <a:pt x="795358" y="57150"/>
                </a:lnTo>
                <a:lnTo>
                  <a:pt x="752348" y="57150"/>
                </a:lnTo>
                <a:lnTo>
                  <a:pt x="752348" y="28575"/>
                </a:lnTo>
                <a:lnTo>
                  <a:pt x="795189" y="28575"/>
                </a:lnTo>
                <a:lnTo>
                  <a:pt x="738124" y="0"/>
                </a:lnTo>
                <a:close/>
              </a:path>
              <a:path w="824230" h="85725">
                <a:moveTo>
                  <a:pt x="738124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738124" y="57150"/>
                </a:lnTo>
                <a:lnTo>
                  <a:pt x="738124" y="28575"/>
                </a:lnTo>
                <a:close/>
              </a:path>
              <a:path w="824230" h="85725">
                <a:moveTo>
                  <a:pt x="795189" y="28575"/>
                </a:moveTo>
                <a:lnTo>
                  <a:pt x="752348" y="28575"/>
                </a:lnTo>
                <a:lnTo>
                  <a:pt x="752348" y="57150"/>
                </a:lnTo>
                <a:lnTo>
                  <a:pt x="795358" y="57150"/>
                </a:lnTo>
                <a:lnTo>
                  <a:pt x="823849" y="42925"/>
                </a:lnTo>
                <a:lnTo>
                  <a:pt x="7951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345940" y="5650234"/>
            <a:ext cx="1223010" cy="377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20"/>
              </a:lnSpc>
            </a:pPr>
            <a:r>
              <a:rPr dirty="0" sz="2400">
                <a:latin typeface="Franklin Gothic Medium"/>
                <a:cs typeface="Franklin Gothic Medium"/>
              </a:rPr>
              <a:t>(0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0">
                <a:latin typeface="Cambria Math"/>
                <a:cs typeface="Cambria Math"/>
              </a:rPr>
              <a:t>1)</a:t>
            </a:r>
            <a:r>
              <a:rPr dirty="0" baseline="28571" sz="2625" spc="-30">
                <a:latin typeface="Cambria Math"/>
                <a:cs typeface="Cambria Math"/>
              </a:rPr>
              <a:t>∗</a:t>
            </a:r>
            <a:r>
              <a:rPr dirty="0" sz="2400" spc="-2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349997" y="6026048"/>
            <a:ext cx="217170" cy="330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45"/>
              </a:lnSpc>
            </a:pP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704201" y="3044393"/>
            <a:ext cx="7067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0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6417" y="3443732"/>
            <a:ext cx="9766300" cy="296125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622660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3.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0">
                <a:latin typeface="Franklin Gothic Medium"/>
                <a:cs typeface="Franklin Gothic Medium"/>
              </a:rPr>
              <a:t>Simplify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655684" y="4101846"/>
            <a:ext cx="16300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388" sz="3000" spc="-97">
                <a:solidFill>
                  <a:srgbClr val="C00000"/>
                </a:solidFill>
                <a:latin typeface="Franklin Gothic Medium"/>
                <a:cs typeface="Franklin Gothic Medium"/>
              </a:rPr>
              <a:t>ε</a:t>
            </a:r>
            <a:r>
              <a:rPr dirty="0" baseline="1388" sz="3000" spc="-337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000" spc="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r>
              <a:rPr dirty="0" sz="2000">
                <a:solidFill>
                  <a:srgbClr val="C00000"/>
                </a:solidFill>
                <a:latin typeface="Franklin Gothic Medium"/>
                <a:cs typeface="Franklin Gothic Medium"/>
              </a:rPr>
              <a:t>(0</a:t>
            </a:r>
            <a:r>
              <a:rPr dirty="0" sz="2000" spc="-6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000" spc="-1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 spc="-20">
                <a:solidFill>
                  <a:srgbClr val="C00000"/>
                </a:solidFill>
                <a:latin typeface="Cambria Math"/>
                <a:cs typeface="Cambria Math"/>
              </a:rPr>
              <a:t>1)</a:t>
            </a:r>
            <a:r>
              <a:rPr dirty="0" baseline="28735" sz="217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000" spc="-2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50569" y="4474971"/>
            <a:ext cx="824230" cy="85725"/>
          </a:xfrm>
          <a:custGeom>
            <a:avLst/>
            <a:gdLst/>
            <a:ahLst/>
            <a:cxnLst/>
            <a:rect l="l" t="t" r="r" b="b"/>
            <a:pathLst>
              <a:path w="824230" h="85725">
                <a:moveTo>
                  <a:pt x="738124" y="0"/>
                </a:moveTo>
                <a:lnTo>
                  <a:pt x="738124" y="85725"/>
                </a:lnTo>
                <a:lnTo>
                  <a:pt x="795358" y="57150"/>
                </a:lnTo>
                <a:lnTo>
                  <a:pt x="752348" y="57150"/>
                </a:lnTo>
                <a:lnTo>
                  <a:pt x="752348" y="28575"/>
                </a:lnTo>
                <a:lnTo>
                  <a:pt x="795189" y="28575"/>
                </a:lnTo>
                <a:lnTo>
                  <a:pt x="738124" y="0"/>
                </a:lnTo>
                <a:close/>
              </a:path>
              <a:path w="824230" h="85725">
                <a:moveTo>
                  <a:pt x="738124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738124" y="57150"/>
                </a:lnTo>
                <a:lnTo>
                  <a:pt x="738124" y="28575"/>
                </a:lnTo>
                <a:close/>
              </a:path>
              <a:path w="824230" h="85725">
                <a:moveTo>
                  <a:pt x="795189" y="28575"/>
                </a:moveTo>
                <a:lnTo>
                  <a:pt x="752348" y="28575"/>
                </a:lnTo>
                <a:lnTo>
                  <a:pt x="752348" y="57150"/>
                </a:lnTo>
                <a:lnTo>
                  <a:pt x="795358" y="57150"/>
                </a:lnTo>
                <a:lnTo>
                  <a:pt x="823849" y="42925"/>
                </a:lnTo>
                <a:lnTo>
                  <a:pt x="7951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345940" y="5650234"/>
            <a:ext cx="1223010" cy="377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20"/>
              </a:lnSpc>
            </a:pPr>
            <a:r>
              <a:rPr dirty="0" sz="2400">
                <a:latin typeface="Franklin Gothic Medium"/>
                <a:cs typeface="Franklin Gothic Medium"/>
              </a:rPr>
              <a:t>(0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0">
                <a:latin typeface="Cambria Math"/>
                <a:cs typeface="Cambria Math"/>
              </a:rPr>
              <a:t>1)</a:t>
            </a:r>
            <a:r>
              <a:rPr dirty="0" baseline="28571" sz="2625" spc="-30">
                <a:latin typeface="Cambria Math"/>
                <a:cs typeface="Cambria Math"/>
              </a:rPr>
              <a:t>∗</a:t>
            </a:r>
            <a:r>
              <a:rPr dirty="0" sz="2400" spc="-2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349997" y="6026048"/>
            <a:ext cx="217170" cy="330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45"/>
              </a:lnSpc>
            </a:pP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704201" y="3044393"/>
            <a:ext cx="7067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0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6417" y="3443732"/>
            <a:ext cx="9766300" cy="296125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622660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265411" y="4091432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C00000"/>
                </a:solidFill>
                <a:latin typeface="Franklin Gothic Medium"/>
                <a:cs typeface="Franklin Gothic Medium"/>
              </a:rPr>
              <a:t>ε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872983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3.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0">
                <a:latin typeface="Franklin Gothic Medium"/>
                <a:cs typeface="Franklin Gothic Medium"/>
              </a:rPr>
              <a:t>Simplify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50569" y="4474971"/>
            <a:ext cx="824230" cy="85725"/>
          </a:xfrm>
          <a:custGeom>
            <a:avLst/>
            <a:gdLst/>
            <a:ahLst/>
            <a:cxnLst/>
            <a:rect l="l" t="t" r="r" b="b"/>
            <a:pathLst>
              <a:path w="824230" h="85725">
                <a:moveTo>
                  <a:pt x="738124" y="0"/>
                </a:moveTo>
                <a:lnTo>
                  <a:pt x="738124" y="85725"/>
                </a:lnTo>
                <a:lnTo>
                  <a:pt x="795358" y="57150"/>
                </a:lnTo>
                <a:lnTo>
                  <a:pt x="752348" y="57150"/>
                </a:lnTo>
                <a:lnTo>
                  <a:pt x="752348" y="28575"/>
                </a:lnTo>
                <a:lnTo>
                  <a:pt x="795189" y="28575"/>
                </a:lnTo>
                <a:lnTo>
                  <a:pt x="738124" y="0"/>
                </a:lnTo>
                <a:close/>
              </a:path>
              <a:path w="824230" h="85725">
                <a:moveTo>
                  <a:pt x="738124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738124" y="57150"/>
                </a:lnTo>
                <a:lnTo>
                  <a:pt x="738124" y="28575"/>
                </a:lnTo>
                <a:close/>
              </a:path>
              <a:path w="824230" h="85725">
                <a:moveTo>
                  <a:pt x="795189" y="28575"/>
                </a:moveTo>
                <a:lnTo>
                  <a:pt x="752348" y="28575"/>
                </a:lnTo>
                <a:lnTo>
                  <a:pt x="752348" y="57150"/>
                </a:lnTo>
                <a:lnTo>
                  <a:pt x="795358" y="57150"/>
                </a:lnTo>
                <a:lnTo>
                  <a:pt x="823849" y="42925"/>
                </a:lnTo>
                <a:lnTo>
                  <a:pt x="79518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4345940" y="5650234"/>
            <a:ext cx="1223010" cy="377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820"/>
              </a:lnSpc>
            </a:pPr>
            <a:r>
              <a:rPr dirty="0" sz="2400">
                <a:latin typeface="Franklin Gothic Medium"/>
                <a:cs typeface="Franklin Gothic Medium"/>
              </a:rPr>
              <a:t>(0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0">
                <a:latin typeface="Cambria Math"/>
                <a:cs typeface="Cambria Math"/>
              </a:rPr>
              <a:t>1)</a:t>
            </a:r>
            <a:r>
              <a:rPr dirty="0" baseline="28571" sz="2625" spc="-30">
                <a:latin typeface="Cambria Math"/>
                <a:cs typeface="Cambria Math"/>
              </a:rPr>
              <a:t>∗</a:t>
            </a:r>
            <a:r>
              <a:rPr dirty="0" sz="2400" spc="-2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349997" y="6026048"/>
            <a:ext cx="217170" cy="330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45"/>
              </a:lnSpc>
            </a:pP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5851016" y="3435858"/>
            <a:ext cx="703580" cy="560070"/>
          </a:xfrm>
          <a:custGeom>
            <a:avLst/>
            <a:gdLst/>
            <a:ahLst/>
            <a:cxnLst/>
            <a:rect l="l" t="t" r="r" b="b"/>
            <a:pathLst>
              <a:path w="703579" h="560070">
                <a:moveTo>
                  <a:pt x="366775" y="0"/>
                </a:moveTo>
                <a:lnTo>
                  <a:pt x="349885" y="0"/>
                </a:lnTo>
                <a:lnTo>
                  <a:pt x="333121" y="1270"/>
                </a:lnTo>
                <a:lnTo>
                  <a:pt x="316357" y="1270"/>
                </a:lnTo>
                <a:lnTo>
                  <a:pt x="234315" y="17780"/>
                </a:lnTo>
                <a:lnTo>
                  <a:pt x="187706" y="35560"/>
                </a:lnTo>
                <a:lnTo>
                  <a:pt x="144145" y="59690"/>
                </a:lnTo>
                <a:lnTo>
                  <a:pt x="104267" y="90170"/>
                </a:lnTo>
                <a:lnTo>
                  <a:pt x="69215" y="125730"/>
                </a:lnTo>
                <a:lnTo>
                  <a:pt x="40512" y="166370"/>
                </a:lnTo>
                <a:lnTo>
                  <a:pt x="19558" y="208280"/>
                </a:lnTo>
                <a:lnTo>
                  <a:pt x="6223" y="252730"/>
                </a:lnTo>
                <a:lnTo>
                  <a:pt x="1612" y="281288"/>
                </a:lnTo>
                <a:lnTo>
                  <a:pt x="1524" y="281940"/>
                </a:lnTo>
                <a:lnTo>
                  <a:pt x="603" y="294216"/>
                </a:lnTo>
                <a:lnTo>
                  <a:pt x="571" y="294640"/>
                </a:lnTo>
                <a:lnTo>
                  <a:pt x="476" y="295912"/>
                </a:lnTo>
                <a:lnTo>
                  <a:pt x="349" y="298450"/>
                </a:lnTo>
                <a:lnTo>
                  <a:pt x="95" y="308610"/>
                </a:lnTo>
                <a:lnTo>
                  <a:pt x="0" y="312420"/>
                </a:lnTo>
                <a:lnTo>
                  <a:pt x="405" y="322156"/>
                </a:lnTo>
                <a:lnTo>
                  <a:pt x="476" y="323850"/>
                </a:lnTo>
                <a:lnTo>
                  <a:pt x="582" y="326390"/>
                </a:lnTo>
                <a:lnTo>
                  <a:pt x="635" y="327660"/>
                </a:lnTo>
                <a:lnTo>
                  <a:pt x="1887" y="342688"/>
                </a:lnTo>
                <a:lnTo>
                  <a:pt x="1905" y="342900"/>
                </a:lnTo>
                <a:lnTo>
                  <a:pt x="10668" y="386080"/>
                </a:lnTo>
                <a:lnTo>
                  <a:pt x="26543" y="429260"/>
                </a:lnTo>
                <a:lnTo>
                  <a:pt x="41021" y="455930"/>
                </a:lnTo>
                <a:lnTo>
                  <a:pt x="49275" y="469900"/>
                </a:lnTo>
                <a:lnTo>
                  <a:pt x="58547" y="482600"/>
                </a:lnTo>
                <a:lnTo>
                  <a:pt x="68453" y="495300"/>
                </a:lnTo>
                <a:lnTo>
                  <a:pt x="78994" y="506730"/>
                </a:lnTo>
                <a:lnTo>
                  <a:pt x="90424" y="519430"/>
                </a:lnTo>
                <a:lnTo>
                  <a:pt x="102616" y="529590"/>
                </a:lnTo>
                <a:lnTo>
                  <a:pt x="115443" y="541020"/>
                </a:lnTo>
                <a:lnTo>
                  <a:pt x="128905" y="551180"/>
                </a:lnTo>
                <a:lnTo>
                  <a:pt x="143002" y="560070"/>
                </a:lnTo>
                <a:lnTo>
                  <a:pt x="153797" y="544830"/>
                </a:lnTo>
                <a:lnTo>
                  <a:pt x="139827" y="535940"/>
                </a:lnTo>
                <a:lnTo>
                  <a:pt x="140208" y="535940"/>
                </a:lnTo>
                <a:lnTo>
                  <a:pt x="127127" y="525780"/>
                </a:lnTo>
                <a:lnTo>
                  <a:pt x="127508" y="525780"/>
                </a:lnTo>
                <a:lnTo>
                  <a:pt x="114935" y="515620"/>
                </a:lnTo>
                <a:lnTo>
                  <a:pt x="115316" y="515620"/>
                </a:lnTo>
                <a:lnTo>
                  <a:pt x="103505" y="505460"/>
                </a:lnTo>
                <a:lnTo>
                  <a:pt x="103886" y="505460"/>
                </a:lnTo>
                <a:lnTo>
                  <a:pt x="92837" y="494030"/>
                </a:lnTo>
                <a:lnTo>
                  <a:pt x="93218" y="494030"/>
                </a:lnTo>
                <a:lnTo>
                  <a:pt x="82931" y="482600"/>
                </a:lnTo>
                <a:lnTo>
                  <a:pt x="83185" y="482600"/>
                </a:lnTo>
                <a:lnTo>
                  <a:pt x="73533" y="471170"/>
                </a:lnTo>
                <a:lnTo>
                  <a:pt x="73913" y="471170"/>
                </a:lnTo>
                <a:lnTo>
                  <a:pt x="65024" y="458470"/>
                </a:lnTo>
                <a:lnTo>
                  <a:pt x="65278" y="458470"/>
                </a:lnTo>
                <a:lnTo>
                  <a:pt x="57962" y="447040"/>
                </a:lnTo>
                <a:lnTo>
                  <a:pt x="57404" y="447040"/>
                </a:lnTo>
                <a:lnTo>
                  <a:pt x="50823" y="434340"/>
                </a:lnTo>
                <a:lnTo>
                  <a:pt x="50292" y="434340"/>
                </a:lnTo>
                <a:lnTo>
                  <a:pt x="44288" y="421640"/>
                </a:lnTo>
                <a:lnTo>
                  <a:pt x="43942" y="421640"/>
                </a:lnTo>
                <a:lnTo>
                  <a:pt x="41021" y="414655"/>
                </a:lnTo>
                <a:lnTo>
                  <a:pt x="40259" y="412750"/>
                </a:lnTo>
                <a:lnTo>
                  <a:pt x="38118" y="407715"/>
                </a:lnTo>
                <a:lnTo>
                  <a:pt x="37719" y="406400"/>
                </a:lnTo>
                <a:lnTo>
                  <a:pt x="33147" y="394970"/>
                </a:lnTo>
                <a:lnTo>
                  <a:pt x="28956" y="381000"/>
                </a:lnTo>
                <a:lnTo>
                  <a:pt x="25723" y="368300"/>
                </a:lnTo>
                <a:lnTo>
                  <a:pt x="25527" y="368300"/>
                </a:lnTo>
                <a:lnTo>
                  <a:pt x="19673" y="327660"/>
                </a:lnTo>
                <a:lnTo>
                  <a:pt x="19050" y="312420"/>
                </a:lnTo>
                <a:lnTo>
                  <a:pt x="19431" y="298450"/>
                </a:lnTo>
                <a:lnTo>
                  <a:pt x="24892" y="256540"/>
                </a:lnTo>
                <a:lnTo>
                  <a:pt x="32512" y="228600"/>
                </a:lnTo>
                <a:lnTo>
                  <a:pt x="32719" y="228600"/>
                </a:lnTo>
                <a:lnTo>
                  <a:pt x="37337" y="215900"/>
                </a:lnTo>
                <a:lnTo>
                  <a:pt x="37084" y="215900"/>
                </a:lnTo>
                <a:lnTo>
                  <a:pt x="43180" y="201930"/>
                </a:lnTo>
                <a:lnTo>
                  <a:pt x="42925" y="201930"/>
                </a:lnTo>
                <a:lnTo>
                  <a:pt x="49657" y="189230"/>
                </a:lnTo>
                <a:lnTo>
                  <a:pt x="49403" y="189230"/>
                </a:lnTo>
                <a:lnTo>
                  <a:pt x="57023" y="175260"/>
                </a:lnTo>
                <a:lnTo>
                  <a:pt x="57531" y="175260"/>
                </a:lnTo>
                <a:lnTo>
                  <a:pt x="65150" y="162560"/>
                </a:lnTo>
                <a:lnTo>
                  <a:pt x="64897" y="162560"/>
                </a:lnTo>
                <a:lnTo>
                  <a:pt x="74168" y="149860"/>
                </a:lnTo>
                <a:lnTo>
                  <a:pt x="74803" y="149860"/>
                </a:lnTo>
                <a:lnTo>
                  <a:pt x="83947" y="138430"/>
                </a:lnTo>
                <a:lnTo>
                  <a:pt x="83566" y="138430"/>
                </a:lnTo>
                <a:lnTo>
                  <a:pt x="94487" y="125730"/>
                </a:lnTo>
                <a:lnTo>
                  <a:pt x="95250" y="125730"/>
                </a:lnTo>
                <a:lnTo>
                  <a:pt x="105537" y="114300"/>
                </a:lnTo>
                <a:lnTo>
                  <a:pt x="106482" y="114300"/>
                </a:lnTo>
                <a:lnTo>
                  <a:pt x="117094" y="104140"/>
                </a:lnTo>
                <a:lnTo>
                  <a:pt x="116712" y="104140"/>
                </a:lnTo>
                <a:lnTo>
                  <a:pt x="129159" y="93980"/>
                </a:lnTo>
                <a:lnTo>
                  <a:pt x="128778" y="93980"/>
                </a:lnTo>
                <a:lnTo>
                  <a:pt x="141605" y="85090"/>
                </a:lnTo>
                <a:lnTo>
                  <a:pt x="141224" y="85090"/>
                </a:lnTo>
                <a:lnTo>
                  <a:pt x="154686" y="76200"/>
                </a:lnTo>
                <a:lnTo>
                  <a:pt x="154305" y="76200"/>
                </a:lnTo>
                <a:lnTo>
                  <a:pt x="168021" y="67310"/>
                </a:lnTo>
                <a:lnTo>
                  <a:pt x="167640" y="67310"/>
                </a:lnTo>
                <a:lnTo>
                  <a:pt x="181863" y="59690"/>
                </a:lnTo>
                <a:lnTo>
                  <a:pt x="183895" y="59690"/>
                </a:lnTo>
                <a:lnTo>
                  <a:pt x="195961" y="53340"/>
                </a:lnTo>
                <a:lnTo>
                  <a:pt x="195580" y="53340"/>
                </a:lnTo>
                <a:lnTo>
                  <a:pt x="210438" y="46990"/>
                </a:lnTo>
                <a:lnTo>
                  <a:pt x="210058" y="46990"/>
                </a:lnTo>
                <a:lnTo>
                  <a:pt x="223052" y="42622"/>
                </a:lnTo>
                <a:lnTo>
                  <a:pt x="240284" y="35560"/>
                </a:lnTo>
                <a:lnTo>
                  <a:pt x="243610" y="35560"/>
                </a:lnTo>
                <a:lnTo>
                  <a:pt x="254776" y="31862"/>
                </a:lnTo>
                <a:lnTo>
                  <a:pt x="254549" y="31862"/>
                </a:lnTo>
                <a:lnTo>
                  <a:pt x="270528" y="28026"/>
                </a:lnTo>
                <a:lnTo>
                  <a:pt x="269965" y="28026"/>
                </a:lnTo>
                <a:lnTo>
                  <a:pt x="286512" y="25400"/>
                </a:lnTo>
                <a:lnTo>
                  <a:pt x="286131" y="25400"/>
                </a:lnTo>
                <a:lnTo>
                  <a:pt x="302084" y="22907"/>
                </a:lnTo>
                <a:lnTo>
                  <a:pt x="301703" y="22907"/>
                </a:lnTo>
                <a:lnTo>
                  <a:pt x="317769" y="20396"/>
                </a:lnTo>
                <a:lnTo>
                  <a:pt x="332890" y="20396"/>
                </a:lnTo>
                <a:lnTo>
                  <a:pt x="350266" y="19050"/>
                </a:lnTo>
                <a:lnTo>
                  <a:pt x="470884" y="19050"/>
                </a:lnTo>
                <a:lnTo>
                  <a:pt x="450469" y="12700"/>
                </a:lnTo>
                <a:lnTo>
                  <a:pt x="417195" y="5080"/>
                </a:lnTo>
                <a:lnTo>
                  <a:pt x="400431" y="3810"/>
                </a:lnTo>
                <a:lnTo>
                  <a:pt x="383667" y="1270"/>
                </a:lnTo>
                <a:lnTo>
                  <a:pt x="366775" y="0"/>
                </a:lnTo>
                <a:close/>
              </a:path>
              <a:path w="703579" h="560070">
                <a:moveTo>
                  <a:pt x="583311" y="481330"/>
                </a:moveTo>
                <a:lnTo>
                  <a:pt x="546735" y="558800"/>
                </a:lnTo>
                <a:lnTo>
                  <a:pt x="630301" y="541020"/>
                </a:lnTo>
                <a:lnTo>
                  <a:pt x="619303" y="527050"/>
                </a:lnTo>
                <a:lnTo>
                  <a:pt x="602742" y="527050"/>
                </a:lnTo>
                <a:lnTo>
                  <a:pt x="590804" y="511810"/>
                </a:lnTo>
                <a:lnTo>
                  <a:pt x="600902" y="503675"/>
                </a:lnTo>
                <a:lnTo>
                  <a:pt x="583311" y="481330"/>
                </a:lnTo>
                <a:close/>
              </a:path>
              <a:path w="703579" h="560070">
                <a:moveTo>
                  <a:pt x="600902" y="503675"/>
                </a:moveTo>
                <a:lnTo>
                  <a:pt x="590804" y="511810"/>
                </a:lnTo>
                <a:lnTo>
                  <a:pt x="602742" y="527050"/>
                </a:lnTo>
                <a:lnTo>
                  <a:pt x="612553" y="518476"/>
                </a:lnTo>
                <a:lnTo>
                  <a:pt x="600902" y="503675"/>
                </a:lnTo>
                <a:close/>
              </a:path>
              <a:path w="703579" h="560070">
                <a:moveTo>
                  <a:pt x="612553" y="518476"/>
                </a:moveTo>
                <a:lnTo>
                  <a:pt x="602742" y="527050"/>
                </a:lnTo>
                <a:lnTo>
                  <a:pt x="619303" y="527050"/>
                </a:lnTo>
                <a:lnTo>
                  <a:pt x="612553" y="518476"/>
                </a:lnTo>
                <a:close/>
              </a:path>
              <a:path w="703579" h="560070">
                <a:moveTo>
                  <a:pt x="660527" y="419100"/>
                </a:moveTo>
                <a:lnTo>
                  <a:pt x="653668" y="433070"/>
                </a:lnTo>
                <a:lnTo>
                  <a:pt x="653923" y="433070"/>
                </a:lnTo>
                <a:lnTo>
                  <a:pt x="646303" y="445770"/>
                </a:lnTo>
                <a:lnTo>
                  <a:pt x="646557" y="445770"/>
                </a:lnTo>
                <a:lnTo>
                  <a:pt x="638175" y="458470"/>
                </a:lnTo>
                <a:lnTo>
                  <a:pt x="638556" y="458470"/>
                </a:lnTo>
                <a:lnTo>
                  <a:pt x="629285" y="471170"/>
                </a:lnTo>
                <a:lnTo>
                  <a:pt x="629538" y="471170"/>
                </a:lnTo>
                <a:lnTo>
                  <a:pt x="619506" y="483870"/>
                </a:lnTo>
                <a:lnTo>
                  <a:pt x="619887" y="483870"/>
                </a:lnTo>
                <a:lnTo>
                  <a:pt x="602234" y="502920"/>
                </a:lnTo>
                <a:lnTo>
                  <a:pt x="601825" y="502920"/>
                </a:lnTo>
                <a:lnTo>
                  <a:pt x="600902" y="503675"/>
                </a:lnTo>
                <a:lnTo>
                  <a:pt x="612553" y="518476"/>
                </a:lnTo>
                <a:lnTo>
                  <a:pt x="615823" y="515620"/>
                </a:lnTo>
                <a:lnTo>
                  <a:pt x="627332" y="502920"/>
                </a:lnTo>
                <a:lnTo>
                  <a:pt x="602234" y="502920"/>
                </a:lnTo>
                <a:lnTo>
                  <a:pt x="603412" y="501647"/>
                </a:lnTo>
                <a:lnTo>
                  <a:pt x="628485" y="501647"/>
                </a:lnTo>
                <a:lnTo>
                  <a:pt x="634238" y="495300"/>
                </a:lnTo>
                <a:lnTo>
                  <a:pt x="662813" y="455930"/>
                </a:lnTo>
                <a:lnTo>
                  <a:pt x="680719" y="420370"/>
                </a:lnTo>
                <a:lnTo>
                  <a:pt x="660273" y="420370"/>
                </a:lnTo>
                <a:lnTo>
                  <a:pt x="660527" y="419100"/>
                </a:lnTo>
                <a:close/>
              </a:path>
              <a:path w="703579" h="560070">
                <a:moveTo>
                  <a:pt x="57150" y="445770"/>
                </a:moveTo>
                <a:lnTo>
                  <a:pt x="57404" y="447040"/>
                </a:lnTo>
                <a:lnTo>
                  <a:pt x="57962" y="447040"/>
                </a:lnTo>
                <a:lnTo>
                  <a:pt x="57150" y="445770"/>
                </a:lnTo>
                <a:close/>
              </a:path>
              <a:path w="703579" h="560070">
                <a:moveTo>
                  <a:pt x="50165" y="433070"/>
                </a:moveTo>
                <a:lnTo>
                  <a:pt x="50292" y="434340"/>
                </a:lnTo>
                <a:lnTo>
                  <a:pt x="50823" y="434340"/>
                </a:lnTo>
                <a:lnTo>
                  <a:pt x="50165" y="433070"/>
                </a:lnTo>
                <a:close/>
              </a:path>
              <a:path w="703579" h="560070">
                <a:moveTo>
                  <a:pt x="43687" y="420370"/>
                </a:moveTo>
                <a:lnTo>
                  <a:pt x="43942" y="421640"/>
                </a:lnTo>
                <a:lnTo>
                  <a:pt x="44288" y="421640"/>
                </a:lnTo>
                <a:lnTo>
                  <a:pt x="43687" y="420370"/>
                </a:lnTo>
                <a:close/>
              </a:path>
              <a:path w="703579" h="560070">
                <a:moveTo>
                  <a:pt x="675259" y="378460"/>
                </a:moveTo>
                <a:lnTo>
                  <a:pt x="670940" y="392430"/>
                </a:lnTo>
                <a:lnTo>
                  <a:pt x="671194" y="392430"/>
                </a:lnTo>
                <a:lnTo>
                  <a:pt x="665988" y="406400"/>
                </a:lnTo>
                <a:lnTo>
                  <a:pt x="666241" y="406400"/>
                </a:lnTo>
                <a:lnTo>
                  <a:pt x="660273" y="420370"/>
                </a:lnTo>
                <a:lnTo>
                  <a:pt x="680719" y="420370"/>
                </a:lnTo>
                <a:lnTo>
                  <a:pt x="683767" y="412750"/>
                </a:lnTo>
                <a:lnTo>
                  <a:pt x="689102" y="398780"/>
                </a:lnTo>
                <a:lnTo>
                  <a:pt x="693547" y="383540"/>
                </a:lnTo>
                <a:lnTo>
                  <a:pt x="694551" y="379730"/>
                </a:lnTo>
                <a:lnTo>
                  <a:pt x="675132" y="379730"/>
                </a:lnTo>
                <a:lnTo>
                  <a:pt x="675259" y="378460"/>
                </a:lnTo>
                <a:close/>
              </a:path>
              <a:path w="703579" h="560070">
                <a:moveTo>
                  <a:pt x="701653" y="280670"/>
                </a:moveTo>
                <a:lnTo>
                  <a:pt x="682625" y="280670"/>
                </a:lnTo>
                <a:lnTo>
                  <a:pt x="682730" y="281940"/>
                </a:lnTo>
                <a:lnTo>
                  <a:pt x="682837" y="283399"/>
                </a:lnTo>
                <a:lnTo>
                  <a:pt x="683753" y="294216"/>
                </a:lnTo>
                <a:lnTo>
                  <a:pt x="684276" y="308610"/>
                </a:lnTo>
                <a:lnTo>
                  <a:pt x="684050" y="322156"/>
                </a:lnTo>
                <a:lnTo>
                  <a:pt x="683187" y="335098"/>
                </a:lnTo>
                <a:lnTo>
                  <a:pt x="683090" y="336555"/>
                </a:lnTo>
                <a:lnTo>
                  <a:pt x="683006" y="337820"/>
                </a:lnTo>
                <a:lnTo>
                  <a:pt x="682853" y="337820"/>
                </a:lnTo>
                <a:lnTo>
                  <a:pt x="681339" y="349884"/>
                </a:lnTo>
                <a:lnTo>
                  <a:pt x="678561" y="365760"/>
                </a:lnTo>
                <a:lnTo>
                  <a:pt x="678391" y="365760"/>
                </a:lnTo>
                <a:lnTo>
                  <a:pt x="675132" y="379730"/>
                </a:lnTo>
                <a:lnTo>
                  <a:pt x="694551" y="379730"/>
                </a:lnTo>
                <a:lnTo>
                  <a:pt x="697230" y="369570"/>
                </a:lnTo>
                <a:lnTo>
                  <a:pt x="697928" y="365760"/>
                </a:lnTo>
                <a:lnTo>
                  <a:pt x="678561" y="365760"/>
                </a:lnTo>
                <a:lnTo>
                  <a:pt x="678746" y="364701"/>
                </a:lnTo>
                <a:lnTo>
                  <a:pt x="698122" y="364701"/>
                </a:lnTo>
                <a:lnTo>
                  <a:pt x="700024" y="354330"/>
                </a:lnTo>
                <a:lnTo>
                  <a:pt x="701929" y="339090"/>
                </a:lnTo>
                <a:lnTo>
                  <a:pt x="702024" y="337820"/>
                </a:lnTo>
                <a:lnTo>
                  <a:pt x="683006" y="337820"/>
                </a:lnTo>
                <a:lnTo>
                  <a:pt x="683090" y="336555"/>
                </a:lnTo>
                <a:lnTo>
                  <a:pt x="702119" y="336555"/>
                </a:lnTo>
                <a:lnTo>
                  <a:pt x="703072" y="323850"/>
                </a:lnTo>
                <a:lnTo>
                  <a:pt x="703279" y="312420"/>
                </a:lnTo>
                <a:lnTo>
                  <a:pt x="703283" y="308610"/>
                </a:lnTo>
                <a:lnTo>
                  <a:pt x="702944" y="298450"/>
                </a:lnTo>
                <a:lnTo>
                  <a:pt x="702817" y="294640"/>
                </a:lnTo>
                <a:lnTo>
                  <a:pt x="701971" y="284480"/>
                </a:lnTo>
                <a:lnTo>
                  <a:pt x="701881" y="283399"/>
                </a:lnTo>
                <a:lnTo>
                  <a:pt x="701759" y="281940"/>
                </a:lnTo>
                <a:lnTo>
                  <a:pt x="701653" y="280670"/>
                </a:lnTo>
                <a:close/>
              </a:path>
              <a:path w="703579" h="560070">
                <a:moveTo>
                  <a:pt x="25076" y="365760"/>
                </a:moveTo>
                <a:lnTo>
                  <a:pt x="25277" y="367054"/>
                </a:lnTo>
                <a:lnTo>
                  <a:pt x="25478" y="367815"/>
                </a:lnTo>
                <a:lnTo>
                  <a:pt x="25406" y="367054"/>
                </a:lnTo>
                <a:lnTo>
                  <a:pt x="25076" y="365760"/>
                </a:lnTo>
                <a:close/>
              </a:path>
              <a:path w="703579" h="560070">
                <a:moveTo>
                  <a:pt x="694012" y="240030"/>
                </a:moveTo>
                <a:lnTo>
                  <a:pt x="674369" y="240030"/>
                </a:lnTo>
                <a:lnTo>
                  <a:pt x="678053" y="254000"/>
                </a:lnTo>
                <a:lnTo>
                  <a:pt x="680592" y="267970"/>
                </a:lnTo>
                <a:lnTo>
                  <a:pt x="682440" y="280670"/>
                </a:lnTo>
                <a:lnTo>
                  <a:pt x="682530" y="281288"/>
                </a:lnTo>
                <a:lnTo>
                  <a:pt x="682625" y="281940"/>
                </a:lnTo>
                <a:lnTo>
                  <a:pt x="682625" y="280670"/>
                </a:lnTo>
                <a:lnTo>
                  <a:pt x="701653" y="280670"/>
                </a:lnTo>
                <a:lnTo>
                  <a:pt x="701548" y="279400"/>
                </a:lnTo>
                <a:lnTo>
                  <a:pt x="699388" y="264160"/>
                </a:lnTo>
                <a:lnTo>
                  <a:pt x="696467" y="250190"/>
                </a:lnTo>
                <a:lnTo>
                  <a:pt x="694012" y="240030"/>
                </a:lnTo>
                <a:close/>
              </a:path>
              <a:path w="703579" h="560070">
                <a:moveTo>
                  <a:pt x="652221" y="149860"/>
                </a:moveTo>
                <a:lnTo>
                  <a:pt x="629538" y="149860"/>
                </a:lnTo>
                <a:lnTo>
                  <a:pt x="638429" y="162560"/>
                </a:lnTo>
                <a:lnTo>
                  <a:pt x="638175" y="162560"/>
                </a:lnTo>
                <a:lnTo>
                  <a:pt x="646176" y="175260"/>
                </a:lnTo>
                <a:lnTo>
                  <a:pt x="645922" y="175260"/>
                </a:lnTo>
                <a:lnTo>
                  <a:pt x="653288" y="187960"/>
                </a:lnTo>
                <a:lnTo>
                  <a:pt x="659764" y="200660"/>
                </a:lnTo>
                <a:lnTo>
                  <a:pt x="659511" y="200660"/>
                </a:lnTo>
                <a:lnTo>
                  <a:pt x="665353" y="213360"/>
                </a:lnTo>
                <a:lnTo>
                  <a:pt x="670306" y="227330"/>
                </a:lnTo>
                <a:lnTo>
                  <a:pt x="674497" y="241300"/>
                </a:lnTo>
                <a:lnTo>
                  <a:pt x="674369" y="240030"/>
                </a:lnTo>
                <a:lnTo>
                  <a:pt x="694012" y="240030"/>
                </a:lnTo>
                <a:lnTo>
                  <a:pt x="692785" y="234950"/>
                </a:lnTo>
                <a:lnTo>
                  <a:pt x="676910" y="191770"/>
                </a:lnTo>
                <a:lnTo>
                  <a:pt x="654050" y="152400"/>
                </a:lnTo>
                <a:lnTo>
                  <a:pt x="652221" y="149860"/>
                </a:lnTo>
                <a:close/>
              </a:path>
              <a:path w="703579" h="560070">
                <a:moveTo>
                  <a:pt x="32719" y="228600"/>
                </a:moveTo>
                <a:lnTo>
                  <a:pt x="32512" y="228600"/>
                </a:lnTo>
                <a:lnTo>
                  <a:pt x="31532" y="231865"/>
                </a:lnTo>
                <a:lnTo>
                  <a:pt x="32719" y="228600"/>
                </a:lnTo>
                <a:close/>
              </a:path>
              <a:path w="703579" h="560070">
                <a:moveTo>
                  <a:pt x="57531" y="175260"/>
                </a:moveTo>
                <a:lnTo>
                  <a:pt x="57023" y="175260"/>
                </a:lnTo>
                <a:lnTo>
                  <a:pt x="56769" y="176530"/>
                </a:lnTo>
                <a:lnTo>
                  <a:pt x="57531" y="175260"/>
                </a:lnTo>
                <a:close/>
              </a:path>
              <a:path w="703579" h="560070">
                <a:moveTo>
                  <a:pt x="74803" y="149860"/>
                </a:moveTo>
                <a:lnTo>
                  <a:pt x="74168" y="149860"/>
                </a:lnTo>
                <a:lnTo>
                  <a:pt x="73787" y="151130"/>
                </a:lnTo>
                <a:lnTo>
                  <a:pt x="74803" y="149860"/>
                </a:lnTo>
                <a:close/>
              </a:path>
              <a:path w="703579" h="560070">
                <a:moveTo>
                  <a:pt x="643915" y="138430"/>
                </a:moveTo>
                <a:lnTo>
                  <a:pt x="620268" y="138430"/>
                </a:lnTo>
                <a:lnTo>
                  <a:pt x="629920" y="151130"/>
                </a:lnTo>
                <a:lnTo>
                  <a:pt x="629538" y="149860"/>
                </a:lnTo>
                <a:lnTo>
                  <a:pt x="652221" y="149860"/>
                </a:lnTo>
                <a:lnTo>
                  <a:pt x="644906" y="139700"/>
                </a:lnTo>
                <a:lnTo>
                  <a:pt x="643915" y="138430"/>
                </a:lnTo>
                <a:close/>
              </a:path>
              <a:path w="703579" h="560070">
                <a:moveTo>
                  <a:pt x="635000" y="127000"/>
                </a:moveTo>
                <a:lnTo>
                  <a:pt x="610235" y="127000"/>
                </a:lnTo>
                <a:lnTo>
                  <a:pt x="620522" y="139700"/>
                </a:lnTo>
                <a:lnTo>
                  <a:pt x="620268" y="138430"/>
                </a:lnTo>
                <a:lnTo>
                  <a:pt x="643915" y="138430"/>
                </a:lnTo>
                <a:lnTo>
                  <a:pt x="635000" y="127000"/>
                </a:lnTo>
                <a:close/>
              </a:path>
              <a:path w="703579" h="560070">
                <a:moveTo>
                  <a:pt x="597196" y="114300"/>
                </a:moveTo>
                <a:lnTo>
                  <a:pt x="598339" y="115570"/>
                </a:lnTo>
                <a:lnTo>
                  <a:pt x="610616" y="128270"/>
                </a:lnTo>
                <a:lnTo>
                  <a:pt x="610235" y="127000"/>
                </a:lnTo>
                <a:lnTo>
                  <a:pt x="635000" y="127000"/>
                </a:lnTo>
                <a:lnTo>
                  <a:pt x="626567" y="116840"/>
                </a:lnTo>
                <a:lnTo>
                  <a:pt x="599821" y="116840"/>
                </a:lnTo>
                <a:lnTo>
                  <a:pt x="597196" y="114300"/>
                </a:lnTo>
                <a:close/>
              </a:path>
              <a:path w="703579" h="560070">
                <a:moveTo>
                  <a:pt x="95250" y="125730"/>
                </a:moveTo>
                <a:lnTo>
                  <a:pt x="94487" y="125730"/>
                </a:lnTo>
                <a:lnTo>
                  <a:pt x="94107" y="127000"/>
                </a:lnTo>
                <a:lnTo>
                  <a:pt x="95250" y="125730"/>
                </a:lnTo>
                <a:close/>
              </a:path>
              <a:path w="703579" h="560070">
                <a:moveTo>
                  <a:pt x="604901" y="95250"/>
                </a:moveTo>
                <a:lnTo>
                  <a:pt x="575945" y="95250"/>
                </a:lnTo>
                <a:lnTo>
                  <a:pt x="588391" y="105410"/>
                </a:lnTo>
                <a:lnTo>
                  <a:pt x="588010" y="105410"/>
                </a:lnTo>
                <a:lnTo>
                  <a:pt x="599821" y="116840"/>
                </a:lnTo>
                <a:lnTo>
                  <a:pt x="626567" y="116840"/>
                </a:lnTo>
                <a:lnTo>
                  <a:pt x="624459" y="114300"/>
                </a:lnTo>
                <a:lnTo>
                  <a:pt x="613029" y="102870"/>
                </a:lnTo>
                <a:lnTo>
                  <a:pt x="604901" y="95250"/>
                </a:lnTo>
                <a:close/>
              </a:path>
              <a:path w="703579" h="560070">
                <a:moveTo>
                  <a:pt x="106482" y="114300"/>
                </a:moveTo>
                <a:lnTo>
                  <a:pt x="105537" y="114300"/>
                </a:lnTo>
                <a:lnTo>
                  <a:pt x="105156" y="115570"/>
                </a:lnTo>
                <a:lnTo>
                  <a:pt x="106482" y="114300"/>
                </a:lnTo>
                <a:close/>
              </a:path>
              <a:path w="703579" h="560070">
                <a:moveTo>
                  <a:pt x="581278" y="76200"/>
                </a:moveTo>
                <a:lnTo>
                  <a:pt x="549656" y="76200"/>
                </a:lnTo>
                <a:lnTo>
                  <a:pt x="563499" y="86360"/>
                </a:lnTo>
                <a:lnTo>
                  <a:pt x="563118" y="86360"/>
                </a:lnTo>
                <a:lnTo>
                  <a:pt x="576326" y="96520"/>
                </a:lnTo>
                <a:lnTo>
                  <a:pt x="575945" y="95250"/>
                </a:lnTo>
                <a:lnTo>
                  <a:pt x="604901" y="95250"/>
                </a:lnTo>
                <a:lnTo>
                  <a:pt x="600837" y="91440"/>
                </a:lnTo>
                <a:lnTo>
                  <a:pt x="588010" y="81280"/>
                </a:lnTo>
                <a:lnTo>
                  <a:pt x="581278" y="76200"/>
                </a:lnTo>
                <a:close/>
              </a:path>
              <a:path w="703579" h="560070">
                <a:moveTo>
                  <a:pt x="569166" y="67310"/>
                </a:moveTo>
                <a:lnTo>
                  <a:pt x="535559" y="67310"/>
                </a:lnTo>
                <a:lnTo>
                  <a:pt x="550037" y="77470"/>
                </a:lnTo>
                <a:lnTo>
                  <a:pt x="549656" y="76200"/>
                </a:lnTo>
                <a:lnTo>
                  <a:pt x="581278" y="76200"/>
                </a:lnTo>
                <a:lnTo>
                  <a:pt x="574548" y="71120"/>
                </a:lnTo>
                <a:lnTo>
                  <a:pt x="569166" y="67310"/>
                </a:lnTo>
                <a:close/>
              </a:path>
              <a:path w="703579" h="560070">
                <a:moveTo>
                  <a:pt x="534542" y="45720"/>
                </a:moveTo>
                <a:lnTo>
                  <a:pt x="491617" y="45720"/>
                </a:lnTo>
                <a:lnTo>
                  <a:pt x="506984" y="53340"/>
                </a:lnTo>
                <a:lnTo>
                  <a:pt x="506475" y="53340"/>
                </a:lnTo>
                <a:lnTo>
                  <a:pt x="521588" y="59690"/>
                </a:lnTo>
                <a:lnTo>
                  <a:pt x="521208" y="59690"/>
                </a:lnTo>
                <a:lnTo>
                  <a:pt x="535940" y="68580"/>
                </a:lnTo>
                <a:lnTo>
                  <a:pt x="535559" y="67310"/>
                </a:lnTo>
                <a:lnTo>
                  <a:pt x="569166" y="67310"/>
                </a:lnTo>
                <a:lnTo>
                  <a:pt x="560197" y="60960"/>
                </a:lnTo>
                <a:lnTo>
                  <a:pt x="545338" y="52070"/>
                </a:lnTo>
                <a:lnTo>
                  <a:pt x="534542" y="45720"/>
                </a:lnTo>
                <a:close/>
              </a:path>
              <a:path w="703579" h="560070">
                <a:moveTo>
                  <a:pt x="183895" y="59690"/>
                </a:moveTo>
                <a:lnTo>
                  <a:pt x="181863" y="59690"/>
                </a:lnTo>
                <a:lnTo>
                  <a:pt x="181483" y="60960"/>
                </a:lnTo>
                <a:lnTo>
                  <a:pt x="183895" y="59690"/>
                </a:lnTo>
                <a:close/>
              </a:path>
              <a:path w="703579" h="560070">
                <a:moveTo>
                  <a:pt x="211842" y="46390"/>
                </a:moveTo>
                <a:lnTo>
                  <a:pt x="210058" y="46990"/>
                </a:lnTo>
                <a:lnTo>
                  <a:pt x="210438" y="46990"/>
                </a:lnTo>
                <a:lnTo>
                  <a:pt x="211842" y="46390"/>
                </a:lnTo>
                <a:close/>
              </a:path>
              <a:path w="703579" h="560070">
                <a:moveTo>
                  <a:pt x="474912" y="40044"/>
                </a:moveTo>
                <a:lnTo>
                  <a:pt x="491998" y="46990"/>
                </a:lnTo>
                <a:lnTo>
                  <a:pt x="491617" y="45720"/>
                </a:lnTo>
                <a:lnTo>
                  <a:pt x="534542" y="45720"/>
                </a:lnTo>
                <a:lnTo>
                  <a:pt x="530225" y="43180"/>
                </a:lnTo>
                <a:lnTo>
                  <a:pt x="525060" y="40640"/>
                </a:lnTo>
                <a:lnTo>
                  <a:pt x="476757" y="40640"/>
                </a:lnTo>
                <a:lnTo>
                  <a:pt x="474912" y="40044"/>
                </a:lnTo>
                <a:close/>
              </a:path>
              <a:path w="703579" h="560070">
                <a:moveTo>
                  <a:pt x="502132" y="30480"/>
                </a:moveTo>
                <a:lnTo>
                  <a:pt x="445388" y="30480"/>
                </a:lnTo>
                <a:lnTo>
                  <a:pt x="461391" y="35560"/>
                </a:lnTo>
                <a:lnTo>
                  <a:pt x="461010" y="35560"/>
                </a:lnTo>
                <a:lnTo>
                  <a:pt x="476758" y="40640"/>
                </a:lnTo>
                <a:lnTo>
                  <a:pt x="525060" y="40640"/>
                </a:lnTo>
                <a:lnTo>
                  <a:pt x="514731" y="35560"/>
                </a:lnTo>
                <a:lnTo>
                  <a:pt x="502132" y="30480"/>
                </a:lnTo>
                <a:close/>
              </a:path>
              <a:path w="703579" h="560070">
                <a:moveTo>
                  <a:pt x="243610" y="35560"/>
                </a:moveTo>
                <a:lnTo>
                  <a:pt x="240284" y="35560"/>
                </a:lnTo>
                <a:lnTo>
                  <a:pt x="239775" y="36830"/>
                </a:lnTo>
                <a:lnTo>
                  <a:pt x="243610" y="35560"/>
                </a:lnTo>
                <a:close/>
              </a:path>
              <a:path w="703579" h="560070">
                <a:moveTo>
                  <a:pt x="256470" y="31400"/>
                </a:moveTo>
                <a:lnTo>
                  <a:pt x="254549" y="31862"/>
                </a:lnTo>
                <a:lnTo>
                  <a:pt x="254680" y="31862"/>
                </a:lnTo>
                <a:lnTo>
                  <a:pt x="256470" y="31400"/>
                </a:lnTo>
                <a:close/>
              </a:path>
              <a:path w="703579" h="560070">
                <a:moveTo>
                  <a:pt x="256470" y="31400"/>
                </a:moveTo>
                <a:lnTo>
                  <a:pt x="254680" y="31862"/>
                </a:lnTo>
                <a:lnTo>
                  <a:pt x="255052" y="31862"/>
                </a:lnTo>
                <a:lnTo>
                  <a:pt x="256470" y="31400"/>
                </a:lnTo>
                <a:close/>
              </a:path>
              <a:path w="703579" h="560070">
                <a:moveTo>
                  <a:pt x="470884" y="19050"/>
                </a:moveTo>
                <a:lnTo>
                  <a:pt x="365887" y="19050"/>
                </a:lnTo>
                <a:lnTo>
                  <a:pt x="383396" y="20396"/>
                </a:lnTo>
                <a:lnTo>
                  <a:pt x="382388" y="20396"/>
                </a:lnTo>
                <a:lnTo>
                  <a:pt x="398577" y="22907"/>
                </a:lnTo>
                <a:lnTo>
                  <a:pt x="413896" y="24090"/>
                </a:lnTo>
                <a:lnTo>
                  <a:pt x="414374" y="24243"/>
                </a:lnTo>
                <a:lnTo>
                  <a:pt x="430388" y="28026"/>
                </a:lnTo>
                <a:lnTo>
                  <a:pt x="430134" y="28026"/>
                </a:lnTo>
                <a:lnTo>
                  <a:pt x="446371" y="31862"/>
                </a:lnTo>
                <a:lnTo>
                  <a:pt x="445941" y="31862"/>
                </a:lnTo>
                <a:lnTo>
                  <a:pt x="445388" y="30480"/>
                </a:lnTo>
                <a:lnTo>
                  <a:pt x="502132" y="30480"/>
                </a:lnTo>
                <a:lnTo>
                  <a:pt x="483100" y="22907"/>
                </a:lnTo>
                <a:lnTo>
                  <a:pt x="470884" y="19050"/>
                </a:lnTo>
                <a:close/>
              </a:path>
              <a:path w="703579" h="560070">
                <a:moveTo>
                  <a:pt x="413896" y="24090"/>
                </a:moveTo>
                <a:lnTo>
                  <a:pt x="413727" y="24090"/>
                </a:lnTo>
                <a:lnTo>
                  <a:pt x="414374" y="24243"/>
                </a:lnTo>
                <a:lnTo>
                  <a:pt x="413896" y="240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789167" y="3037078"/>
            <a:ext cx="7067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0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566417" y="3933190"/>
            <a:ext cx="1155700" cy="1168400"/>
            <a:chOff x="1566417" y="3933190"/>
            <a:chExt cx="1155700" cy="1168400"/>
          </a:xfrm>
        </p:grpSpPr>
        <p:sp>
          <p:nvSpPr>
            <p:cNvPr id="12" name="object 12" descr=""/>
            <p:cNvSpPr/>
            <p:nvPr/>
          </p:nvSpPr>
          <p:spPr>
            <a:xfrm>
              <a:off x="1572767" y="3939540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571500" y="0"/>
                  </a:moveTo>
                  <a:lnTo>
                    <a:pt x="524632" y="1914"/>
                  </a:lnTo>
                  <a:lnTo>
                    <a:pt x="478808" y="7559"/>
                  </a:lnTo>
                  <a:lnTo>
                    <a:pt x="434173" y="16784"/>
                  </a:lnTo>
                  <a:lnTo>
                    <a:pt x="390875" y="29443"/>
                  </a:lnTo>
                  <a:lnTo>
                    <a:pt x="349061" y="45386"/>
                  </a:lnTo>
                  <a:lnTo>
                    <a:pt x="308878" y="64465"/>
                  </a:lnTo>
                  <a:lnTo>
                    <a:pt x="270474" y="86530"/>
                  </a:lnTo>
                  <a:lnTo>
                    <a:pt x="233994" y="111434"/>
                  </a:lnTo>
                  <a:lnTo>
                    <a:pt x="199588" y="139028"/>
                  </a:lnTo>
                  <a:lnTo>
                    <a:pt x="167401" y="169163"/>
                  </a:lnTo>
                  <a:lnTo>
                    <a:pt x="137582" y="201691"/>
                  </a:lnTo>
                  <a:lnTo>
                    <a:pt x="110276" y="236463"/>
                  </a:lnTo>
                  <a:lnTo>
                    <a:pt x="85632" y="273331"/>
                  </a:lnTo>
                  <a:lnTo>
                    <a:pt x="63796" y="312145"/>
                  </a:lnTo>
                  <a:lnTo>
                    <a:pt x="44916" y="352758"/>
                  </a:lnTo>
                  <a:lnTo>
                    <a:pt x="29138" y="395020"/>
                  </a:lnTo>
                  <a:lnTo>
                    <a:pt x="16611" y="438784"/>
                  </a:lnTo>
                  <a:lnTo>
                    <a:pt x="7480" y="483900"/>
                  </a:lnTo>
                  <a:lnTo>
                    <a:pt x="1894" y="530220"/>
                  </a:lnTo>
                  <a:lnTo>
                    <a:pt x="0" y="577596"/>
                  </a:lnTo>
                  <a:lnTo>
                    <a:pt x="1894" y="624971"/>
                  </a:lnTo>
                  <a:lnTo>
                    <a:pt x="7480" y="671291"/>
                  </a:lnTo>
                  <a:lnTo>
                    <a:pt x="16611" y="716407"/>
                  </a:lnTo>
                  <a:lnTo>
                    <a:pt x="29138" y="760171"/>
                  </a:lnTo>
                  <a:lnTo>
                    <a:pt x="44916" y="802433"/>
                  </a:lnTo>
                  <a:lnTo>
                    <a:pt x="63796" y="843046"/>
                  </a:lnTo>
                  <a:lnTo>
                    <a:pt x="85632" y="881860"/>
                  </a:lnTo>
                  <a:lnTo>
                    <a:pt x="110276" y="918728"/>
                  </a:lnTo>
                  <a:lnTo>
                    <a:pt x="137582" y="953500"/>
                  </a:lnTo>
                  <a:lnTo>
                    <a:pt x="167401" y="986028"/>
                  </a:lnTo>
                  <a:lnTo>
                    <a:pt x="199588" y="1016163"/>
                  </a:lnTo>
                  <a:lnTo>
                    <a:pt x="233994" y="1043757"/>
                  </a:lnTo>
                  <a:lnTo>
                    <a:pt x="270474" y="1068661"/>
                  </a:lnTo>
                  <a:lnTo>
                    <a:pt x="308878" y="1090726"/>
                  </a:lnTo>
                  <a:lnTo>
                    <a:pt x="349061" y="1109805"/>
                  </a:lnTo>
                  <a:lnTo>
                    <a:pt x="390875" y="1125748"/>
                  </a:lnTo>
                  <a:lnTo>
                    <a:pt x="434173" y="1138407"/>
                  </a:lnTo>
                  <a:lnTo>
                    <a:pt x="478808" y="1147632"/>
                  </a:lnTo>
                  <a:lnTo>
                    <a:pt x="524632" y="1153277"/>
                  </a:lnTo>
                  <a:lnTo>
                    <a:pt x="571500" y="1155192"/>
                  </a:lnTo>
                  <a:lnTo>
                    <a:pt x="618367" y="1153277"/>
                  </a:lnTo>
                  <a:lnTo>
                    <a:pt x="664191" y="1147632"/>
                  </a:lnTo>
                  <a:lnTo>
                    <a:pt x="708826" y="1138407"/>
                  </a:lnTo>
                  <a:lnTo>
                    <a:pt x="752124" y="1125748"/>
                  </a:lnTo>
                  <a:lnTo>
                    <a:pt x="793938" y="1109805"/>
                  </a:lnTo>
                  <a:lnTo>
                    <a:pt x="834121" y="1090726"/>
                  </a:lnTo>
                  <a:lnTo>
                    <a:pt x="872525" y="1068661"/>
                  </a:lnTo>
                  <a:lnTo>
                    <a:pt x="909005" y="1043757"/>
                  </a:lnTo>
                  <a:lnTo>
                    <a:pt x="943411" y="1016163"/>
                  </a:lnTo>
                  <a:lnTo>
                    <a:pt x="975598" y="986028"/>
                  </a:lnTo>
                  <a:lnTo>
                    <a:pt x="1005417" y="953500"/>
                  </a:lnTo>
                  <a:lnTo>
                    <a:pt x="1032723" y="918728"/>
                  </a:lnTo>
                  <a:lnTo>
                    <a:pt x="1057367" y="881860"/>
                  </a:lnTo>
                  <a:lnTo>
                    <a:pt x="1079203" y="843046"/>
                  </a:lnTo>
                  <a:lnTo>
                    <a:pt x="1098083" y="802433"/>
                  </a:lnTo>
                  <a:lnTo>
                    <a:pt x="1113861" y="760171"/>
                  </a:lnTo>
                  <a:lnTo>
                    <a:pt x="1126388" y="716407"/>
                  </a:lnTo>
                  <a:lnTo>
                    <a:pt x="1135519" y="671291"/>
                  </a:lnTo>
                  <a:lnTo>
                    <a:pt x="1141105" y="624971"/>
                  </a:lnTo>
                  <a:lnTo>
                    <a:pt x="1143000" y="577596"/>
                  </a:lnTo>
                  <a:lnTo>
                    <a:pt x="1141105" y="530220"/>
                  </a:lnTo>
                  <a:lnTo>
                    <a:pt x="1135519" y="483900"/>
                  </a:lnTo>
                  <a:lnTo>
                    <a:pt x="1126388" y="438784"/>
                  </a:lnTo>
                  <a:lnTo>
                    <a:pt x="1113861" y="395020"/>
                  </a:lnTo>
                  <a:lnTo>
                    <a:pt x="1098083" y="352758"/>
                  </a:lnTo>
                  <a:lnTo>
                    <a:pt x="1079203" y="312145"/>
                  </a:lnTo>
                  <a:lnTo>
                    <a:pt x="1057367" y="273331"/>
                  </a:lnTo>
                  <a:lnTo>
                    <a:pt x="1032723" y="236463"/>
                  </a:lnTo>
                  <a:lnTo>
                    <a:pt x="1005417" y="201691"/>
                  </a:lnTo>
                  <a:lnTo>
                    <a:pt x="975598" y="169163"/>
                  </a:lnTo>
                  <a:lnTo>
                    <a:pt x="943411" y="139028"/>
                  </a:lnTo>
                  <a:lnTo>
                    <a:pt x="909005" y="111434"/>
                  </a:lnTo>
                  <a:lnTo>
                    <a:pt x="872525" y="86530"/>
                  </a:lnTo>
                  <a:lnTo>
                    <a:pt x="834121" y="64465"/>
                  </a:lnTo>
                  <a:lnTo>
                    <a:pt x="793938" y="45386"/>
                  </a:lnTo>
                  <a:lnTo>
                    <a:pt x="752124" y="29443"/>
                  </a:lnTo>
                  <a:lnTo>
                    <a:pt x="708826" y="16784"/>
                  </a:lnTo>
                  <a:lnTo>
                    <a:pt x="664191" y="7559"/>
                  </a:lnTo>
                  <a:lnTo>
                    <a:pt x="618367" y="191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72767" y="3939540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0" y="577596"/>
                  </a:moveTo>
                  <a:lnTo>
                    <a:pt x="1894" y="530220"/>
                  </a:lnTo>
                  <a:lnTo>
                    <a:pt x="7480" y="483900"/>
                  </a:lnTo>
                  <a:lnTo>
                    <a:pt x="16611" y="438784"/>
                  </a:lnTo>
                  <a:lnTo>
                    <a:pt x="29138" y="395020"/>
                  </a:lnTo>
                  <a:lnTo>
                    <a:pt x="44916" y="352758"/>
                  </a:lnTo>
                  <a:lnTo>
                    <a:pt x="63796" y="312145"/>
                  </a:lnTo>
                  <a:lnTo>
                    <a:pt x="85632" y="273331"/>
                  </a:lnTo>
                  <a:lnTo>
                    <a:pt x="110276" y="236463"/>
                  </a:lnTo>
                  <a:lnTo>
                    <a:pt x="137582" y="201691"/>
                  </a:lnTo>
                  <a:lnTo>
                    <a:pt x="167401" y="169163"/>
                  </a:lnTo>
                  <a:lnTo>
                    <a:pt x="199588" y="139028"/>
                  </a:lnTo>
                  <a:lnTo>
                    <a:pt x="233994" y="111434"/>
                  </a:lnTo>
                  <a:lnTo>
                    <a:pt x="270474" y="86530"/>
                  </a:lnTo>
                  <a:lnTo>
                    <a:pt x="308878" y="64465"/>
                  </a:lnTo>
                  <a:lnTo>
                    <a:pt x="349061" y="45386"/>
                  </a:lnTo>
                  <a:lnTo>
                    <a:pt x="390875" y="29443"/>
                  </a:lnTo>
                  <a:lnTo>
                    <a:pt x="434173" y="16784"/>
                  </a:lnTo>
                  <a:lnTo>
                    <a:pt x="478808" y="7559"/>
                  </a:lnTo>
                  <a:lnTo>
                    <a:pt x="524632" y="1914"/>
                  </a:lnTo>
                  <a:lnTo>
                    <a:pt x="571500" y="0"/>
                  </a:lnTo>
                  <a:lnTo>
                    <a:pt x="618367" y="1914"/>
                  </a:lnTo>
                  <a:lnTo>
                    <a:pt x="664191" y="7559"/>
                  </a:lnTo>
                  <a:lnTo>
                    <a:pt x="708826" y="16784"/>
                  </a:lnTo>
                  <a:lnTo>
                    <a:pt x="752124" y="29443"/>
                  </a:lnTo>
                  <a:lnTo>
                    <a:pt x="793938" y="45386"/>
                  </a:lnTo>
                  <a:lnTo>
                    <a:pt x="834121" y="64465"/>
                  </a:lnTo>
                  <a:lnTo>
                    <a:pt x="872525" y="86530"/>
                  </a:lnTo>
                  <a:lnTo>
                    <a:pt x="909005" y="111434"/>
                  </a:lnTo>
                  <a:lnTo>
                    <a:pt x="943411" y="139028"/>
                  </a:lnTo>
                  <a:lnTo>
                    <a:pt x="975598" y="169163"/>
                  </a:lnTo>
                  <a:lnTo>
                    <a:pt x="1005417" y="201691"/>
                  </a:lnTo>
                  <a:lnTo>
                    <a:pt x="1032723" y="236463"/>
                  </a:lnTo>
                  <a:lnTo>
                    <a:pt x="1057367" y="273331"/>
                  </a:lnTo>
                  <a:lnTo>
                    <a:pt x="1079203" y="312145"/>
                  </a:lnTo>
                  <a:lnTo>
                    <a:pt x="1098083" y="352758"/>
                  </a:lnTo>
                  <a:lnTo>
                    <a:pt x="1113861" y="395020"/>
                  </a:lnTo>
                  <a:lnTo>
                    <a:pt x="1126388" y="438784"/>
                  </a:lnTo>
                  <a:lnTo>
                    <a:pt x="1135519" y="483900"/>
                  </a:lnTo>
                  <a:lnTo>
                    <a:pt x="1141105" y="530220"/>
                  </a:lnTo>
                  <a:lnTo>
                    <a:pt x="1143000" y="577596"/>
                  </a:lnTo>
                  <a:lnTo>
                    <a:pt x="1141105" y="624971"/>
                  </a:lnTo>
                  <a:lnTo>
                    <a:pt x="1135519" y="671291"/>
                  </a:lnTo>
                  <a:lnTo>
                    <a:pt x="1126388" y="716407"/>
                  </a:lnTo>
                  <a:lnTo>
                    <a:pt x="1113861" y="760171"/>
                  </a:lnTo>
                  <a:lnTo>
                    <a:pt x="1098083" y="802433"/>
                  </a:lnTo>
                  <a:lnTo>
                    <a:pt x="1079203" y="843046"/>
                  </a:lnTo>
                  <a:lnTo>
                    <a:pt x="1057367" y="881860"/>
                  </a:lnTo>
                  <a:lnTo>
                    <a:pt x="1032723" y="918728"/>
                  </a:lnTo>
                  <a:lnTo>
                    <a:pt x="1005417" y="953500"/>
                  </a:lnTo>
                  <a:lnTo>
                    <a:pt x="975598" y="986028"/>
                  </a:lnTo>
                  <a:lnTo>
                    <a:pt x="943411" y="1016163"/>
                  </a:lnTo>
                  <a:lnTo>
                    <a:pt x="909005" y="1043757"/>
                  </a:lnTo>
                  <a:lnTo>
                    <a:pt x="872525" y="1068661"/>
                  </a:lnTo>
                  <a:lnTo>
                    <a:pt x="834121" y="1090726"/>
                  </a:lnTo>
                  <a:lnTo>
                    <a:pt x="793938" y="1109805"/>
                  </a:lnTo>
                  <a:lnTo>
                    <a:pt x="752124" y="1125748"/>
                  </a:lnTo>
                  <a:lnTo>
                    <a:pt x="708826" y="1138407"/>
                  </a:lnTo>
                  <a:lnTo>
                    <a:pt x="664191" y="1147632"/>
                  </a:lnTo>
                  <a:lnTo>
                    <a:pt x="618367" y="1153277"/>
                  </a:lnTo>
                  <a:lnTo>
                    <a:pt x="571500" y="1155192"/>
                  </a:lnTo>
                  <a:lnTo>
                    <a:pt x="524632" y="1153277"/>
                  </a:lnTo>
                  <a:lnTo>
                    <a:pt x="478808" y="1147632"/>
                  </a:lnTo>
                  <a:lnTo>
                    <a:pt x="434173" y="1138407"/>
                  </a:lnTo>
                  <a:lnTo>
                    <a:pt x="390875" y="1125748"/>
                  </a:lnTo>
                  <a:lnTo>
                    <a:pt x="349061" y="1109805"/>
                  </a:lnTo>
                  <a:lnTo>
                    <a:pt x="308878" y="1090726"/>
                  </a:lnTo>
                  <a:lnTo>
                    <a:pt x="270474" y="1068661"/>
                  </a:lnTo>
                  <a:lnTo>
                    <a:pt x="233994" y="1043757"/>
                  </a:lnTo>
                  <a:lnTo>
                    <a:pt x="199588" y="1016163"/>
                  </a:lnTo>
                  <a:lnTo>
                    <a:pt x="167401" y="986028"/>
                  </a:lnTo>
                  <a:lnTo>
                    <a:pt x="137582" y="953500"/>
                  </a:lnTo>
                  <a:lnTo>
                    <a:pt x="110276" y="918728"/>
                  </a:lnTo>
                  <a:lnTo>
                    <a:pt x="85632" y="881860"/>
                  </a:lnTo>
                  <a:lnTo>
                    <a:pt x="63796" y="843046"/>
                  </a:lnTo>
                  <a:lnTo>
                    <a:pt x="44916" y="802433"/>
                  </a:lnTo>
                  <a:lnTo>
                    <a:pt x="29138" y="760171"/>
                  </a:lnTo>
                  <a:lnTo>
                    <a:pt x="16611" y="716407"/>
                  </a:lnTo>
                  <a:lnTo>
                    <a:pt x="7480" y="671291"/>
                  </a:lnTo>
                  <a:lnTo>
                    <a:pt x="1894" y="624971"/>
                  </a:lnTo>
                  <a:lnTo>
                    <a:pt x="0" y="57759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9498838" y="3953002"/>
            <a:ext cx="1154430" cy="1165225"/>
            <a:chOff x="9498838" y="3953002"/>
            <a:chExt cx="1154430" cy="1165225"/>
          </a:xfrm>
        </p:grpSpPr>
        <p:sp>
          <p:nvSpPr>
            <p:cNvPr id="16" name="object 16" descr=""/>
            <p:cNvSpPr/>
            <p:nvPr/>
          </p:nvSpPr>
          <p:spPr>
            <a:xfrm>
              <a:off x="9505188" y="3959352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570737" y="0"/>
                  </a:moveTo>
                  <a:lnTo>
                    <a:pt x="523928" y="1909"/>
                  </a:lnTo>
                  <a:lnTo>
                    <a:pt x="478160" y="7540"/>
                  </a:lnTo>
                  <a:lnTo>
                    <a:pt x="433581" y="16743"/>
                  </a:lnTo>
                  <a:lnTo>
                    <a:pt x="390339" y="29370"/>
                  </a:lnTo>
                  <a:lnTo>
                    <a:pt x="348579" y="45273"/>
                  </a:lnTo>
                  <a:lnTo>
                    <a:pt x="308449" y="64304"/>
                  </a:lnTo>
                  <a:lnTo>
                    <a:pt x="270095" y="86313"/>
                  </a:lnTo>
                  <a:lnTo>
                    <a:pt x="233665" y="111154"/>
                  </a:lnTo>
                  <a:lnTo>
                    <a:pt x="199306" y="138677"/>
                  </a:lnTo>
                  <a:lnTo>
                    <a:pt x="167163" y="168735"/>
                  </a:lnTo>
                  <a:lnTo>
                    <a:pt x="137385" y="201179"/>
                  </a:lnTo>
                  <a:lnTo>
                    <a:pt x="110118" y="235860"/>
                  </a:lnTo>
                  <a:lnTo>
                    <a:pt x="85508" y="272631"/>
                  </a:lnTo>
                  <a:lnTo>
                    <a:pt x="63703" y="311342"/>
                  </a:lnTo>
                  <a:lnTo>
                    <a:pt x="44850" y="351847"/>
                  </a:lnTo>
                  <a:lnTo>
                    <a:pt x="29096" y="393996"/>
                  </a:lnTo>
                  <a:lnTo>
                    <a:pt x="16586" y="437641"/>
                  </a:lnTo>
                  <a:lnTo>
                    <a:pt x="7469" y="482635"/>
                  </a:lnTo>
                  <a:lnTo>
                    <a:pt x="1891" y="528827"/>
                  </a:lnTo>
                  <a:lnTo>
                    <a:pt x="0" y="576072"/>
                  </a:lnTo>
                  <a:lnTo>
                    <a:pt x="1891" y="623316"/>
                  </a:lnTo>
                  <a:lnTo>
                    <a:pt x="7469" y="669508"/>
                  </a:lnTo>
                  <a:lnTo>
                    <a:pt x="16586" y="714502"/>
                  </a:lnTo>
                  <a:lnTo>
                    <a:pt x="29096" y="758147"/>
                  </a:lnTo>
                  <a:lnTo>
                    <a:pt x="44850" y="800296"/>
                  </a:lnTo>
                  <a:lnTo>
                    <a:pt x="63703" y="840801"/>
                  </a:lnTo>
                  <a:lnTo>
                    <a:pt x="85508" y="879512"/>
                  </a:lnTo>
                  <a:lnTo>
                    <a:pt x="110118" y="916283"/>
                  </a:lnTo>
                  <a:lnTo>
                    <a:pt x="137385" y="950964"/>
                  </a:lnTo>
                  <a:lnTo>
                    <a:pt x="167163" y="983408"/>
                  </a:lnTo>
                  <a:lnTo>
                    <a:pt x="199306" y="1013466"/>
                  </a:lnTo>
                  <a:lnTo>
                    <a:pt x="233665" y="1040989"/>
                  </a:lnTo>
                  <a:lnTo>
                    <a:pt x="270095" y="1065830"/>
                  </a:lnTo>
                  <a:lnTo>
                    <a:pt x="308449" y="1087839"/>
                  </a:lnTo>
                  <a:lnTo>
                    <a:pt x="348579" y="1106870"/>
                  </a:lnTo>
                  <a:lnTo>
                    <a:pt x="390339" y="1122773"/>
                  </a:lnTo>
                  <a:lnTo>
                    <a:pt x="433581" y="1135400"/>
                  </a:lnTo>
                  <a:lnTo>
                    <a:pt x="478160" y="1144603"/>
                  </a:lnTo>
                  <a:lnTo>
                    <a:pt x="523928" y="1150234"/>
                  </a:lnTo>
                  <a:lnTo>
                    <a:pt x="570737" y="1152144"/>
                  </a:lnTo>
                  <a:lnTo>
                    <a:pt x="617547" y="1150234"/>
                  </a:lnTo>
                  <a:lnTo>
                    <a:pt x="663315" y="1144603"/>
                  </a:lnTo>
                  <a:lnTo>
                    <a:pt x="707894" y="1135400"/>
                  </a:lnTo>
                  <a:lnTo>
                    <a:pt x="751136" y="1122773"/>
                  </a:lnTo>
                  <a:lnTo>
                    <a:pt x="792896" y="1106870"/>
                  </a:lnTo>
                  <a:lnTo>
                    <a:pt x="833026" y="1087839"/>
                  </a:lnTo>
                  <a:lnTo>
                    <a:pt x="871380" y="1065830"/>
                  </a:lnTo>
                  <a:lnTo>
                    <a:pt x="907810" y="1040989"/>
                  </a:lnTo>
                  <a:lnTo>
                    <a:pt x="942169" y="1013466"/>
                  </a:lnTo>
                  <a:lnTo>
                    <a:pt x="974312" y="983408"/>
                  </a:lnTo>
                  <a:lnTo>
                    <a:pt x="1004090" y="950964"/>
                  </a:lnTo>
                  <a:lnTo>
                    <a:pt x="1031357" y="916283"/>
                  </a:lnTo>
                  <a:lnTo>
                    <a:pt x="1055967" y="879512"/>
                  </a:lnTo>
                  <a:lnTo>
                    <a:pt x="1077772" y="840801"/>
                  </a:lnTo>
                  <a:lnTo>
                    <a:pt x="1096625" y="800296"/>
                  </a:lnTo>
                  <a:lnTo>
                    <a:pt x="1112379" y="758147"/>
                  </a:lnTo>
                  <a:lnTo>
                    <a:pt x="1124889" y="714502"/>
                  </a:lnTo>
                  <a:lnTo>
                    <a:pt x="1134006" y="669508"/>
                  </a:lnTo>
                  <a:lnTo>
                    <a:pt x="1139584" y="623316"/>
                  </a:lnTo>
                  <a:lnTo>
                    <a:pt x="1141476" y="576072"/>
                  </a:lnTo>
                  <a:lnTo>
                    <a:pt x="1139584" y="528827"/>
                  </a:lnTo>
                  <a:lnTo>
                    <a:pt x="1134006" y="482635"/>
                  </a:lnTo>
                  <a:lnTo>
                    <a:pt x="1124889" y="437641"/>
                  </a:lnTo>
                  <a:lnTo>
                    <a:pt x="1112379" y="393996"/>
                  </a:lnTo>
                  <a:lnTo>
                    <a:pt x="1096625" y="351847"/>
                  </a:lnTo>
                  <a:lnTo>
                    <a:pt x="1077772" y="311342"/>
                  </a:lnTo>
                  <a:lnTo>
                    <a:pt x="1055967" y="272631"/>
                  </a:lnTo>
                  <a:lnTo>
                    <a:pt x="1031357" y="235860"/>
                  </a:lnTo>
                  <a:lnTo>
                    <a:pt x="1004090" y="201179"/>
                  </a:lnTo>
                  <a:lnTo>
                    <a:pt x="974312" y="168735"/>
                  </a:lnTo>
                  <a:lnTo>
                    <a:pt x="942169" y="138677"/>
                  </a:lnTo>
                  <a:lnTo>
                    <a:pt x="907810" y="111154"/>
                  </a:lnTo>
                  <a:lnTo>
                    <a:pt x="871380" y="86313"/>
                  </a:lnTo>
                  <a:lnTo>
                    <a:pt x="833026" y="64304"/>
                  </a:lnTo>
                  <a:lnTo>
                    <a:pt x="792896" y="45273"/>
                  </a:lnTo>
                  <a:lnTo>
                    <a:pt x="751136" y="29370"/>
                  </a:lnTo>
                  <a:lnTo>
                    <a:pt x="707894" y="16743"/>
                  </a:lnTo>
                  <a:lnTo>
                    <a:pt x="663315" y="7540"/>
                  </a:lnTo>
                  <a:lnTo>
                    <a:pt x="617547" y="1909"/>
                  </a:lnTo>
                  <a:lnTo>
                    <a:pt x="5707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505188" y="3959352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0" y="576072"/>
                  </a:moveTo>
                  <a:lnTo>
                    <a:pt x="1891" y="528827"/>
                  </a:lnTo>
                  <a:lnTo>
                    <a:pt x="7469" y="482635"/>
                  </a:lnTo>
                  <a:lnTo>
                    <a:pt x="16586" y="437641"/>
                  </a:lnTo>
                  <a:lnTo>
                    <a:pt x="29096" y="393996"/>
                  </a:lnTo>
                  <a:lnTo>
                    <a:pt x="44850" y="351847"/>
                  </a:lnTo>
                  <a:lnTo>
                    <a:pt x="63703" y="311342"/>
                  </a:lnTo>
                  <a:lnTo>
                    <a:pt x="85508" y="272631"/>
                  </a:lnTo>
                  <a:lnTo>
                    <a:pt x="110118" y="235860"/>
                  </a:lnTo>
                  <a:lnTo>
                    <a:pt x="137385" y="201179"/>
                  </a:lnTo>
                  <a:lnTo>
                    <a:pt x="167163" y="168735"/>
                  </a:lnTo>
                  <a:lnTo>
                    <a:pt x="199306" y="138677"/>
                  </a:lnTo>
                  <a:lnTo>
                    <a:pt x="233665" y="111154"/>
                  </a:lnTo>
                  <a:lnTo>
                    <a:pt x="270095" y="86313"/>
                  </a:lnTo>
                  <a:lnTo>
                    <a:pt x="308449" y="64304"/>
                  </a:lnTo>
                  <a:lnTo>
                    <a:pt x="348579" y="45273"/>
                  </a:lnTo>
                  <a:lnTo>
                    <a:pt x="390339" y="29370"/>
                  </a:lnTo>
                  <a:lnTo>
                    <a:pt x="433581" y="16743"/>
                  </a:lnTo>
                  <a:lnTo>
                    <a:pt x="478160" y="7540"/>
                  </a:lnTo>
                  <a:lnTo>
                    <a:pt x="523928" y="1909"/>
                  </a:lnTo>
                  <a:lnTo>
                    <a:pt x="570737" y="0"/>
                  </a:lnTo>
                  <a:lnTo>
                    <a:pt x="617547" y="1909"/>
                  </a:lnTo>
                  <a:lnTo>
                    <a:pt x="663315" y="7540"/>
                  </a:lnTo>
                  <a:lnTo>
                    <a:pt x="707894" y="16743"/>
                  </a:lnTo>
                  <a:lnTo>
                    <a:pt x="751136" y="29370"/>
                  </a:lnTo>
                  <a:lnTo>
                    <a:pt x="792896" y="45273"/>
                  </a:lnTo>
                  <a:lnTo>
                    <a:pt x="833026" y="64304"/>
                  </a:lnTo>
                  <a:lnTo>
                    <a:pt x="871380" y="86313"/>
                  </a:lnTo>
                  <a:lnTo>
                    <a:pt x="907810" y="111154"/>
                  </a:lnTo>
                  <a:lnTo>
                    <a:pt x="942169" y="138677"/>
                  </a:lnTo>
                  <a:lnTo>
                    <a:pt x="974312" y="168735"/>
                  </a:lnTo>
                  <a:lnTo>
                    <a:pt x="1004090" y="201179"/>
                  </a:lnTo>
                  <a:lnTo>
                    <a:pt x="1031357" y="235860"/>
                  </a:lnTo>
                  <a:lnTo>
                    <a:pt x="1055967" y="272631"/>
                  </a:lnTo>
                  <a:lnTo>
                    <a:pt x="1077772" y="311342"/>
                  </a:lnTo>
                  <a:lnTo>
                    <a:pt x="1096625" y="351847"/>
                  </a:lnTo>
                  <a:lnTo>
                    <a:pt x="1112379" y="393996"/>
                  </a:lnTo>
                  <a:lnTo>
                    <a:pt x="1124889" y="437641"/>
                  </a:lnTo>
                  <a:lnTo>
                    <a:pt x="1134006" y="482635"/>
                  </a:lnTo>
                  <a:lnTo>
                    <a:pt x="1139584" y="528827"/>
                  </a:lnTo>
                  <a:lnTo>
                    <a:pt x="1141476" y="576072"/>
                  </a:lnTo>
                  <a:lnTo>
                    <a:pt x="1139584" y="623316"/>
                  </a:lnTo>
                  <a:lnTo>
                    <a:pt x="1134006" y="669508"/>
                  </a:lnTo>
                  <a:lnTo>
                    <a:pt x="1124889" y="714502"/>
                  </a:lnTo>
                  <a:lnTo>
                    <a:pt x="1112379" y="758147"/>
                  </a:lnTo>
                  <a:lnTo>
                    <a:pt x="1096625" y="800296"/>
                  </a:lnTo>
                  <a:lnTo>
                    <a:pt x="1077772" y="840801"/>
                  </a:lnTo>
                  <a:lnTo>
                    <a:pt x="1055967" y="879512"/>
                  </a:lnTo>
                  <a:lnTo>
                    <a:pt x="1031357" y="916283"/>
                  </a:lnTo>
                  <a:lnTo>
                    <a:pt x="1004090" y="950964"/>
                  </a:lnTo>
                  <a:lnTo>
                    <a:pt x="974312" y="983408"/>
                  </a:lnTo>
                  <a:lnTo>
                    <a:pt x="942169" y="1013466"/>
                  </a:lnTo>
                  <a:lnTo>
                    <a:pt x="907810" y="1040989"/>
                  </a:lnTo>
                  <a:lnTo>
                    <a:pt x="871380" y="1065830"/>
                  </a:lnTo>
                  <a:lnTo>
                    <a:pt x="833026" y="1087839"/>
                  </a:lnTo>
                  <a:lnTo>
                    <a:pt x="792896" y="1106870"/>
                  </a:lnTo>
                  <a:lnTo>
                    <a:pt x="751136" y="1122773"/>
                  </a:lnTo>
                  <a:lnTo>
                    <a:pt x="707894" y="1135400"/>
                  </a:lnTo>
                  <a:lnTo>
                    <a:pt x="663315" y="1144603"/>
                  </a:lnTo>
                  <a:lnTo>
                    <a:pt x="617547" y="1150234"/>
                  </a:lnTo>
                  <a:lnTo>
                    <a:pt x="570737" y="1152144"/>
                  </a:lnTo>
                  <a:lnTo>
                    <a:pt x="523928" y="1150234"/>
                  </a:lnTo>
                  <a:lnTo>
                    <a:pt x="478160" y="1144603"/>
                  </a:lnTo>
                  <a:lnTo>
                    <a:pt x="433581" y="1135400"/>
                  </a:lnTo>
                  <a:lnTo>
                    <a:pt x="390339" y="1122773"/>
                  </a:lnTo>
                  <a:lnTo>
                    <a:pt x="348579" y="1106870"/>
                  </a:lnTo>
                  <a:lnTo>
                    <a:pt x="308449" y="1087839"/>
                  </a:lnTo>
                  <a:lnTo>
                    <a:pt x="270095" y="1065830"/>
                  </a:lnTo>
                  <a:lnTo>
                    <a:pt x="233665" y="1040989"/>
                  </a:lnTo>
                  <a:lnTo>
                    <a:pt x="199306" y="1013466"/>
                  </a:lnTo>
                  <a:lnTo>
                    <a:pt x="167163" y="983408"/>
                  </a:lnTo>
                  <a:lnTo>
                    <a:pt x="137385" y="950964"/>
                  </a:lnTo>
                  <a:lnTo>
                    <a:pt x="110118" y="916283"/>
                  </a:lnTo>
                  <a:lnTo>
                    <a:pt x="85508" y="879512"/>
                  </a:lnTo>
                  <a:lnTo>
                    <a:pt x="63703" y="840801"/>
                  </a:lnTo>
                  <a:lnTo>
                    <a:pt x="44850" y="800296"/>
                  </a:lnTo>
                  <a:lnTo>
                    <a:pt x="29096" y="758147"/>
                  </a:lnTo>
                  <a:lnTo>
                    <a:pt x="16586" y="714502"/>
                  </a:lnTo>
                  <a:lnTo>
                    <a:pt x="7469" y="669508"/>
                  </a:lnTo>
                  <a:lnTo>
                    <a:pt x="1891" y="623316"/>
                  </a:lnTo>
                  <a:lnTo>
                    <a:pt x="0" y="57607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9943338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764273" y="4033773"/>
            <a:ext cx="3808095" cy="1002030"/>
            <a:chOff x="6764273" y="4033773"/>
            <a:chExt cx="3808095" cy="1002030"/>
          </a:xfrm>
        </p:grpSpPr>
        <p:sp>
          <p:nvSpPr>
            <p:cNvPr id="20" name="object 20" descr=""/>
            <p:cNvSpPr/>
            <p:nvPr/>
          </p:nvSpPr>
          <p:spPr>
            <a:xfrm>
              <a:off x="9585959" y="4040123"/>
              <a:ext cx="980440" cy="989330"/>
            </a:xfrm>
            <a:custGeom>
              <a:avLst/>
              <a:gdLst/>
              <a:ahLst/>
              <a:cxnLst/>
              <a:rect l="l" t="t" r="r" b="b"/>
              <a:pathLst>
                <a:path w="980440" h="989329">
                  <a:moveTo>
                    <a:pt x="0" y="494538"/>
                  </a:moveTo>
                  <a:lnTo>
                    <a:pt x="2242" y="446902"/>
                  </a:lnTo>
                  <a:lnTo>
                    <a:pt x="8833" y="400550"/>
                  </a:lnTo>
                  <a:lnTo>
                    <a:pt x="19567" y="355687"/>
                  </a:lnTo>
                  <a:lnTo>
                    <a:pt x="34239" y="312521"/>
                  </a:lnTo>
                  <a:lnTo>
                    <a:pt x="52644" y="271260"/>
                  </a:lnTo>
                  <a:lnTo>
                    <a:pt x="74576" y="232109"/>
                  </a:lnTo>
                  <a:lnTo>
                    <a:pt x="99831" y="195277"/>
                  </a:lnTo>
                  <a:lnTo>
                    <a:pt x="128203" y="160969"/>
                  </a:lnTo>
                  <a:lnTo>
                    <a:pt x="159487" y="129394"/>
                  </a:lnTo>
                  <a:lnTo>
                    <a:pt x="193477" y="100758"/>
                  </a:lnTo>
                  <a:lnTo>
                    <a:pt x="229970" y="75269"/>
                  </a:lnTo>
                  <a:lnTo>
                    <a:pt x="268758" y="53132"/>
                  </a:lnTo>
                  <a:lnTo>
                    <a:pt x="309638" y="34557"/>
                  </a:lnTo>
                  <a:lnTo>
                    <a:pt x="352404" y="19749"/>
                  </a:lnTo>
                  <a:lnTo>
                    <a:pt x="396851" y="8915"/>
                  </a:lnTo>
                  <a:lnTo>
                    <a:pt x="442773" y="2263"/>
                  </a:lnTo>
                  <a:lnTo>
                    <a:pt x="489966" y="0"/>
                  </a:lnTo>
                  <a:lnTo>
                    <a:pt x="537158" y="2263"/>
                  </a:lnTo>
                  <a:lnTo>
                    <a:pt x="583080" y="8915"/>
                  </a:lnTo>
                  <a:lnTo>
                    <a:pt x="627527" y="19749"/>
                  </a:lnTo>
                  <a:lnTo>
                    <a:pt x="670293" y="34557"/>
                  </a:lnTo>
                  <a:lnTo>
                    <a:pt x="711173" y="53132"/>
                  </a:lnTo>
                  <a:lnTo>
                    <a:pt x="749961" y="75269"/>
                  </a:lnTo>
                  <a:lnTo>
                    <a:pt x="786454" y="100758"/>
                  </a:lnTo>
                  <a:lnTo>
                    <a:pt x="820444" y="129394"/>
                  </a:lnTo>
                  <a:lnTo>
                    <a:pt x="851728" y="160969"/>
                  </a:lnTo>
                  <a:lnTo>
                    <a:pt x="880100" y="195277"/>
                  </a:lnTo>
                  <a:lnTo>
                    <a:pt x="905355" y="232109"/>
                  </a:lnTo>
                  <a:lnTo>
                    <a:pt x="927287" y="271260"/>
                  </a:lnTo>
                  <a:lnTo>
                    <a:pt x="945692" y="312521"/>
                  </a:lnTo>
                  <a:lnTo>
                    <a:pt x="960364" y="355687"/>
                  </a:lnTo>
                  <a:lnTo>
                    <a:pt x="971098" y="400550"/>
                  </a:lnTo>
                  <a:lnTo>
                    <a:pt x="977689" y="446902"/>
                  </a:lnTo>
                  <a:lnTo>
                    <a:pt x="979932" y="494538"/>
                  </a:lnTo>
                  <a:lnTo>
                    <a:pt x="977689" y="542173"/>
                  </a:lnTo>
                  <a:lnTo>
                    <a:pt x="971098" y="588525"/>
                  </a:lnTo>
                  <a:lnTo>
                    <a:pt x="960364" y="633388"/>
                  </a:lnTo>
                  <a:lnTo>
                    <a:pt x="945692" y="676554"/>
                  </a:lnTo>
                  <a:lnTo>
                    <a:pt x="927287" y="717815"/>
                  </a:lnTo>
                  <a:lnTo>
                    <a:pt x="905355" y="756966"/>
                  </a:lnTo>
                  <a:lnTo>
                    <a:pt x="880100" y="793798"/>
                  </a:lnTo>
                  <a:lnTo>
                    <a:pt x="851728" y="828106"/>
                  </a:lnTo>
                  <a:lnTo>
                    <a:pt x="820444" y="859681"/>
                  </a:lnTo>
                  <a:lnTo>
                    <a:pt x="786454" y="888317"/>
                  </a:lnTo>
                  <a:lnTo>
                    <a:pt x="749961" y="913806"/>
                  </a:lnTo>
                  <a:lnTo>
                    <a:pt x="711173" y="935943"/>
                  </a:lnTo>
                  <a:lnTo>
                    <a:pt x="670293" y="954518"/>
                  </a:lnTo>
                  <a:lnTo>
                    <a:pt x="627527" y="969326"/>
                  </a:lnTo>
                  <a:lnTo>
                    <a:pt x="583080" y="980160"/>
                  </a:lnTo>
                  <a:lnTo>
                    <a:pt x="537158" y="986812"/>
                  </a:lnTo>
                  <a:lnTo>
                    <a:pt x="489966" y="989076"/>
                  </a:lnTo>
                  <a:lnTo>
                    <a:pt x="442773" y="986812"/>
                  </a:lnTo>
                  <a:lnTo>
                    <a:pt x="396851" y="980160"/>
                  </a:lnTo>
                  <a:lnTo>
                    <a:pt x="352404" y="969326"/>
                  </a:lnTo>
                  <a:lnTo>
                    <a:pt x="309638" y="954518"/>
                  </a:lnTo>
                  <a:lnTo>
                    <a:pt x="268758" y="935943"/>
                  </a:lnTo>
                  <a:lnTo>
                    <a:pt x="229970" y="913806"/>
                  </a:lnTo>
                  <a:lnTo>
                    <a:pt x="193477" y="888317"/>
                  </a:lnTo>
                  <a:lnTo>
                    <a:pt x="159487" y="859681"/>
                  </a:lnTo>
                  <a:lnTo>
                    <a:pt x="128203" y="828106"/>
                  </a:lnTo>
                  <a:lnTo>
                    <a:pt x="99831" y="793798"/>
                  </a:lnTo>
                  <a:lnTo>
                    <a:pt x="74576" y="756966"/>
                  </a:lnTo>
                  <a:lnTo>
                    <a:pt x="52644" y="717815"/>
                  </a:lnTo>
                  <a:lnTo>
                    <a:pt x="34239" y="676554"/>
                  </a:lnTo>
                  <a:lnTo>
                    <a:pt x="19567" y="633388"/>
                  </a:lnTo>
                  <a:lnTo>
                    <a:pt x="8833" y="588525"/>
                  </a:lnTo>
                  <a:lnTo>
                    <a:pt x="2242" y="542173"/>
                  </a:lnTo>
                  <a:lnTo>
                    <a:pt x="0" y="4945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764273" y="4493386"/>
              <a:ext cx="2741295" cy="85725"/>
            </a:xfrm>
            <a:custGeom>
              <a:avLst/>
              <a:gdLst/>
              <a:ahLst/>
              <a:cxnLst/>
              <a:rect l="l" t="t" r="r" b="b"/>
              <a:pathLst>
                <a:path w="2741295" h="85725">
                  <a:moveTo>
                    <a:pt x="2655443" y="0"/>
                  </a:moveTo>
                  <a:lnTo>
                    <a:pt x="2655443" y="85725"/>
                  </a:lnTo>
                  <a:lnTo>
                    <a:pt x="2712477" y="57165"/>
                  </a:lnTo>
                  <a:lnTo>
                    <a:pt x="2669794" y="57165"/>
                  </a:lnTo>
                  <a:lnTo>
                    <a:pt x="2669794" y="28590"/>
                  </a:lnTo>
                  <a:lnTo>
                    <a:pt x="2712709" y="28590"/>
                  </a:lnTo>
                  <a:lnTo>
                    <a:pt x="2655443" y="0"/>
                  </a:lnTo>
                  <a:close/>
                </a:path>
                <a:path w="2741295" h="85725">
                  <a:moveTo>
                    <a:pt x="2655443" y="28590"/>
                  </a:moveTo>
                  <a:lnTo>
                    <a:pt x="0" y="31495"/>
                  </a:lnTo>
                  <a:lnTo>
                    <a:pt x="0" y="60070"/>
                  </a:lnTo>
                  <a:lnTo>
                    <a:pt x="2655443" y="57165"/>
                  </a:lnTo>
                  <a:lnTo>
                    <a:pt x="2655443" y="28590"/>
                  </a:lnTo>
                  <a:close/>
                </a:path>
                <a:path w="2741295" h="85725">
                  <a:moveTo>
                    <a:pt x="2712709" y="28590"/>
                  </a:moveTo>
                  <a:lnTo>
                    <a:pt x="2669794" y="28590"/>
                  </a:lnTo>
                  <a:lnTo>
                    <a:pt x="2669794" y="57165"/>
                  </a:lnTo>
                  <a:lnTo>
                    <a:pt x="2712477" y="57165"/>
                  </a:lnTo>
                  <a:lnTo>
                    <a:pt x="2741168" y="42799"/>
                  </a:lnTo>
                  <a:lnTo>
                    <a:pt x="2712709" y="285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8044433" y="4091432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Franklin Gothic Medium"/>
                <a:cs typeface="Franklin Gothic Medium"/>
              </a:rPr>
              <a:t>ε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2035048" y="3956050"/>
            <a:ext cx="8094345" cy="2449195"/>
            <a:chOff x="2035048" y="3956050"/>
            <a:chExt cx="8094345" cy="2449195"/>
          </a:xfrm>
        </p:grpSpPr>
        <p:sp>
          <p:nvSpPr>
            <p:cNvPr id="24" name="object 24" descr=""/>
            <p:cNvSpPr/>
            <p:nvPr/>
          </p:nvSpPr>
          <p:spPr>
            <a:xfrm>
              <a:off x="2035048" y="5084292"/>
              <a:ext cx="8094345" cy="1320800"/>
            </a:xfrm>
            <a:custGeom>
              <a:avLst/>
              <a:gdLst/>
              <a:ahLst/>
              <a:cxnLst/>
              <a:rect l="l" t="t" r="r" b="b"/>
              <a:pathLst>
                <a:path w="8094345" h="1320800">
                  <a:moveTo>
                    <a:pt x="6618236" y="1041481"/>
                  </a:moveTo>
                  <a:lnTo>
                    <a:pt x="6538856" y="1041481"/>
                  </a:lnTo>
                  <a:lnTo>
                    <a:pt x="6462776" y="1066800"/>
                  </a:lnTo>
                  <a:lnTo>
                    <a:pt x="6305931" y="1092200"/>
                  </a:lnTo>
                  <a:lnTo>
                    <a:pt x="6143244" y="1130300"/>
                  </a:lnTo>
                  <a:lnTo>
                    <a:pt x="5975223" y="1155700"/>
                  </a:lnTo>
                  <a:lnTo>
                    <a:pt x="5252857" y="1257332"/>
                  </a:lnTo>
                  <a:lnTo>
                    <a:pt x="4666487" y="1295400"/>
                  </a:lnTo>
                  <a:lnTo>
                    <a:pt x="4463415" y="1295400"/>
                  </a:lnTo>
                  <a:lnTo>
                    <a:pt x="4257167" y="1308100"/>
                  </a:lnTo>
                  <a:lnTo>
                    <a:pt x="3442589" y="1308100"/>
                  </a:lnTo>
                  <a:lnTo>
                    <a:pt x="3642614" y="1320800"/>
                  </a:lnTo>
                  <a:lnTo>
                    <a:pt x="4463923" y="1320800"/>
                  </a:lnTo>
                  <a:lnTo>
                    <a:pt x="5254880" y="1270008"/>
                  </a:lnTo>
                  <a:lnTo>
                    <a:pt x="5442711" y="1244600"/>
                  </a:lnTo>
                  <a:lnTo>
                    <a:pt x="5626100" y="1231900"/>
                  </a:lnTo>
                  <a:lnTo>
                    <a:pt x="5978028" y="1181135"/>
                  </a:lnTo>
                  <a:lnTo>
                    <a:pt x="6146673" y="1143000"/>
                  </a:lnTo>
                  <a:lnTo>
                    <a:pt x="6309741" y="1117600"/>
                  </a:lnTo>
                  <a:lnTo>
                    <a:pt x="6466967" y="1079500"/>
                  </a:lnTo>
                  <a:lnTo>
                    <a:pt x="6543548" y="1066800"/>
                  </a:lnTo>
                  <a:lnTo>
                    <a:pt x="6618236" y="1041481"/>
                  </a:lnTo>
                  <a:close/>
                </a:path>
                <a:path w="8094345" h="1320800">
                  <a:moveTo>
                    <a:pt x="2863834" y="1257332"/>
                  </a:moveTo>
                  <a:lnTo>
                    <a:pt x="2675357" y="1257332"/>
                  </a:lnTo>
                  <a:lnTo>
                    <a:pt x="2861626" y="1270008"/>
                  </a:lnTo>
                  <a:lnTo>
                    <a:pt x="3051810" y="1295400"/>
                  </a:lnTo>
                  <a:lnTo>
                    <a:pt x="3245612" y="1308100"/>
                  </a:lnTo>
                  <a:lnTo>
                    <a:pt x="3643249" y="1308100"/>
                  </a:lnTo>
                  <a:lnTo>
                    <a:pt x="3246880" y="1282716"/>
                  </a:lnTo>
                  <a:lnTo>
                    <a:pt x="3247121" y="1282716"/>
                  </a:lnTo>
                  <a:lnTo>
                    <a:pt x="2863834" y="1257332"/>
                  </a:lnTo>
                  <a:close/>
                </a:path>
                <a:path w="8094345" h="1320800">
                  <a:moveTo>
                    <a:pt x="3247121" y="1282716"/>
                  </a:moveTo>
                  <a:lnTo>
                    <a:pt x="3246880" y="1282716"/>
                  </a:lnTo>
                  <a:lnTo>
                    <a:pt x="3261780" y="1283676"/>
                  </a:lnTo>
                  <a:lnTo>
                    <a:pt x="3247121" y="1282716"/>
                  </a:lnTo>
                  <a:close/>
                </a:path>
                <a:path w="8094345" h="1320800">
                  <a:moveTo>
                    <a:pt x="4865748" y="1282716"/>
                  </a:moveTo>
                  <a:lnTo>
                    <a:pt x="4865499" y="1282716"/>
                  </a:lnTo>
                  <a:lnTo>
                    <a:pt x="4850686" y="1283676"/>
                  </a:lnTo>
                  <a:lnTo>
                    <a:pt x="4865748" y="1282716"/>
                  </a:lnTo>
                  <a:close/>
                </a:path>
                <a:path w="8094345" h="1320800">
                  <a:moveTo>
                    <a:pt x="1500982" y="1041481"/>
                  </a:moveTo>
                  <a:lnTo>
                    <a:pt x="1421737" y="1041481"/>
                  </a:lnTo>
                  <a:lnTo>
                    <a:pt x="1495678" y="1054100"/>
                  </a:lnTo>
                  <a:lnTo>
                    <a:pt x="1807210" y="1130300"/>
                  </a:lnTo>
                  <a:lnTo>
                    <a:pt x="1971166" y="1155700"/>
                  </a:lnTo>
                  <a:lnTo>
                    <a:pt x="2675110" y="1257332"/>
                  </a:lnTo>
                  <a:lnTo>
                    <a:pt x="2863583" y="1257332"/>
                  </a:lnTo>
                  <a:lnTo>
                    <a:pt x="2677032" y="1231900"/>
                  </a:lnTo>
                  <a:lnTo>
                    <a:pt x="2494788" y="1219200"/>
                  </a:lnTo>
                  <a:lnTo>
                    <a:pt x="2143252" y="1168400"/>
                  </a:lnTo>
                  <a:lnTo>
                    <a:pt x="1974645" y="1130300"/>
                  </a:lnTo>
                  <a:lnTo>
                    <a:pt x="1811606" y="1105010"/>
                  </a:lnTo>
                  <a:lnTo>
                    <a:pt x="1652904" y="1066800"/>
                  </a:lnTo>
                  <a:lnTo>
                    <a:pt x="1500982" y="1041481"/>
                  </a:lnTo>
                  <a:close/>
                </a:path>
                <a:path w="8094345" h="1320800">
                  <a:moveTo>
                    <a:pt x="5801746" y="1181135"/>
                  </a:moveTo>
                  <a:lnTo>
                    <a:pt x="5801498" y="1181135"/>
                  </a:lnTo>
                  <a:lnTo>
                    <a:pt x="5792610" y="1182436"/>
                  </a:lnTo>
                  <a:lnTo>
                    <a:pt x="5801746" y="1181135"/>
                  </a:lnTo>
                  <a:close/>
                </a:path>
                <a:path w="8094345" h="1320800">
                  <a:moveTo>
                    <a:pt x="12064" y="0"/>
                  </a:moveTo>
                  <a:lnTo>
                    <a:pt x="7493" y="25400"/>
                  </a:lnTo>
                  <a:lnTo>
                    <a:pt x="3937" y="50800"/>
                  </a:lnTo>
                  <a:lnTo>
                    <a:pt x="1396" y="63500"/>
                  </a:lnTo>
                  <a:lnTo>
                    <a:pt x="126" y="88900"/>
                  </a:lnTo>
                  <a:lnTo>
                    <a:pt x="0" y="101600"/>
                  </a:lnTo>
                  <a:lnTo>
                    <a:pt x="888" y="127000"/>
                  </a:lnTo>
                  <a:lnTo>
                    <a:pt x="3047" y="152400"/>
                  </a:lnTo>
                  <a:lnTo>
                    <a:pt x="6350" y="165100"/>
                  </a:lnTo>
                  <a:lnTo>
                    <a:pt x="13588" y="203200"/>
                  </a:lnTo>
                  <a:lnTo>
                    <a:pt x="23494" y="228600"/>
                  </a:lnTo>
                  <a:lnTo>
                    <a:pt x="35940" y="266700"/>
                  </a:lnTo>
                  <a:lnTo>
                    <a:pt x="50926" y="292100"/>
                  </a:lnTo>
                  <a:lnTo>
                    <a:pt x="68452" y="330200"/>
                  </a:lnTo>
                  <a:lnTo>
                    <a:pt x="88391" y="355600"/>
                  </a:lnTo>
                  <a:lnTo>
                    <a:pt x="110616" y="393700"/>
                  </a:lnTo>
                  <a:lnTo>
                    <a:pt x="135516" y="419226"/>
                  </a:lnTo>
                  <a:lnTo>
                    <a:pt x="162306" y="444500"/>
                  </a:lnTo>
                  <a:lnTo>
                    <a:pt x="191643" y="482600"/>
                  </a:lnTo>
                  <a:lnTo>
                    <a:pt x="223427" y="508121"/>
                  </a:lnTo>
                  <a:lnTo>
                    <a:pt x="257216" y="533519"/>
                  </a:lnTo>
                  <a:lnTo>
                    <a:pt x="293164" y="558916"/>
                  </a:lnTo>
                  <a:lnTo>
                    <a:pt x="331209" y="584314"/>
                  </a:lnTo>
                  <a:lnTo>
                    <a:pt x="371530" y="622409"/>
                  </a:lnTo>
                  <a:lnTo>
                    <a:pt x="413638" y="647700"/>
                  </a:lnTo>
                  <a:lnTo>
                    <a:pt x="458088" y="673100"/>
                  </a:lnTo>
                  <a:lnTo>
                    <a:pt x="504444" y="698500"/>
                  </a:lnTo>
                  <a:lnTo>
                    <a:pt x="552957" y="723900"/>
                  </a:lnTo>
                  <a:lnTo>
                    <a:pt x="603250" y="749300"/>
                  </a:lnTo>
                  <a:lnTo>
                    <a:pt x="655777" y="774795"/>
                  </a:lnTo>
                  <a:lnTo>
                    <a:pt x="710009" y="800193"/>
                  </a:lnTo>
                  <a:lnTo>
                    <a:pt x="765809" y="825500"/>
                  </a:lnTo>
                  <a:lnTo>
                    <a:pt x="823932" y="850944"/>
                  </a:lnTo>
                  <a:lnTo>
                    <a:pt x="883412" y="863600"/>
                  </a:lnTo>
                  <a:lnTo>
                    <a:pt x="944752" y="889000"/>
                  </a:lnTo>
                  <a:lnTo>
                    <a:pt x="1072889" y="939822"/>
                  </a:lnTo>
                  <a:lnTo>
                    <a:pt x="1139426" y="952540"/>
                  </a:lnTo>
                  <a:lnTo>
                    <a:pt x="1277112" y="1003300"/>
                  </a:lnTo>
                  <a:lnTo>
                    <a:pt x="1348486" y="1016000"/>
                  </a:lnTo>
                  <a:lnTo>
                    <a:pt x="1421491" y="1041481"/>
                  </a:lnTo>
                  <a:lnTo>
                    <a:pt x="1500490" y="1041481"/>
                  </a:lnTo>
                  <a:lnTo>
                    <a:pt x="1426082" y="1016000"/>
                  </a:lnTo>
                  <a:lnTo>
                    <a:pt x="1353565" y="1003300"/>
                  </a:lnTo>
                  <a:lnTo>
                    <a:pt x="1212835" y="952540"/>
                  </a:lnTo>
                  <a:lnTo>
                    <a:pt x="1213069" y="952540"/>
                  </a:lnTo>
                  <a:lnTo>
                    <a:pt x="1145027" y="939822"/>
                  </a:lnTo>
                  <a:lnTo>
                    <a:pt x="1083039" y="916093"/>
                  </a:lnTo>
                  <a:lnTo>
                    <a:pt x="1014221" y="889000"/>
                  </a:lnTo>
                  <a:lnTo>
                    <a:pt x="951597" y="876399"/>
                  </a:lnTo>
                  <a:lnTo>
                    <a:pt x="893849" y="852487"/>
                  </a:lnTo>
                  <a:lnTo>
                    <a:pt x="830833" y="825500"/>
                  </a:lnTo>
                  <a:lnTo>
                    <a:pt x="781303" y="803728"/>
                  </a:lnTo>
                  <a:lnTo>
                    <a:pt x="780282" y="803265"/>
                  </a:lnTo>
                  <a:lnTo>
                    <a:pt x="773261" y="800193"/>
                  </a:lnTo>
                  <a:lnTo>
                    <a:pt x="773480" y="800193"/>
                  </a:lnTo>
                  <a:lnTo>
                    <a:pt x="717506" y="774795"/>
                  </a:lnTo>
                  <a:lnTo>
                    <a:pt x="717738" y="774795"/>
                  </a:lnTo>
                  <a:lnTo>
                    <a:pt x="663447" y="749300"/>
                  </a:lnTo>
                  <a:lnTo>
                    <a:pt x="663702" y="749300"/>
                  </a:lnTo>
                  <a:lnTo>
                    <a:pt x="612166" y="736699"/>
                  </a:lnTo>
                  <a:lnTo>
                    <a:pt x="611955" y="736699"/>
                  </a:lnTo>
                  <a:lnTo>
                    <a:pt x="561720" y="711200"/>
                  </a:lnTo>
                  <a:lnTo>
                    <a:pt x="513912" y="685904"/>
                  </a:lnTo>
                  <a:lnTo>
                    <a:pt x="467613" y="647700"/>
                  </a:lnTo>
                  <a:lnTo>
                    <a:pt x="429420" y="625686"/>
                  </a:lnTo>
                  <a:lnTo>
                    <a:pt x="428740" y="625276"/>
                  </a:lnTo>
                  <a:lnTo>
                    <a:pt x="423735" y="622409"/>
                  </a:lnTo>
                  <a:lnTo>
                    <a:pt x="423954" y="622409"/>
                  </a:lnTo>
                  <a:lnTo>
                    <a:pt x="386595" y="599888"/>
                  </a:lnTo>
                  <a:lnTo>
                    <a:pt x="386085" y="599563"/>
                  </a:lnTo>
                  <a:lnTo>
                    <a:pt x="381821" y="597012"/>
                  </a:lnTo>
                  <a:lnTo>
                    <a:pt x="382041" y="597012"/>
                  </a:lnTo>
                  <a:lnTo>
                    <a:pt x="346590" y="574488"/>
                  </a:lnTo>
                  <a:lnTo>
                    <a:pt x="346107" y="574163"/>
                  </a:lnTo>
                  <a:lnTo>
                    <a:pt x="342065" y="571614"/>
                  </a:lnTo>
                  <a:lnTo>
                    <a:pt x="342284" y="571614"/>
                  </a:lnTo>
                  <a:lnTo>
                    <a:pt x="308497" y="548922"/>
                  </a:lnTo>
                  <a:lnTo>
                    <a:pt x="308091" y="548631"/>
                  </a:lnTo>
                  <a:lnTo>
                    <a:pt x="304467" y="546217"/>
                  </a:lnTo>
                  <a:lnTo>
                    <a:pt x="304686" y="546217"/>
                  </a:lnTo>
                  <a:lnTo>
                    <a:pt x="269154" y="520820"/>
                  </a:lnTo>
                  <a:lnTo>
                    <a:pt x="269398" y="520820"/>
                  </a:lnTo>
                  <a:lnTo>
                    <a:pt x="235748" y="495327"/>
                  </a:lnTo>
                  <a:lnTo>
                    <a:pt x="235986" y="495327"/>
                  </a:lnTo>
                  <a:lnTo>
                    <a:pt x="203936" y="456397"/>
                  </a:lnTo>
                  <a:lnTo>
                    <a:pt x="175894" y="431800"/>
                  </a:lnTo>
                  <a:lnTo>
                    <a:pt x="176275" y="431800"/>
                  </a:lnTo>
                  <a:lnTo>
                    <a:pt x="149739" y="406526"/>
                  </a:lnTo>
                  <a:lnTo>
                    <a:pt x="149981" y="406526"/>
                  </a:lnTo>
                  <a:lnTo>
                    <a:pt x="125475" y="381000"/>
                  </a:lnTo>
                  <a:lnTo>
                    <a:pt x="125856" y="381000"/>
                  </a:lnTo>
                  <a:lnTo>
                    <a:pt x="103885" y="342900"/>
                  </a:lnTo>
                  <a:lnTo>
                    <a:pt x="104139" y="342900"/>
                  </a:lnTo>
                  <a:lnTo>
                    <a:pt x="84581" y="317500"/>
                  </a:lnTo>
                  <a:lnTo>
                    <a:pt x="84835" y="317500"/>
                  </a:lnTo>
                  <a:lnTo>
                    <a:pt x="67690" y="292100"/>
                  </a:lnTo>
                  <a:lnTo>
                    <a:pt x="67944" y="292100"/>
                  </a:lnTo>
                  <a:lnTo>
                    <a:pt x="53212" y="254000"/>
                  </a:lnTo>
                  <a:lnTo>
                    <a:pt x="53466" y="254000"/>
                  </a:lnTo>
                  <a:lnTo>
                    <a:pt x="41275" y="228600"/>
                  </a:lnTo>
                  <a:lnTo>
                    <a:pt x="41528" y="228600"/>
                  </a:lnTo>
                  <a:lnTo>
                    <a:pt x="35094" y="203200"/>
                  </a:lnTo>
                  <a:lnTo>
                    <a:pt x="32131" y="203200"/>
                  </a:lnTo>
                  <a:lnTo>
                    <a:pt x="25018" y="165100"/>
                  </a:lnTo>
                  <a:lnTo>
                    <a:pt x="21970" y="152400"/>
                  </a:lnTo>
                  <a:lnTo>
                    <a:pt x="19938" y="127000"/>
                  </a:lnTo>
                  <a:lnTo>
                    <a:pt x="19332" y="109678"/>
                  </a:lnTo>
                  <a:lnTo>
                    <a:pt x="19220" y="106478"/>
                  </a:lnTo>
                  <a:lnTo>
                    <a:pt x="19176" y="88900"/>
                  </a:lnTo>
                  <a:lnTo>
                    <a:pt x="20446" y="63500"/>
                  </a:lnTo>
                  <a:lnTo>
                    <a:pt x="22732" y="50800"/>
                  </a:lnTo>
                  <a:lnTo>
                    <a:pt x="26162" y="25400"/>
                  </a:lnTo>
                  <a:lnTo>
                    <a:pt x="30733" y="12700"/>
                  </a:lnTo>
                  <a:lnTo>
                    <a:pt x="12064" y="0"/>
                  </a:lnTo>
                  <a:close/>
                </a:path>
                <a:path w="8094345" h="1320800">
                  <a:moveTo>
                    <a:pt x="7843683" y="508121"/>
                  </a:moveTo>
                  <a:lnTo>
                    <a:pt x="7815417" y="508121"/>
                  </a:lnTo>
                  <a:lnTo>
                    <a:pt x="7781489" y="533519"/>
                  </a:lnTo>
                  <a:lnTo>
                    <a:pt x="7777397" y="536388"/>
                  </a:lnTo>
                  <a:lnTo>
                    <a:pt x="7776888" y="536767"/>
                  </a:lnTo>
                  <a:lnTo>
                    <a:pt x="7745415" y="558916"/>
                  </a:lnTo>
                  <a:lnTo>
                    <a:pt x="7741075" y="561788"/>
                  </a:lnTo>
                  <a:lnTo>
                    <a:pt x="7740531" y="562168"/>
                  </a:lnTo>
                  <a:lnTo>
                    <a:pt x="7707183" y="584314"/>
                  </a:lnTo>
                  <a:lnTo>
                    <a:pt x="7702311" y="587374"/>
                  </a:lnTo>
                  <a:lnTo>
                    <a:pt x="7701657" y="587807"/>
                  </a:lnTo>
                  <a:lnTo>
                    <a:pt x="7666919" y="609711"/>
                  </a:lnTo>
                  <a:lnTo>
                    <a:pt x="7624445" y="635000"/>
                  </a:lnTo>
                  <a:lnTo>
                    <a:pt x="7579916" y="660506"/>
                  </a:lnTo>
                  <a:lnTo>
                    <a:pt x="7574623" y="663388"/>
                  </a:lnTo>
                  <a:lnTo>
                    <a:pt x="7573950" y="663771"/>
                  </a:lnTo>
                  <a:lnTo>
                    <a:pt x="7533432" y="685904"/>
                  </a:lnTo>
                  <a:lnTo>
                    <a:pt x="7485126" y="711200"/>
                  </a:lnTo>
                  <a:lnTo>
                    <a:pt x="7434493" y="736699"/>
                  </a:lnTo>
                  <a:lnTo>
                    <a:pt x="7382256" y="762000"/>
                  </a:lnTo>
                  <a:lnTo>
                    <a:pt x="7327900" y="787400"/>
                  </a:lnTo>
                  <a:lnTo>
                    <a:pt x="7267620" y="814614"/>
                  </a:lnTo>
                  <a:lnTo>
                    <a:pt x="7213727" y="838200"/>
                  </a:lnTo>
                  <a:lnTo>
                    <a:pt x="7154036" y="863600"/>
                  </a:lnTo>
                  <a:lnTo>
                    <a:pt x="7091959" y="876399"/>
                  </a:lnTo>
                  <a:lnTo>
                    <a:pt x="7092193" y="876399"/>
                  </a:lnTo>
                  <a:lnTo>
                    <a:pt x="6963918" y="927100"/>
                  </a:lnTo>
                  <a:lnTo>
                    <a:pt x="6897181" y="939822"/>
                  </a:lnTo>
                  <a:lnTo>
                    <a:pt x="6758812" y="990600"/>
                  </a:lnTo>
                  <a:lnTo>
                    <a:pt x="6687058" y="1003300"/>
                  </a:lnTo>
                  <a:lnTo>
                    <a:pt x="6613779" y="1028700"/>
                  </a:lnTo>
                  <a:lnTo>
                    <a:pt x="6538621" y="1041481"/>
                  </a:lnTo>
                  <a:lnTo>
                    <a:pt x="6618004" y="1041481"/>
                  </a:lnTo>
                  <a:lnTo>
                    <a:pt x="6691883" y="1028700"/>
                  </a:lnTo>
                  <a:lnTo>
                    <a:pt x="6834012" y="977940"/>
                  </a:lnTo>
                  <a:lnTo>
                    <a:pt x="6902831" y="965200"/>
                  </a:lnTo>
                  <a:lnTo>
                    <a:pt x="7034929" y="914442"/>
                  </a:lnTo>
                  <a:lnTo>
                    <a:pt x="7098665" y="901700"/>
                  </a:lnTo>
                  <a:lnTo>
                    <a:pt x="7160271" y="876399"/>
                  </a:lnTo>
                  <a:lnTo>
                    <a:pt x="7220478" y="850944"/>
                  </a:lnTo>
                  <a:lnTo>
                    <a:pt x="7279005" y="825500"/>
                  </a:lnTo>
                  <a:lnTo>
                    <a:pt x="7335185" y="800193"/>
                  </a:lnTo>
                  <a:lnTo>
                    <a:pt x="7334989" y="800193"/>
                  </a:lnTo>
                  <a:lnTo>
                    <a:pt x="7390130" y="787400"/>
                  </a:lnTo>
                  <a:lnTo>
                    <a:pt x="7442834" y="762000"/>
                  </a:lnTo>
                  <a:lnTo>
                    <a:pt x="7493435" y="736699"/>
                  </a:lnTo>
                  <a:lnTo>
                    <a:pt x="7542530" y="711200"/>
                  </a:lnTo>
                  <a:lnTo>
                    <a:pt x="7589200" y="685904"/>
                  </a:lnTo>
                  <a:lnTo>
                    <a:pt x="7634162" y="660506"/>
                  </a:lnTo>
                  <a:lnTo>
                    <a:pt x="7677026" y="622409"/>
                  </a:lnTo>
                  <a:lnTo>
                    <a:pt x="7717863" y="597012"/>
                  </a:lnTo>
                  <a:lnTo>
                    <a:pt x="7756603" y="571614"/>
                  </a:lnTo>
                  <a:lnTo>
                    <a:pt x="7793059" y="546217"/>
                  </a:lnTo>
                  <a:lnTo>
                    <a:pt x="7827608" y="520820"/>
                  </a:lnTo>
                  <a:lnTo>
                    <a:pt x="7843683" y="508121"/>
                  </a:lnTo>
                  <a:close/>
                </a:path>
                <a:path w="8094345" h="1320800">
                  <a:moveTo>
                    <a:pt x="773480" y="800193"/>
                  </a:moveTo>
                  <a:lnTo>
                    <a:pt x="773261" y="800193"/>
                  </a:lnTo>
                  <a:lnTo>
                    <a:pt x="780249" y="803265"/>
                  </a:lnTo>
                  <a:lnTo>
                    <a:pt x="773480" y="800193"/>
                  </a:lnTo>
                  <a:close/>
                </a:path>
                <a:path w="8094345" h="1320800">
                  <a:moveTo>
                    <a:pt x="717738" y="774795"/>
                  </a:moveTo>
                  <a:lnTo>
                    <a:pt x="717506" y="774795"/>
                  </a:lnTo>
                  <a:lnTo>
                    <a:pt x="724256" y="777856"/>
                  </a:lnTo>
                  <a:lnTo>
                    <a:pt x="717738" y="774795"/>
                  </a:lnTo>
                  <a:close/>
                </a:path>
                <a:path w="8094345" h="1320800">
                  <a:moveTo>
                    <a:pt x="7434501" y="736699"/>
                  </a:moveTo>
                  <a:lnTo>
                    <a:pt x="7434254" y="736699"/>
                  </a:lnTo>
                  <a:lnTo>
                    <a:pt x="7427214" y="740228"/>
                  </a:lnTo>
                  <a:lnTo>
                    <a:pt x="7434501" y="736699"/>
                  </a:lnTo>
                  <a:close/>
                </a:path>
                <a:path w="8094345" h="1320800">
                  <a:moveTo>
                    <a:pt x="7533440" y="685904"/>
                  </a:moveTo>
                  <a:lnTo>
                    <a:pt x="7533193" y="685904"/>
                  </a:lnTo>
                  <a:lnTo>
                    <a:pt x="7526709" y="689428"/>
                  </a:lnTo>
                  <a:lnTo>
                    <a:pt x="7533440" y="685904"/>
                  </a:lnTo>
                  <a:close/>
                </a:path>
                <a:path w="8094345" h="1320800">
                  <a:moveTo>
                    <a:pt x="7579925" y="660506"/>
                  </a:moveTo>
                  <a:lnTo>
                    <a:pt x="7579680" y="660506"/>
                  </a:lnTo>
                  <a:lnTo>
                    <a:pt x="7574623" y="663388"/>
                  </a:lnTo>
                  <a:lnTo>
                    <a:pt x="7579925" y="660506"/>
                  </a:lnTo>
                  <a:close/>
                </a:path>
                <a:path w="8094345" h="1320800">
                  <a:moveTo>
                    <a:pt x="423954" y="622409"/>
                  </a:moveTo>
                  <a:lnTo>
                    <a:pt x="423735" y="622409"/>
                  </a:lnTo>
                  <a:lnTo>
                    <a:pt x="428709" y="625276"/>
                  </a:lnTo>
                  <a:lnTo>
                    <a:pt x="423954" y="622409"/>
                  </a:lnTo>
                  <a:close/>
                </a:path>
                <a:path w="8094345" h="1320800">
                  <a:moveTo>
                    <a:pt x="7666929" y="609711"/>
                  </a:moveTo>
                  <a:lnTo>
                    <a:pt x="7666684" y="609711"/>
                  </a:lnTo>
                  <a:lnTo>
                    <a:pt x="7662096" y="612588"/>
                  </a:lnTo>
                  <a:lnTo>
                    <a:pt x="7666929" y="609711"/>
                  </a:lnTo>
                  <a:close/>
                </a:path>
                <a:path w="8094345" h="1320800">
                  <a:moveTo>
                    <a:pt x="382041" y="597012"/>
                  </a:moveTo>
                  <a:lnTo>
                    <a:pt x="381821" y="597012"/>
                  </a:lnTo>
                  <a:lnTo>
                    <a:pt x="386057" y="599563"/>
                  </a:lnTo>
                  <a:lnTo>
                    <a:pt x="382041" y="597012"/>
                  </a:lnTo>
                  <a:close/>
                </a:path>
                <a:path w="8094345" h="1320800">
                  <a:moveTo>
                    <a:pt x="7707193" y="584314"/>
                  </a:moveTo>
                  <a:lnTo>
                    <a:pt x="7706948" y="584314"/>
                  </a:lnTo>
                  <a:lnTo>
                    <a:pt x="7702311" y="587374"/>
                  </a:lnTo>
                  <a:lnTo>
                    <a:pt x="7707193" y="584314"/>
                  </a:lnTo>
                  <a:close/>
                </a:path>
                <a:path w="8094345" h="1320800">
                  <a:moveTo>
                    <a:pt x="342284" y="571614"/>
                  </a:moveTo>
                  <a:lnTo>
                    <a:pt x="342065" y="571614"/>
                  </a:lnTo>
                  <a:lnTo>
                    <a:pt x="346078" y="574163"/>
                  </a:lnTo>
                  <a:lnTo>
                    <a:pt x="342284" y="571614"/>
                  </a:lnTo>
                  <a:close/>
                </a:path>
                <a:path w="8094345" h="1320800">
                  <a:moveTo>
                    <a:pt x="7745426" y="558916"/>
                  </a:moveTo>
                  <a:lnTo>
                    <a:pt x="7745182" y="558916"/>
                  </a:lnTo>
                  <a:lnTo>
                    <a:pt x="7741075" y="561788"/>
                  </a:lnTo>
                  <a:lnTo>
                    <a:pt x="7745426" y="558916"/>
                  </a:lnTo>
                  <a:close/>
                </a:path>
                <a:path w="8094345" h="1320800">
                  <a:moveTo>
                    <a:pt x="304686" y="546217"/>
                  </a:moveTo>
                  <a:lnTo>
                    <a:pt x="304467" y="546217"/>
                  </a:lnTo>
                  <a:lnTo>
                    <a:pt x="308063" y="548631"/>
                  </a:lnTo>
                  <a:lnTo>
                    <a:pt x="304686" y="546217"/>
                  </a:lnTo>
                  <a:close/>
                </a:path>
                <a:path w="8094345" h="1320800">
                  <a:moveTo>
                    <a:pt x="7781500" y="533519"/>
                  </a:moveTo>
                  <a:lnTo>
                    <a:pt x="7781256" y="533519"/>
                  </a:lnTo>
                  <a:lnTo>
                    <a:pt x="7777397" y="536388"/>
                  </a:lnTo>
                  <a:lnTo>
                    <a:pt x="7781500" y="533519"/>
                  </a:lnTo>
                  <a:close/>
                </a:path>
                <a:path w="8094345" h="1320800">
                  <a:moveTo>
                    <a:pt x="269398" y="520820"/>
                  </a:moveTo>
                  <a:lnTo>
                    <a:pt x="269154" y="520820"/>
                  </a:lnTo>
                  <a:lnTo>
                    <a:pt x="273431" y="523875"/>
                  </a:lnTo>
                  <a:lnTo>
                    <a:pt x="269398" y="520820"/>
                  </a:lnTo>
                  <a:close/>
                </a:path>
                <a:path w="8094345" h="1320800">
                  <a:moveTo>
                    <a:pt x="7930515" y="419226"/>
                  </a:moveTo>
                  <a:lnTo>
                    <a:pt x="7903834" y="419226"/>
                  </a:lnTo>
                  <a:lnTo>
                    <a:pt x="7876412" y="444500"/>
                  </a:lnTo>
                  <a:lnTo>
                    <a:pt x="7876794" y="444500"/>
                  </a:lnTo>
                  <a:lnTo>
                    <a:pt x="7847818" y="469160"/>
                  </a:lnTo>
                  <a:lnTo>
                    <a:pt x="7814899" y="508509"/>
                  </a:lnTo>
                  <a:lnTo>
                    <a:pt x="7815416" y="508121"/>
                  </a:lnTo>
                  <a:lnTo>
                    <a:pt x="7843683" y="508121"/>
                  </a:lnTo>
                  <a:lnTo>
                    <a:pt x="7859867" y="495327"/>
                  </a:lnTo>
                  <a:lnTo>
                    <a:pt x="7890002" y="457200"/>
                  </a:lnTo>
                  <a:lnTo>
                    <a:pt x="7917942" y="431800"/>
                  </a:lnTo>
                  <a:lnTo>
                    <a:pt x="7930515" y="419226"/>
                  </a:lnTo>
                  <a:close/>
                </a:path>
                <a:path w="8094345" h="1320800">
                  <a:moveTo>
                    <a:pt x="235986" y="495327"/>
                  </a:moveTo>
                  <a:lnTo>
                    <a:pt x="235748" y="495327"/>
                  </a:lnTo>
                  <a:lnTo>
                    <a:pt x="236379" y="495805"/>
                  </a:lnTo>
                  <a:lnTo>
                    <a:pt x="235986" y="495327"/>
                  </a:lnTo>
                  <a:close/>
                </a:path>
                <a:path w="8094345" h="1320800">
                  <a:moveTo>
                    <a:pt x="7951470" y="355600"/>
                  </a:moveTo>
                  <a:lnTo>
                    <a:pt x="7928483" y="393700"/>
                  </a:lnTo>
                  <a:lnTo>
                    <a:pt x="7928863" y="393700"/>
                  </a:lnTo>
                  <a:lnTo>
                    <a:pt x="7901071" y="421773"/>
                  </a:lnTo>
                  <a:lnTo>
                    <a:pt x="7903834" y="419226"/>
                  </a:lnTo>
                  <a:lnTo>
                    <a:pt x="7930515" y="419226"/>
                  </a:lnTo>
                  <a:lnTo>
                    <a:pt x="7943215" y="406526"/>
                  </a:lnTo>
                  <a:lnTo>
                    <a:pt x="7951089" y="393700"/>
                  </a:lnTo>
                  <a:lnTo>
                    <a:pt x="7966583" y="368300"/>
                  </a:lnTo>
                  <a:lnTo>
                    <a:pt x="7951216" y="368300"/>
                  </a:lnTo>
                  <a:lnTo>
                    <a:pt x="7951470" y="355600"/>
                  </a:lnTo>
                  <a:close/>
                </a:path>
                <a:path w="8094345" h="1320800">
                  <a:moveTo>
                    <a:pt x="149981" y="406526"/>
                  </a:moveTo>
                  <a:lnTo>
                    <a:pt x="149739" y="406526"/>
                  </a:lnTo>
                  <a:lnTo>
                    <a:pt x="152569" y="409222"/>
                  </a:lnTo>
                  <a:lnTo>
                    <a:pt x="149981" y="406526"/>
                  </a:lnTo>
                  <a:close/>
                </a:path>
                <a:path w="8094345" h="1320800">
                  <a:moveTo>
                    <a:pt x="8064665" y="106478"/>
                  </a:moveTo>
                  <a:lnTo>
                    <a:pt x="8045524" y="109678"/>
                  </a:lnTo>
                  <a:lnTo>
                    <a:pt x="8045958" y="127000"/>
                  </a:lnTo>
                  <a:lnTo>
                    <a:pt x="8042656" y="152400"/>
                  </a:lnTo>
                  <a:lnTo>
                    <a:pt x="8036813" y="190500"/>
                  </a:lnTo>
                  <a:lnTo>
                    <a:pt x="8037068" y="190500"/>
                  </a:lnTo>
                  <a:lnTo>
                    <a:pt x="8028685" y="215900"/>
                  </a:lnTo>
                  <a:lnTo>
                    <a:pt x="8017891" y="241300"/>
                  </a:lnTo>
                  <a:lnTo>
                    <a:pt x="8018145" y="241300"/>
                  </a:lnTo>
                  <a:lnTo>
                    <a:pt x="8004809" y="279400"/>
                  </a:lnTo>
                  <a:lnTo>
                    <a:pt x="8005063" y="279400"/>
                  </a:lnTo>
                  <a:lnTo>
                    <a:pt x="7989316" y="304800"/>
                  </a:lnTo>
                  <a:lnTo>
                    <a:pt x="7989570" y="304800"/>
                  </a:lnTo>
                  <a:lnTo>
                    <a:pt x="7971408" y="330200"/>
                  </a:lnTo>
                  <a:lnTo>
                    <a:pt x="7971790" y="330200"/>
                  </a:lnTo>
                  <a:lnTo>
                    <a:pt x="7951216" y="368300"/>
                  </a:lnTo>
                  <a:lnTo>
                    <a:pt x="7966583" y="368300"/>
                  </a:lnTo>
                  <a:lnTo>
                    <a:pt x="7987537" y="342900"/>
                  </a:lnTo>
                  <a:lnTo>
                    <a:pt x="8005953" y="317500"/>
                  </a:lnTo>
                  <a:lnTo>
                    <a:pt x="8022082" y="279400"/>
                  </a:lnTo>
                  <a:lnTo>
                    <a:pt x="8035671" y="254000"/>
                  </a:lnTo>
                  <a:lnTo>
                    <a:pt x="8046974" y="215900"/>
                  </a:lnTo>
                  <a:lnTo>
                    <a:pt x="8055483" y="190500"/>
                  </a:lnTo>
                  <a:lnTo>
                    <a:pt x="8061579" y="152400"/>
                  </a:lnTo>
                  <a:lnTo>
                    <a:pt x="8065008" y="127000"/>
                  </a:lnTo>
                  <a:lnTo>
                    <a:pt x="8064796" y="114300"/>
                  </a:lnTo>
                  <a:lnTo>
                    <a:pt x="8064719" y="109678"/>
                  </a:lnTo>
                  <a:lnTo>
                    <a:pt x="8064665" y="106478"/>
                  </a:lnTo>
                  <a:close/>
                </a:path>
                <a:path w="8094345" h="1320800">
                  <a:moveTo>
                    <a:pt x="31876" y="190500"/>
                  </a:moveTo>
                  <a:lnTo>
                    <a:pt x="32131" y="203200"/>
                  </a:lnTo>
                  <a:lnTo>
                    <a:pt x="35094" y="203200"/>
                  </a:lnTo>
                  <a:lnTo>
                    <a:pt x="31876" y="190500"/>
                  </a:lnTo>
                  <a:close/>
                </a:path>
                <a:path w="8094345" h="1320800">
                  <a:moveTo>
                    <a:pt x="8049895" y="38100"/>
                  </a:moveTo>
                  <a:lnTo>
                    <a:pt x="8017891" y="114300"/>
                  </a:lnTo>
                  <a:lnTo>
                    <a:pt x="8045524" y="109678"/>
                  </a:lnTo>
                  <a:lnTo>
                    <a:pt x="8045444" y="106478"/>
                  </a:lnTo>
                  <a:lnTo>
                    <a:pt x="8045323" y="101600"/>
                  </a:lnTo>
                  <a:lnTo>
                    <a:pt x="8064373" y="88900"/>
                  </a:lnTo>
                  <a:lnTo>
                    <a:pt x="8085048" y="88900"/>
                  </a:lnTo>
                  <a:lnTo>
                    <a:pt x="8049895" y="38100"/>
                  </a:lnTo>
                  <a:close/>
                </a:path>
                <a:path w="8094345" h="1320800">
                  <a:moveTo>
                    <a:pt x="8064373" y="88900"/>
                  </a:moveTo>
                  <a:lnTo>
                    <a:pt x="8045323" y="101600"/>
                  </a:lnTo>
                  <a:lnTo>
                    <a:pt x="8045444" y="106478"/>
                  </a:lnTo>
                  <a:lnTo>
                    <a:pt x="8045524" y="109678"/>
                  </a:lnTo>
                  <a:lnTo>
                    <a:pt x="8064665" y="106478"/>
                  </a:lnTo>
                  <a:lnTo>
                    <a:pt x="8064373" y="88900"/>
                  </a:lnTo>
                  <a:close/>
                </a:path>
                <a:path w="8094345" h="1320800">
                  <a:moveTo>
                    <a:pt x="8085048" y="88900"/>
                  </a:moveTo>
                  <a:lnTo>
                    <a:pt x="8064373" y="88900"/>
                  </a:lnTo>
                  <a:lnTo>
                    <a:pt x="8064584" y="101600"/>
                  </a:lnTo>
                  <a:lnTo>
                    <a:pt x="8064665" y="106478"/>
                  </a:lnTo>
                  <a:lnTo>
                    <a:pt x="8093836" y="101600"/>
                  </a:lnTo>
                  <a:lnTo>
                    <a:pt x="8085048" y="88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622036" y="3962400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570738" y="0"/>
                  </a:moveTo>
                  <a:lnTo>
                    <a:pt x="523928" y="1909"/>
                  </a:lnTo>
                  <a:lnTo>
                    <a:pt x="478160" y="7540"/>
                  </a:lnTo>
                  <a:lnTo>
                    <a:pt x="433581" y="16743"/>
                  </a:lnTo>
                  <a:lnTo>
                    <a:pt x="390339" y="29370"/>
                  </a:lnTo>
                  <a:lnTo>
                    <a:pt x="348579" y="45273"/>
                  </a:lnTo>
                  <a:lnTo>
                    <a:pt x="308449" y="64304"/>
                  </a:lnTo>
                  <a:lnTo>
                    <a:pt x="270095" y="86313"/>
                  </a:lnTo>
                  <a:lnTo>
                    <a:pt x="233665" y="111154"/>
                  </a:lnTo>
                  <a:lnTo>
                    <a:pt x="199306" y="138677"/>
                  </a:lnTo>
                  <a:lnTo>
                    <a:pt x="167163" y="168735"/>
                  </a:lnTo>
                  <a:lnTo>
                    <a:pt x="137385" y="201179"/>
                  </a:lnTo>
                  <a:lnTo>
                    <a:pt x="110118" y="235860"/>
                  </a:lnTo>
                  <a:lnTo>
                    <a:pt x="85508" y="272631"/>
                  </a:lnTo>
                  <a:lnTo>
                    <a:pt x="63703" y="311342"/>
                  </a:lnTo>
                  <a:lnTo>
                    <a:pt x="44850" y="351847"/>
                  </a:lnTo>
                  <a:lnTo>
                    <a:pt x="29096" y="393996"/>
                  </a:lnTo>
                  <a:lnTo>
                    <a:pt x="16586" y="437641"/>
                  </a:lnTo>
                  <a:lnTo>
                    <a:pt x="7469" y="482635"/>
                  </a:lnTo>
                  <a:lnTo>
                    <a:pt x="1891" y="528827"/>
                  </a:lnTo>
                  <a:lnTo>
                    <a:pt x="0" y="576072"/>
                  </a:lnTo>
                  <a:lnTo>
                    <a:pt x="1891" y="623316"/>
                  </a:lnTo>
                  <a:lnTo>
                    <a:pt x="7469" y="669508"/>
                  </a:lnTo>
                  <a:lnTo>
                    <a:pt x="16586" y="714502"/>
                  </a:lnTo>
                  <a:lnTo>
                    <a:pt x="29096" y="758147"/>
                  </a:lnTo>
                  <a:lnTo>
                    <a:pt x="44850" y="800296"/>
                  </a:lnTo>
                  <a:lnTo>
                    <a:pt x="63703" y="840801"/>
                  </a:lnTo>
                  <a:lnTo>
                    <a:pt x="85508" y="879512"/>
                  </a:lnTo>
                  <a:lnTo>
                    <a:pt x="110118" y="916283"/>
                  </a:lnTo>
                  <a:lnTo>
                    <a:pt x="137385" y="950964"/>
                  </a:lnTo>
                  <a:lnTo>
                    <a:pt x="167163" y="983408"/>
                  </a:lnTo>
                  <a:lnTo>
                    <a:pt x="199306" y="1013466"/>
                  </a:lnTo>
                  <a:lnTo>
                    <a:pt x="233665" y="1040989"/>
                  </a:lnTo>
                  <a:lnTo>
                    <a:pt x="270095" y="1065830"/>
                  </a:lnTo>
                  <a:lnTo>
                    <a:pt x="308449" y="1087839"/>
                  </a:lnTo>
                  <a:lnTo>
                    <a:pt x="348579" y="1106870"/>
                  </a:lnTo>
                  <a:lnTo>
                    <a:pt x="390339" y="1122773"/>
                  </a:lnTo>
                  <a:lnTo>
                    <a:pt x="433581" y="1135400"/>
                  </a:lnTo>
                  <a:lnTo>
                    <a:pt x="478160" y="1144603"/>
                  </a:lnTo>
                  <a:lnTo>
                    <a:pt x="523928" y="1150234"/>
                  </a:lnTo>
                  <a:lnTo>
                    <a:pt x="570738" y="1152144"/>
                  </a:lnTo>
                  <a:lnTo>
                    <a:pt x="617547" y="1150234"/>
                  </a:lnTo>
                  <a:lnTo>
                    <a:pt x="663315" y="1144603"/>
                  </a:lnTo>
                  <a:lnTo>
                    <a:pt x="707894" y="1135400"/>
                  </a:lnTo>
                  <a:lnTo>
                    <a:pt x="751136" y="1122773"/>
                  </a:lnTo>
                  <a:lnTo>
                    <a:pt x="792896" y="1106870"/>
                  </a:lnTo>
                  <a:lnTo>
                    <a:pt x="833026" y="1087839"/>
                  </a:lnTo>
                  <a:lnTo>
                    <a:pt x="871380" y="1065830"/>
                  </a:lnTo>
                  <a:lnTo>
                    <a:pt x="907810" y="1040989"/>
                  </a:lnTo>
                  <a:lnTo>
                    <a:pt x="942169" y="1013466"/>
                  </a:lnTo>
                  <a:lnTo>
                    <a:pt x="974312" y="983408"/>
                  </a:lnTo>
                  <a:lnTo>
                    <a:pt x="1004090" y="950964"/>
                  </a:lnTo>
                  <a:lnTo>
                    <a:pt x="1031357" y="916283"/>
                  </a:lnTo>
                  <a:lnTo>
                    <a:pt x="1055967" y="879512"/>
                  </a:lnTo>
                  <a:lnTo>
                    <a:pt x="1077772" y="840801"/>
                  </a:lnTo>
                  <a:lnTo>
                    <a:pt x="1096625" y="800296"/>
                  </a:lnTo>
                  <a:lnTo>
                    <a:pt x="1112379" y="758147"/>
                  </a:lnTo>
                  <a:lnTo>
                    <a:pt x="1124889" y="714502"/>
                  </a:lnTo>
                  <a:lnTo>
                    <a:pt x="1134006" y="669508"/>
                  </a:lnTo>
                  <a:lnTo>
                    <a:pt x="1139584" y="623316"/>
                  </a:lnTo>
                  <a:lnTo>
                    <a:pt x="1141475" y="576072"/>
                  </a:lnTo>
                  <a:lnTo>
                    <a:pt x="1139584" y="528827"/>
                  </a:lnTo>
                  <a:lnTo>
                    <a:pt x="1134006" y="482635"/>
                  </a:lnTo>
                  <a:lnTo>
                    <a:pt x="1124889" y="437641"/>
                  </a:lnTo>
                  <a:lnTo>
                    <a:pt x="1112379" y="393996"/>
                  </a:lnTo>
                  <a:lnTo>
                    <a:pt x="1096625" y="351847"/>
                  </a:lnTo>
                  <a:lnTo>
                    <a:pt x="1077772" y="311342"/>
                  </a:lnTo>
                  <a:lnTo>
                    <a:pt x="1055967" y="272631"/>
                  </a:lnTo>
                  <a:lnTo>
                    <a:pt x="1031357" y="235860"/>
                  </a:lnTo>
                  <a:lnTo>
                    <a:pt x="1004090" y="201179"/>
                  </a:lnTo>
                  <a:lnTo>
                    <a:pt x="974312" y="168735"/>
                  </a:lnTo>
                  <a:lnTo>
                    <a:pt x="942169" y="138677"/>
                  </a:lnTo>
                  <a:lnTo>
                    <a:pt x="907810" y="111154"/>
                  </a:lnTo>
                  <a:lnTo>
                    <a:pt x="871380" y="86313"/>
                  </a:lnTo>
                  <a:lnTo>
                    <a:pt x="833026" y="64304"/>
                  </a:lnTo>
                  <a:lnTo>
                    <a:pt x="792896" y="45273"/>
                  </a:lnTo>
                  <a:lnTo>
                    <a:pt x="751136" y="29370"/>
                  </a:lnTo>
                  <a:lnTo>
                    <a:pt x="707894" y="16743"/>
                  </a:lnTo>
                  <a:lnTo>
                    <a:pt x="663315" y="7540"/>
                  </a:lnTo>
                  <a:lnTo>
                    <a:pt x="617547" y="1909"/>
                  </a:lnTo>
                  <a:lnTo>
                    <a:pt x="570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622036" y="3962400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0" y="576072"/>
                  </a:moveTo>
                  <a:lnTo>
                    <a:pt x="1891" y="528827"/>
                  </a:lnTo>
                  <a:lnTo>
                    <a:pt x="7469" y="482635"/>
                  </a:lnTo>
                  <a:lnTo>
                    <a:pt x="16586" y="437641"/>
                  </a:lnTo>
                  <a:lnTo>
                    <a:pt x="29096" y="393996"/>
                  </a:lnTo>
                  <a:lnTo>
                    <a:pt x="44850" y="351847"/>
                  </a:lnTo>
                  <a:lnTo>
                    <a:pt x="63703" y="311342"/>
                  </a:lnTo>
                  <a:lnTo>
                    <a:pt x="85508" y="272631"/>
                  </a:lnTo>
                  <a:lnTo>
                    <a:pt x="110118" y="235860"/>
                  </a:lnTo>
                  <a:lnTo>
                    <a:pt x="137385" y="201179"/>
                  </a:lnTo>
                  <a:lnTo>
                    <a:pt x="167163" y="168735"/>
                  </a:lnTo>
                  <a:lnTo>
                    <a:pt x="199306" y="138677"/>
                  </a:lnTo>
                  <a:lnTo>
                    <a:pt x="233665" y="111154"/>
                  </a:lnTo>
                  <a:lnTo>
                    <a:pt x="270095" y="86313"/>
                  </a:lnTo>
                  <a:lnTo>
                    <a:pt x="308449" y="64304"/>
                  </a:lnTo>
                  <a:lnTo>
                    <a:pt x="348579" y="45273"/>
                  </a:lnTo>
                  <a:lnTo>
                    <a:pt x="390339" y="29370"/>
                  </a:lnTo>
                  <a:lnTo>
                    <a:pt x="433581" y="16743"/>
                  </a:lnTo>
                  <a:lnTo>
                    <a:pt x="478160" y="7540"/>
                  </a:lnTo>
                  <a:lnTo>
                    <a:pt x="523928" y="1909"/>
                  </a:lnTo>
                  <a:lnTo>
                    <a:pt x="570738" y="0"/>
                  </a:lnTo>
                  <a:lnTo>
                    <a:pt x="617547" y="1909"/>
                  </a:lnTo>
                  <a:lnTo>
                    <a:pt x="663315" y="7540"/>
                  </a:lnTo>
                  <a:lnTo>
                    <a:pt x="707894" y="16743"/>
                  </a:lnTo>
                  <a:lnTo>
                    <a:pt x="751136" y="29370"/>
                  </a:lnTo>
                  <a:lnTo>
                    <a:pt x="792896" y="45273"/>
                  </a:lnTo>
                  <a:lnTo>
                    <a:pt x="833026" y="64304"/>
                  </a:lnTo>
                  <a:lnTo>
                    <a:pt x="871380" y="86313"/>
                  </a:lnTo>
                  <a:lnTo>
                    <a:pt x="907810" y="111154"/>
                  </a:lnTo>
                  <a:lnTo>
                    <a:pt x="942169" y="138677"/>
                  </a:lnTo>
                  <a:lnTo>
                    <a:pt x="974312" y="168735"/>
                  </a:lnTo>
                  <a:lnTo>
                    <a:pt x="1004090" y="201179"/>
                  </a:lnTo>
                  <a:lnTo>
                    <a:pt x="1031357" y="235860"/>
                  </a:lnTo>
                  <a:lnTo>
                    <a:pt x="1055967" y="272631"/>
                  </a:lnTo>
                  <a:lnTo>
                    <a:pt x="1077772" y="311342"/>
                  </a:lnTo>
                  <a:lnTo>
                    <a:pt x="1096625" y="351847"/>
                  </a:lnTo>
                  <a:lnTo>
                    <a:pt x="1112379" y="393996"/>
                  </a:lnTo>
                  <a:lnTo>
                    <a:pt x="1124889" y="437641"/>
                  </a:lnTo>
                  <a:lnTo>
                    <a:pt x="1134006" y="482635"/>
                  </a:lnTo>
                  <a:lnTo>
                    <a:pt x="1139584" y="528827"/>
                  </a:lnTo>
                  <a:lnTo>
                    <a:pt x="1141475" y="576072"/>
                  </a:lnTo>
                  <a:lnTo>
                    <a:pt x="1139584" y="623316"/>
                  </a:lnTo>
                  <a:lnTo>
                    <a:pt x="1134006" y="669508"/>
                  </a:lnTo>
                  <a:lnTo>
                    <a:pt x="1124889" y="714502"/>
                  </a:lnTo>
                  <a:lnTo>
                    <a:pt x="1112379" y="758147"/>
                  </a:lnTo>
                  <a:lnTo>
                    <a:pt x="1096625" y="800296"/>
                  </a:lnTo>
                  <a:lnTo>
                    <a:pt x="1077772" y="840801"/>
                  </a:lnTo>
                  <a:lnTo>
                    <a:pt x="1055967" y="879512"/>
                  </a:lnTo>
                  <a:lnTo>
                    <a:pt x="1031357" y="916283"/>
                  </a:lnTo>
                  <a:lnTo>
                    <a:pt x="1004090" y="950964"/>
                  </a:lnTo>
                  <a:lnTo>
                    <a:pt x="974312" y="983408"/>
                  </a:lnTo>
                  <a:lnTo>
                    <a:pt x="942169" y="1013466"/>
                  </a:lnTo>
                  <a:lnTo>
                    <a:pt x="907810" y="1040989"/>
                  </a:lnTo>
                  <a:lnTo>
                    <a:pt x="871380" y="1065830"/>
                  </a:lnTo>
                  <a:lnTo>
                    <a:pt x="833026" y="1087839"/>
                  </a:lnTo>
                  <a:lnTo>
                    <a:pt x="792896" y="1106870"/>
                  </a:lnTo>
                  <a:lnTo>
                    <a:pt x="751136" y="1122773"/>
                  </a:lnTo>
                  <a:lnTo>
                    <a:pt x="707894" y="1135400"/>
                  </a:lnTo>
                  <a:lnTo>
                    <a:pt x="663315" y="1144603"/>
                  </a:lnTo>
                  <a:lnTo>
                    <a:pt x="617547" y="1150234"/>
                  </a:lnTo>
                  <a:lnTo>
                    <a:pt x="570738" y="1152144"/>
                  </a:lnTo>
                  <a:lnTo>
                    <a:pt x="523928" y="1150234"/>
                  </a:lnTo>
                  <a:lnTo>
                    <a:pt x="478160" y="1144603"/>
                  </a:lnTo>
                  <a:lnTo>
                    <a:pt x="433581" y="1135400"/>
                  </a:lnTo>
                  <a:lnTo>
                    <a:pt x="390339" y="1122773"/>
                  </a:lnTo>
                  <a:lnTo>
                    <a:pt x="348579" y="1106870"/>
                  </a:lnTo>
                  <a:lnTo>
                    <a:pt x="308449" y="1087839"/>
                  </a:lnTo>
                  <a:lnTo>
                    <a:pt x="270095" y="1065830"/>
                  </a:lnTo>
                  <a:lnTo>
                    <a:pt x="233665" y="1040989"/>
                  </a:lnTo>
                  <a:lnTo>
                    <a:pt x="199306" y="1013466"/>
                  </a:lnTo>
                  <a:lnTo>
                    <a:pt x="167163" y="983408"/>
                  </a:lnTo>
                  <a:lnTo>
                    <a:pt x="137385" y="950964"/>
                  </a:lnTo>
                  <a:lnTo>
                    <a:pt x="110118" y="916283"/>
                  </a:lnTo>
                  <a:lnTo>
                    <a:pt x="85508" y="879512"/>
                  </a:lnTo>
                  <a:lnTo>
                    <a:pt x="63703" y="840801"/>
                  </a:lnTo>
                  <a:lnTo>
                    <a:pt x="44850" y="800296"/>
                  </a:lnTo>
                  <a:lnTo>
                    <a:pt x="29096" y="758147"/>
                  </a:lnTo>
                  <a:lnTo>
                    <a:pt x="16586" y="714502"/>
                  </a:lnTo>
                  <a:lnTo>
                    <a:pt x="7469" y="669508"/>
                  </a:lnTo>
                  <a:lnTo>
                    <a:pt x="1891" y="623316"/>
                  </a:lnTo>
                  <a:lnTo>
                    <a:pt x="0" y="57607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3309873" y="4065778"/>
            <a:ext cx="12738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(0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0">
                <a:latin typeface="Cambria Math"/>
                <a:cs typeface="Cambria Math"/>
              </a:rPr>
              <a:t>1)</a:t>
            </a:r>
            <a:r>
              <a:rPr dirty="0" baseline="28571" sz="2625" spc="-30">
                <a:latin typeface="Cambria Math"/>
                <a:cs typeface="Cambria Math"/>
              </a:rPr>
              <a:t>∗</a:t>
            </a:r>
            <a:r>
              <a:rPr dirty="0" sz="2400" spc="-2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948807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3.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0">
                <a:latin typeface="Franklin Gothic Medium"/>
                <a:cs typeface="Franklin Gothic Medium"/>
              </a:rPr>
              <a:t>Simplify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750570" y="4474971"/>
            <a:ext cx="4871720" cy="106045"/>
          </a:xfrm>
          <a:custGeom>
            <a:avLst/>
            <a:gdLst/>
            <a:ahLst/>
            <a:cxnLst/>
            <a:rect l="l" t="t" r="r" b="b"/>
            <a:pathLst>
              <a:path w="4871720" h="106045">
                <a:moveTo>
                  <a:pt x="823849" y="42926"/>
                </a:moveTo>
                <a:lnTo>
                  <a:pt x="795185" y="28575"/>
                </a:lnTo>
                <a:lnTo>
                  <a:pt x="738124" y="0"/>
                </a:lnTo>
                <a:lnTo>
                  <a:pt x="738124" y="28575"/>
                </a:lnTo>
                <a:lnTo>
                  <a:pt x="0" y="28575"/>
                </a:lnTo>
                <a:lnTo>
                  <a:pt x="0" y="57150"/>
                </a:lnTo>
                <a:lnTo>
                  <a:pt x="738124" y="57150"/>
                </a:lnTo>
                <a:lnTo>
                  <a:pt x="738124" y="85725"/>
                </a:lnTo>
                <a:lnTo>
                  <a:pt x="795350" y="57150"/>
                </a:lnTo>
                <a:lnTo>
                  <a:pt x="823849" y="42926"/>
                </a:lnTo>
                <a:close/>
              </a:path>
              <a:path w="4871720" h="106045">
                <a:moveTo>
                  <a:pt x="4871720" y="63627"/>
                </a:moveTo>
                <a:lnTo>
                  <a:pt x="4842472" y="48768"/>
                </a:lnTo>
                <a:lnTo>
                  <a:pt x="4786249" y="20193"/>
                </a:lnTo>
                <a:lnTo>
                  <a:pt x="4786071" y="48666"/>
                </a:lnTo>
                <a:lnTo>
                  <a:pt x="1966087" y="28575"/>
                </a:lnTo>
                <a:lnTo>
                  <a:pt x="1965896" y="48768"/>
                </a:lnTo>
                <a:lnTo>
                  <a:pt x="1965833" y="57150"/>
                </a:lnTo>
                <a:lnTo>
                  <a:pt x="4785906" y="77241"/>
                </a:lnTo>
                <a:lnTo>
                  <a:pt x="4800206" y="77343"/>
                </a:lnTo>
                <a:lnTo>
                  <a:pt x="4785906" y="77343"/>
                </a:lnTo>
                <a:lnTo>
                  <a:pt x="4785741" y="105918"/>
                </a:lnTo>
                <a:lnTo>
                  <a:pt x="4843831" y="77343"/>
                </a:lnTo>
                <a:lnTo>
                  <a:pt x="4871720" y="636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5981827" y="6026048"/>
            <a:ext cx="217170" cy="330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45"/>
              </a:lnSpc>
            </a:pP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5851026" y="3435984"/>
            <a:ext cx="703580" cy="560070"/>
          </a:xfrm>
          <a:custGeom>
            <a:avLst/>
            <a:gdLst/>
            <a:ahLst/>
            <a:cxnLst/>
            <a:rect l="l" t="t" r="r" b="b"/>
            <a:pathLst>
              <a:path w="703579" h="560070">
                <a:moveTo>
                  <a:pt x="52949" y="437895"/>
                </a:moveTo>
                <a:lnTo>
                  <a:pt x="36312" y="447294"/>
                </a:lnTo>
                <a:lnTo>
                  <a:pt x="41011" y="455548"/>
                </a:lnTo>
                <a:lnTo>
                  <a:pt x="49266" y="468756"/>
                </a:lnTo>
                <a:lnTo>
                  <a:pt x="78984" y="506348"/>
                </a:lnTo>
                <a:lnTo>
                  <a:pt x="115433" y="540003"/>
                </a:lnTo>
                <a:lnTo>
                  <a:pt x="142992" y="559942"/>
                </a:lnTo>
                <a:lnTo>
                  <a:pt x="153787" y="544321"/>
                </a:lnTo>
                <a:lnTo>
                  <a:pt x="140266" y="535102"/>
                </a:lnTo>
                <a:lnTo>
                  <a:pt x="128121" y="525788"/>
                </a:lnTo>
                <a:lnTo>
                  <a:pt x="93330" y="493661"/>
                </a:lnTo>
                <a:lnTo>
                  <a:pt x="65112" y="458098"/>
                </a:lnTo>
                <a:lnTo>
                  <a:pt x="57453" y="446133"/>
                </a:lnTo>
                <a:lnTo>
                  <a:pt x="52949" y="437895"/>
                </a:lnTo>
                <a:close/>
              </a:path>
              <a:path w="703579" h="560070">
                <a:moveTo>
                  <a:pt x="9642" y="237616"/>
                </a:moveTo>
                <a:lnTo>
                  <a:pt x="1514" y="281685"/>
                </a:lnTo>
                <a:lnTo>
                  <a:pt x="0" y="311276"/>
                </a:lnTo>
                <a:lnTo>
                  <a:pt x="1" y="311912"/>
                </a:lnTo>
                <a:lnTo>
                  <a:pt x="555" y="324989"/>
                </a:lnTo>
                <a:lnTo>
                  <a:pt x="625" y="326644"/>
                </a:lnTo>
                <a:lnTo>
                  <a:pt x="1679" y="339083"/>
                </a:lnTo>
                <a:lnTo>
                  <a:pt x="1777" y="340234"/>
                </a:lnTo>
                <a:lnTo>
                  <a:pt x="1895" y="341629"/>
                </a:lnTo>
                <a:lnTo>
                  <a:pt x="4054" y="356362"/>
                </a:lnTo>
                <a:lnTo>
                  <a:pt x="6848" y="371094"/>
                </a:lnTo>
                <a:lnTo>
                  <a:pt x="10658" y="385698"/>
                </a:lnTo>
                <a:lnTo>
                  <a:pt x="12944" y="393064"/>
                </a:lnTo>
                <a:lnTo>
                  <a:pt x="31105" y="387350"/>
                </a:lnTo>
                <a:lnTo>
                  <a:pt x="28946" y="380239"/>
                </a:lnTo>
                <a:lnTo>
                  <a:pt x="25523" y="367156"/>
                </a:lnTo>
                <a:lnTo>
                  <a:pt x="22939" y="354032"/>
                </a:lnTo>
                <a:lnTo>
                  <a:pt x="20863" y="340234"/>
                </a:lnTo>
                <a:lnTo>
                  <a:pt x="19670" y="326644"/>
                </a:lnTo>
                <a:lnTo>
                  <a:pt x="19548" y="325247"/>
                </a:lnTo>
                <a:lnTo>
                  <a:pt x="19525" y="324989"/>
                </a:lnTo>
                <a:lnTo>
                  <a:pt x="19062" y="311912"/>
                </a:lnTo>
                <a:lnTo>
                  <a:pt x="19040" y="311276"/>
                </a:lnTo>
                <a:lnTo>
                  <a:pt x="19405" y="298043"/>
                </a:lnTo>
                <a:lnTo>
                  <a:pt x="20338" y="284746"/>
                </a:lnTo>
                <a:lnTo>
                  <a:pt x="22478" y="268458"/>
                </a:lnTo>
                <a:lnTo>
                  <a:pt x="24787" y="256031"/>
                </a:lnTo>
                <a:lnTo>
                  <a:pt x="24881" y="255523"/>
                </a:lnTo>
                <a:lnTo>
                  <a:pt x="28184" y="242188"/>
                </a:lnTo>
                <a:lnTo>
                  <a:pt x="9642" y="237616"/>
                </a:lnTo>
                <a:close/>
              </a:path>
              <a:path w="703579" h="560070">
                <a:moveTo>
                  <a:pt x="134229" y="65912"/>
                </a:moveTo>
                <a:lnTo>
                  <a:pt x="92065" y="100584"/>
                </a:lnTo>
                <a:lnTo>
                  <a:pt x="58791" y="138175"/>
                </a:lnTo>
                <a:lnTo>
                  <a:pt x="32756" y="179196"/>
                </a:lnTo>
                <a:lnTo>
                  <a:pt x="30978" y="182498"/>
                </a:lnTo>
                <a:lnTo>
                  <a:pt x="48123" y="191007"/>
                </a:lnTo>
                <a:lnTo>
                  <a:pt x="49837" y="187436"/>
                </a:lnTo>
                <a:lnTo>
                  <a:pt x="57017" y="174872"/>
                </a:lnTo>
                <a:lnTo>
                  <a:pt x="84268" y="136745"/>
                </a:lnTo>
                <a:lnTo>
                  <a:pt x="117797" y="102843"/>
                </a:lnTo>
                <a:lnTo>
                  <a:pt x="145024" y="81661"/>
                </a:lnTo>
                <a:lnTo>
                  <a:pt x="134229" y="65912"/>
                </a:lnTo>
                <a:close/>
              </a:path>
              <a:path w="703579" h="560070">
                <a:moveTo>
                  <a:pt x="335782" y="0"/>
                </a:moveTo>
                <a:lnTo>
                  <a:pt x="333111" y="0"/>
                </a:lnTo>
                <a:lnTo>
                  <a:pt x="316347" y="1142"/>
                </a:lnTo>
                <a:lnTo>
                  <a:pt x="266690" y="8762"/>
                </a:lnTo>
                <a:lnTo>
                  <a:pt x="218430" y="22605"/>
                </a:lnTo>
                <a:lnTo>
                  <a:pt x="184775" y="36702"/>
                </a:lnTo>
                <a:lnTo>
                  <a:pt x="193284" y="53720"/>
                </a:lnTo>
                <a:lnTo>
                  <a:pt x="196714" y="52087"/>
                </a:lnTo>
                <a:lnTo>
                  <a:pt x="210016" y="46281"/>
                </a:lnTo>
                <a:lnTo>
                  <a:pt x="210239" y="46281"/>
                </a:lnTo>
                <a:lnTo>
                  <a:pt x="224832" y="40639"/>
                </a:lnTo>
                <a:lnTo>
                  <a:pt x="240715" y="35282"/>
                </a:lnTo>
                <a:lnTo>
                  <a:pt x="254712" y="31185"/>
                </a:lnTo>
                <a:lnTo>
                  <a:pt x="270492" y="27398"/>
                </a:lnTo>
                <a:lnTo>
                  <a:pt x="270654" y="27398"/>
                </a:lnTo>
                <a:lnTo>
                  <a:pt x="286111" y="24334"/>
                </a:lnTo>
                <a:lnTo>
                  <a:pt x="286405" y="24334"/>
                </a:lnTo>
                <a:lnTo>
                  <a:pt x="301857" y="21925"/>
                </a:lnTo>
                <a:lnTo>
                  <a:pt x="302317" y="21925"/>
                </a:lnTo>
                <a:lnTo>
                  <a:pt x="317399" y="20165"/>
                </a:lnTo>
                <a:lnTo>
                  <a:pt x="318259" y="20165"/>
                </a:lnTo>
                <a:lnTo>
                  <a:pt x="334254" y="19050"/>
                </a:lnTo>
                <a:lnTo>
                  <a:pt x="336417" y="19050"/>
                </a:lnTo>
                <a:lnTo>
                  <a:pt x="336074" y="8762"/>
                </a:lnTo>
                <a:lnTo>
                  <a:pt x="335968" y="5587"/>
                </a:lnTo>
                <a:lnTo>
                  <a:pt x="335884" y="3048"/>
                </a:lnTo>
                <a:lnTo>
                  <a:pt x="335782" y="0"/>
                </a:lnTo>
                <a:close/>
              </a:path>
              <a:path w="703579" h="560070">
                <a:moveTo>
                  <a:pt x="210239" y="46281"/>
                </a:moveTo>
                <a:lnTo>
                  <a:pt x="210016" y="46281"/>
                </a:lnTo>
                <a:lnTo>
                  <a:pt x="208266" y="47043"/>
                </a:lnTo>
                <a:lnTo>
                  <a:pt x="210239" y="46281"/>
                </a:lnTo>
                <a:close/>
              </a:path>
              <a:path w="703579" h="560070">
                <a:moveTo>
                  <a:pt x="270654" y="27398"/>
                </a:moveTo>
                <a:lnTo>
                  <a:pt x="270492" y="27398"/>
                </a:lnTo>
                <a:lnTo>
                  <a:pt x="269645" y="27601"/>
                </a:lnTo>
                <a:lnTo>
                  <a:pt x="270654" y="27398"/>
                </a:lnTo>
                <a:close/>
              </a:path>
              <a:path w="703579" h="560070">
                <a:moveTo>
                  <a:pt x="286405" y="24334"/>
                </a:moveTo>
                <a:lnTo>
                  <a:pt x="286111" y="24334"/>
                </a:lnTo>
                <a:lnTo>
                  <a:pt x="284902" y="24574"/>
                </a:lnTo>
                <a:lnTo>
                  <a:pt x="286405" y="24334"/>
                </a:lnTo>
                <a:close/>
              </a:path>
              <a:path w="703579" h="560070">
                <a:moveTo>
                  <a:pt x="302317" y="21925"/>
                </a:moveTo>
                <a:lnTo>
                  <a:pt x="301857" y="21925"/>
                </a:lnTo>
                <a:lnTo>
                  <a:pt x="300269" y="22173"/>
                </a:lnTo>
                <a:lnTo>
                  <a:pt x="302317" y="21925"/>
                </a:lnTo>
                <a:close/>
              </a:path>
              <a:path w="703579" h="560070">
                <a:moveTo>
                  <a:pt x="318259" y="20165"/>
                </a:moveTo>
                <a:lnTo>
                  <a:pt x="317399" y="20165"/>
                </a:lnTo>
                <a:lnTo>
                  <a:pt x="316134" y="20314"/>
                </a:lnTo>
                <a:lnTo>
                  <a:pt x="318259" y="20165"/>
                </a:lnTo>
                <a:close/>
              </a:path>
              <a:path w="703579" h="560070">
                <a:moveTo>
                  <a:pt x="495767" y="26744"/>
                </a:moveTo>
                <a:lnTo>
                  <a:pt x="430082" y="26744"/>
                </a:lnTo>
                <a:lnTo>
                  <a:pt x="445823" y="30352"/>
                </a:lnTo>
                <a:lnTo>
                  <a:pt x="461375" y="34798"/>
                </a:lnTo>
                <a:lnTo>
                  <a:pt x="476706" y="40004"/>
                </a:lnTo>
                <a:lnTo>
                  <a:pt x="491579" y="45579"/>
                </a:lnTo>
                <a:lnTo>
                  <a:pt x="506499" y="51992"/>
                </a:lnTo>
                <a:lnTo>
                  <a:pt x="506940" y="52294"/>
                </a:lnTo>
                <a:lnTo>
                  <a:pt x="520252" y="58789"/>
                </a:lnTo>
                <a:lnTo>
                  <a:pt x="532755" y="65659"/>
                </a:lnTo>
                <a:lnTo>
                  <a:pt x="541899" y="48894"/>
                </a:lnTo>
                <a:lnTo>
                  <a:pt x="530215" y="42417"/>
                </a:lnTo>
                <a:lnTo>
                  <a:pt x="514721" y="34798"/>
                </a:lnTo>
                <a:lnTo>
                  <a:pt x="498973" y="27939"/>
                </a:lnTo>
                <a:lnTo>
                  <a:pt x="495767" y="26744"/>
                </a:lnTo>
                <a:close/>
              </a:path>
              <a:path w="703579" h="560070">
                <a:moveTo>
                  <a:pt x="505015" y="51355"/>
                </a:moveTo>
                <a:lnTo>
                  <a:pt x="506940" y="52294"/>
                </a:lnTo>
                <a:lnTo>
                  <a:pt x="506499" y="51992"/>
                </a:lnTo>
                <a:lnTo>
                  <a:pt x="505015" y="51355"/>
                </a:lnTo>
                <a:close/>
              </a:path>
              <a:path w="703579" h="560070">
                <a:moveTo>
                  <a:pt x="394198" y="1904"/>
                </a:moveTo>
                <a:lnTo>
                  <a:pt x="392166" y="20827"/>
                </a:lnTo>
                <a:lnTo>
                  <a:pt x="398596" y="21497"/>
                </a:lnTo>
                <a:lnTo>
                  <a:pt x="398248" y="21497"/>
                </a:lnTo>
                <a:lnTo>
                  <a:pt x="414940" y="23825"/>
                </a:lnTo>
                <a:lnTo>
                  <a:pt x="432203" y="27228"/>
                </a:lnTo>
                <a:lnTo>
                  <a:pt x="430082" y="26744"/>
                </a:lnTo>
                <a:lnTo>
                  <a:pt x="495767" y="26744"/>
                </a:lnTo>
                <a:lnTo>
                  <a:pt x="482971" y="21970"/>
                </a:lnTo>
                <a:lnTo>
                  <a:pt x="433822" y="8127"/>
                </a:lnTo>
                <a:lnTo>
                  <a:pt x="400421" y="2539"/>
                </a:lnTo>
                <a:lnTo>
                  <a:pt x="394198" y="1904"/>
                </a:lnTo>
                <a:close/>
              </a:path>
              <a:path w="703579" h="560070">
                <a:moveTo>
                  <a:pt x="590540" y="82168"/>
                </a:moveTo>
                <a:lnTo>
                  <a:pt x="578348" y="96774"/>
                </a:lnTo>
                <a:lnTo>
                  <a:pt x="588745" y="105592"/>
                </a:lnTo>
                <a:lnTo>
                  <a:pt x="597603" y="113791"/>
                </a:lnTo>
                <a:lnTo>
                  <a:pt x="599491" y="115649"/>
                </a:lnTo>
                <a:lnTo>
                  <a:pt x="599850" y="115891"/>
                </a:lnTo>
                <a:lnTo>
                  <a:pt x="601195" y="117246"/>
                </a:lnTo>
                <a:lnTo>
                  <a:pt x="628894" y="148843"/>
                </a:lnTo>
                <a:lnTo>
                  <a:pt x="653768" y="187932"/>
                </a:lnTo>
                <a:lnTo>
                  <a:pt x="659752" y="200019"/>
                </a:lnTo>
                <a:lnTo>
                  <a:pt x="659872" y="200262"/>
                </a:lnTo>
                <a:lnTo>
                  <a:pt x="662746" y="207009"/>
                </a:lnTo>
                <a:lnTo>
                  <a:pt x="665216" y="212725"/>
                </a:lnTo>
                <a:lnTo>
                  <a:pt x="665597" y="213740"/>
                </a:lnTo>
                <a:lnTo>
                  <a:pt x="683377" y="207009"/>
                </a:lnTo>
                <a:lnTo>
                  <a:pt x="682869" y="205739"/>
                </a:lnTo>
                <a:lnTo>
                  <a:pt x="676900" y="191642"/>
                </a:lnTo>
                <a:lnTo>
                  <a:pt x="654040" y="151384"/>
                </a:lnTo>
                <a:lnTo>
                  <a:pt x="624449" y="113791"/>
                </a:lnTo>
                <a:lnTo>
                  <a:pt x="600827" y="90804"/>
                </a:lnTo>
                <a:lnTo>
                  <a:pt x="590540" y="82168"/>
                </a:lnTo>
                <a:close/>
              </a:path>
              <a:path w="703579" h="560070">
                <a:moveTo>
                  <a:pt x="699379" y="263397"/>
                </a:moveTo>
                <a:lnTo>
                  <a:pt x="680657" y="267207"/>
                </a:lnTo>
                <a:lnTo>
                  <a:pt x="682527" y="280428"/>
                </a:lnTo>
                <a:lnTo>
                  <a:pt x="682671" y="281046"/>
                </a:lnTo>
                <a:lnTo>
                  <a:pt x="683704" y="292722"/>
                </a:lnTo>
                <a:lnTo>
                  <a:pt x="684266" y="308356"/>
                </a:lnTo>
                <a:lnTo>
                  <a:pt x="684023" y="322173"/>
                </a:lnTo>
                <a:lnTo>
                  <a:pt x="683091" y="335443"/>
                </a:lnTo>
                <a:lnTo>
                  <a:pt x="681159" y="350131"/>
                </a:lnTo>
                <a:lnTo>
                  <a:pt x="681090" y="350652"/>
                </a:lnTo>
                <a:lnTo>
                  <a:pt x="681007" y="351281"/>
                </a:lnTo>
                <a:lnTo>
                  <a:pt x="670611" y="393103"/>
                </a:lnTo>
                <a:lnTo>
                  <a:pt x="663692" y="410844"/>
                </a:lnTo>
                <a:lnTo>
                  <a:pt x="681218" y="418338"/>
                </a:lnTo>
                <a:lnTo>
                  <a:pt x="697220" y="368300"/>
                </a:lnTo>
                <a:lnTo>
                  <a:pt x="703062" y="323341"/>
                </a:lnTo>
                <a:lnTo>
                  <a:pt x="703316" y="308356"/>
                </a:lnTo>
                <a:lnTo>
                  <a:pt x="702851" y="294770"/>
                </a:lnTo>
                <a:lnTo>
                  <a:pt x="702742" y="292722"/>
                </a:lnTo>
                <a:lnTo>
                  <a:pt x="701538" y="278510"/>
                </a:lnTo>
                <a:lnTo>
                  <a:pt x="699379" y="263778"/>
                </a:lnTo>
                <a:lnTo>
                  <a:pt x="699379" y="263397"/>
                </a:lnTo>
                <a:close/>
              </a:path>
              <a:path w="703579" h="560070">
                <a:moveTo>
                  <a:pt x="583301" y="480440"/>
                </a:moveTo>
                <a:lnTo>
                  <a:pt x="546725" y="557402"/>
                </a:lnTo>
                <a:lnTo>
                  <a:pt x="630291" y="540512"/>
                </a:lnTo>
                <a:lnTo>
                  <a:pt x="618667" y="525652"/>
                </a:lnTo>
                <a:lnTo>
                  <a:pt x="602732" y="525652"/>
                </a:lnTo>
                <a:lnTo>
                  <a:pt x="590794" y="510920"/>
                </a:lnTo>
                <a:lnTo>
                  <a:pt x="600811" y="502826"/>
                </a:lnTo>
                <a:lnTo>
                  <a:pt x="583301" y="480440"/>
                </a:lnTo>
                <a:close/>
              </a:path>
              <a:path w="703579" h="560070">
                <a:moveTo>
                  <a:pt x="600811" y="502826"/>
                </a:moveTo>
                <a:lnTo>
                  <a:pt x="590794" y="510920"/>
                </a:lnTo>
                <a:lnTo>
                  <a:pt x="602732" y="525652"/>
                </a:lnTo>
                <a:lnTo>
                  <a:pt x="612506" y="517776"/>
                </a:lnTo>
                <a:lnTo>
                  <a:pt x="600811" y="502826"/>
                </a:lnTo>
                <a:close/>
              </a:path>
              <a:path w="703579" h="560070">
                <a:moveTo>
                  <a:pt x="612506" y="517776"/>
                </a:moveTo>
                <a:lnTo>
                  <a:pt x="602732" y="525652"/>
                </a:lnTo>
                <a:lnTo>
                  <a:pt x="618667" y="525652"/>
                </a:lnTo>
                <a:lnTo>
                  <a:pt x="612506" y="517776"/>
                </a:lnTo>
                <a:close/>
              </a:path>
              <a:path w="703579" h="560070">
                <a:moveTo>
                  <a:pt x="628983" y="500760"/>
                </a:moveTo>
                <a:lnTo>
                  <a:pt x="603367" y="500760"/>
                </a:lnTo>
                <a:lnTo>
                  <a:pt x="600811" y="502826"/>
                </a:lnTo>
                <a:lnTo>
                  <a:pt x="612506" y="517776"/>
                </a:lnTo>
                <a:lnTo>
                  <a:pt x="615813" y="515112"/>
                </a:lnTo>
                <a:lnTo>
                  <a:pt x="628983" y="500760"/>
                </a:lnTo>
                <a:close/>
              </a:path>
              <a:path w="703579" h="560070">
                <a:moveTo>
                  <a:pt x="637403" y="459104"/>
                </a:moveTo>
                <a:lnTo>
                  <a:pt x="629701" y="469934"/>
                </a:lnTo>
                <a:lnTo>
                  <a:pt x="619987" y="482353"/>
                </a:lnTo>
                <a:lnTo>
                  <a:pt x="602099" y="501785"/>
                </a:lnTo>
                <a:lnTo>
                  <a:pt x="603367" y="500760"/>
                </a:lnTo>
                <a:lnTo>
                  <a:pt x="628983" y="500760"/>
                </a:lnTo>
                <a:lnTo>
                  <a:pt x="634228" y="495045"/>
                </a:lnTo>
                <a:lnTo>
                  <a:pt x="644642" y="481838"/>
                </a:lnTo>
                <a:lnTo>
                  <a:pt x="652891" y="470161"/>
                </a:lnTo>
                <a:lnTo>
                  <a:pt x="637403" y="4591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789167" y="3037078"/>
            <a:ext cx="7067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0</a:t>
            </a:r>
            <a:r>
              <a:rPr dirty="0" sz="2400" spc="-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566417" y="3933190"/>
            <a:ext cx="1155700" cy="1168400"/>
            <a:chOff x="1566417" y="3933190"/>
            <a:chExt cx="1155700" cy="1168400"/>
          </a:xfrm>
        </p:grpSpPr>
        <p:sp>
          <p:nvSpPr>
            <p:cNvPr id="12" name="object 12" descr=""/>
            <p:cNvSpPr/>
            <p:nvPr/>
          </p:nvSpPr>
          <p:spPr>
            <a:xfrm>
              <a:off x="1572767" y="3939540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571500" y="0"/>
                  </a:moveTo>
                  <a:lnTo>
                    <a:pt x="524632" y="1914"/>
                  </a:lnTo>
                  <a:lnTo>
                    <a:pt x="478808" y="7559"/>
                  </a:lnTo>
                  <a:lnTo>
                    <a:pt x="434173" y="16784"/>
                  </a:lnTo>
                  <a:lnTo>
                    <a:pt x="390875" y="29443"/>
                  </a:lnTo>
                  <a:lnTo>
                    <a:pt x="349061" y="45386"/>
                  </a:lnTo>
                  <a:lnTo>
                    <a:pt x="308878" y="64465"/>
                  </a:lnTo>
                  <a:lnTo>
                    <a:pt x="270474" y="86530"/>
                  </a:lnTo>
                  <a:lnTo>
                    <a:pt x="233994" y="111434"/>
                  </a:lnTo>
                  <a:lnTo>
                    <a:pt x="199588" y="139028"/>
                  </a:lnTo>
                  <a:lnTo>
                    <a:pt x="167401" y="169163"/>
                  </a:lnTo>
                  <a:lnTo>
                    <a:pt x="137582" y="201691"/>
                  </a:lnTo>
                  <a:lnTo>
                    <a:pt x="110276" y="236463"/>
                  </a:lnTo>
                  <a:lnTo>
                    <a:pt x="85632" y="273331"/>
                  </a:lnTo>
                  <a:lnTo>
                    <a:pt x="63796" y="312145"/>
                  </a:lnTo>
                  <a:lnTo>
                    <a:pt x="44916" y="352758"/>
                  </a:lnTo>
                  <a:lnTo>
                    <a:pt x="29138" y="395020"/>
                  </a:lnTo>
                  <a:lnTo>
                    <a:pt x="16611" y="438784"/>
                  </a:lnTo>
                  <a:lnTo>
                    <a:pt x="7480" y="483900"/>
                  </a:lnTo>
                  <a:lnTo>
                    <a:pt x="1894" y="530220"/>
                  </a:lnTo>
                  <a:lnTo>
                    <a:pt x="0" y="577596"/>
                  </a:lnTo>
                  <a:lnTo>
                    <a:pt x="1894" y="624971"/>
                  </a:lnTo>
                  <a:lnTo>
                    <a:pt x="7480" y="671291"/>
                  </a:lnTo>
                  <a:lnTo>
                    <a:pt x="16611" y="716407"/>
                  </a:lnTo>
                  <a:lnTo>
                    <a:pt x="29138" y="760171"/>
                  </a:lnTo>
                  <a:lnTo>
                    <a:pt x="44916" y="802433"/>
                  </a:lnTo>
                  <a:lnTo>
                    <a:pt x="63796" y="843046"/>
                  </a:lnTo>
                  <a:lnTo>
                    <a:pt x="85632" y="881860"/>
                  </a:lnTo>
                  <a:lnTo>
                    <a:pt x="110276" y="918728"/>
                  </a:lnTo>
                  <a:lnTo>
                    <a:pt x="137582" y="953500"/>
                  </a:lnTo>
                  <a:lnTo>
                    <a:pt x="167401" y="986028"/>
                  </a:lnTo>
                  <a:lnTo>
                    <a:pt x="199588" y="1016163"/>
                  </a:lnTo>
                  <a:lnTo>
                    <a:pt x="233994" y="1043757"/>
                  </a:lnTo>
                  <a:lnTo>
                    <a:pt x="270474" y="1068661"/>
                  </a:lnTo>
                  <a:lnTo>
                    <a:pt x="308878" y="1090726"/>
                  </a:lnTo>
                  <a:lnTo>
                    <a:pt x="349061" y="1109805"/>
                  </a:lnTo>
                  <a:lnTo>
                    <a:pt x="390875" y="1125748"/>
                  </a:lnTo>
                  <a:lnTo>
                    <a:pt x="434173" y="1138407"/>
                  </a:lnTo>
                  <a:lnTo>
                    <a:pt x="478808" y="1147632"/>
                  </a:lnTo>
                  <a:lnTo>
                    <a:pt x="524632" y="1153277"/>
                  </a:lnTo>
                  <a:lnTo>
                    <a:pt x="571500" y="1155192"/>
                  </a:lnTo>
                  <a:lnTo>
                    <a:pt x="618367" y="1153277"/>
                  </a:lnTo>
                  <a:lnTo>
                    <a:pt x="664191" y="1147632"/>
                  </a:lnTo>
                  <a:lnTo>
                    <a:pt x="708826" y="1138407"/>
                  </a:lnTo>
                  <a:lnTo>
                    <a:pt x="752124" y="1125748"/>
                  </a:lnTo>
                  <a:lnTo>
                    <a:pt x="793938" y="1109805"/>
                  </a:lnTo>
                  <a:lnTo>
                    <a:pt x="834121" y="1090726"/>
                  </a:lnTo>
                  <a:lnTo>
                    <a:pt x="872525" y="1068661"/>
                  </a:lnTo>
                  <a:lnTo>
                    <a:pt x="909005" y="1043757"/>
                  </a:lnTo>
                  <a:lnTo>
                    <a:pt x="943411" y="1016163"/>
                  </a:lnTo>
                  <a:lnTo>
                    <a:pt x="975598" y="986028"/>
                  </a:lnTo>
                  <a:lnTo>
                    <a:pt x="1005417" y="953500"/>
                  </a:lnTo>
                  <a:lnTo>
                    <a:pt x="1032723" y="918728"/>
                  </a:lnTo>
                  <a:lnTo>
                    <a:pt x="1057367" y="881860"/>
                  </a:lnTo>
                  <a:lnTo>
                    <a:pt x="1079203" y="843046"/>
                  </a:lnTo>
                  <a:lnTo>
                    <a:pt x="1098083" y="802433"/>
                  </a:lnTo>
                  <a:lnTo>
                    <a:pt x="1113861" y="760171"/>
                  </a:lnTo>
                  <a:lnTo>
                    <a:pt x="1126388" y="716407"/>
                  </a:lnTo>
                  <a:lnTo>
                    <a:pt x="1135519" y="671291"/>
                  </a:lnTo>
                  <a:lnTo>
                    <a:pt x="1141105" y="624971"/>
                  </a:lnTo>
                  <a:lnTo>
                    <a:pt x="1143000" y="577596"/>
                  </a:lnTo>
                  <a:lnTo>
                    <a:pt x="1141105" y="530220"/>
                  </a:lnTo>
                  <a:lnTo>
                    <a:pt x="1135519" y="483900"/>
                  </a:lnTo>
                  <a:lnTo>
                    <a:pt x="1126388" y="438784"/>
                  </a:lnTo>
                  <a:lnTo>
                    <a:pt x="1113861" y="395020"/>
                  </a:lnTo>
                  <a:lnTo>
                    <a:pt x="1098083" y="352758"/>
                  </a:lnTo>
                  <a:lnTo>
                    <a:pt x="1079203" y="312145"/>
                  </a:lnTo>
                  <a:lnTo>
                    <a:pt x="1057367" y="273331"/>
                  </a:lnTo>
                  <a:lnTo>
                    <a:pt x="1032723" y="236463"/>
                  </a:lnTo>
                  <a:lnTo>
                    <a:pt x="1005417" y="201691"/>
                  </a:lnTo>
                  <a:lnTo>
                    <a:pt x="975598" y="169163"/>
                  </a:lnTo>
                  <a:lnTo>
                    <a:pt x="943411" y="139028"/>
                  </a:lnTo>
                  <a:lnTo>
                    <a:pt x="909005" y="111434"/>
                  </a:lnTo>
                  <a:lnTo>
                    <a:pt x="872525" y="86530"/>
                  </a:lnTo>
                  <a:lnTo>
                    <a:pt x="834121" y="64465"/>
                  </a:lnTo>
                  <a:lnTo>
                    <a:pt x="793938" y="45386"/>
                  </a:lnTo>
                  <a:lnTo>
                    <a:pt x="752124" y="29443"/>
                  </a:lnTo>
                  <a:lnTo>
                    <a:pt x="708826" y="16784"/>
                  </a:lnTo>
                  <a:lnTo>
                    <a:pt x="664191" y="7559"/>
                  </a:lnTo>
                  <a:lnTo>
                    <a:pt x="618367" y="191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72767" y="3939540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0" y="577596"/>
                  </a:moveTo>
                  <a:lnTo>
                    <a:pt x="1894" y="530220"/>
                  </a:lnTo>
                  <a:lnTo>
                    <a:pt x="7480" y="483900"/>
                  </a:lnTo>
                  <a:lnTo>
                    <a:pt x="16611" y="438784"/>
                  </a:lnTo>
                  <a:lnTo>
                    <a:pt x="29138" y="395020"/>
                  </a:lnTo>
                  <a:lnTo>
                    <a:pt x="44916" y="352758"/>
                  </a:lnTo>
                  <a:lnTo>
                    <a:pt x="63796" y="312145"/>
                  </a:lnTo>
                  <a:lnTo>
                    <a:pt x="85632" y="273331"/>
                  </a:lnTo>
                  <a:lnTo>
                    <a:pt x="110276" y="236463"/>
                  </a:lnTo>
                  <a:lnTo>
                    <a:pt x="137582" y="201691"/>
                  </a:lnTo>
                  <a:lnTo>
                    <a:pt x="167401" y="169163"/>
                  </a:lnTo>
                  <a:lnTo>
                    <a:pt x="199588" y="139028"/>
                  </a:lnTo>
                  <a:lnTo>
                    <a:pt x="233994" y="111434"/>
                  </a:lnTo>
                  <a:lnTo>
                    <a:pt x="270474" y="86530"/>
                  </a:lnTo>
                  <a:lnTo>
                    <a:pt x="308878" y="64465"/>
                  </a:lnTo>
                  <a:lnTo>
                    <a:pt x="349061" y="45386"/>
                  </a:lnTo>
                  <a:lnTo>
                    <a:pt x="390875" y="29443"/>
                  </a:lnTo>
                  <a:lnTo>
                    <a:pt x="434173" y="16784"/>
                  </a:lnTo>
                  <a:lnTo>
                    <a:pt x="478808" y="7559"/>
                  </a:lnTo>
                  <a:lnTo>
                    <a:pt x="524632" y="1914"/>
                  </a:lnTo>
                  <a:lnTo>
                    <a:pt x="571500" y="0"/>
                  </a:lnTo>
                  <a:lnTo>
                    <a:pt x="618367" y="1914"/>
                  </a:lnTo>
                  <a:lnTo>
                    <a:pt x="664191" y="7559"/>
                  </a:lnTo>
                  <a:lnTo>
                    <a:pt x="708826" y="16784"/>
                  </a:lnTo>
                  <a:lnTo>
                    <a:pt x="752124" y="29443"/>
                  </a:lnTo>
                  <a:lnTo>
                    <a:pt x="793938" y="45386"/>
                  </a:lnTo>
                  <a:lnTo>
                    <a:pt x="834121" y="64465"/>
                  </a:lnTo>
                  <a:lnTo>
                    <a:pt x="872525" y="86530"/>
                  </a:lnTo>
                  <a:lnTo>
                    <a:pt x="909005" y="111434"/>
                  </a:lnTo>
                  <a:lnTo>
                    <a:pt x="943411" y="139028"/>
                  </a:lnTo>
                  <a:lnTo>
                    <a:pt x="975598" y="169163"/>
                  </a:lnTo>
                  <a:lnTo>
                    <a:pt x="1005417" y="201691"/>
                  </a:lnTo>
                  <a:lnTo>
                    <a:pt x="1032723" y="236463"/>
                  </a:lnTo>
                  <a:lnTo>
                    <a:pt x="1057367" y="273331"/>
                  </a:lnTo>
                  <a:lnTo>
                    <a:pt x="1079203" y="312145"/>
                  </a:lnTo>
                  <a:lnTo>
                    <a:pt x="1098083" y="352758"/>
                  </a:lnTo>
                  <a:lnTo>
                    <a:pt x="1113861" y="395020"/>
                  </a:lnTo>
                  <a:lnTo>
                    <a:pt x="1126388" y="438784"/>
                  </a:lnTo>
                  <a:lnTo>
                    <a:pt x="1135519" y="483900"/>
                  </a:lnTo>
                  <a:lnTo>
                    <a:pt x="1141105" y="530220"/>
                  </a:lnTo>
                  <a:lnTo>
                    <a:pt x="1143000" y="577596"/>
                  </a:lnTo>
                  <a:lnTo>
                    <a:pt x="1141105" y="624971"/>
                  </a:lnTo>
                  <a:lnTo>
                    <a:pt x="1135519" y="671291"/>
                  </a:lnTo>
                  <a:lnTo>
                    <a:pt x="1126388" y="716407"/>
                  </a:lnTo>
                  <a:lnTo>
                    <a:pt x="1113861" y="760171"/>
                  </a:lnTo>
                  <a:lnTo>
                    <a:pt x="1098083" y="802433"/>
                  </a:lnTo>
                  <a:lnTo>
                    <a:pt x="1079203" y="843046"/>
                  </a:lnTo>
                  <a:lnTo>
                    <a:pt x="1057367" y="881860"/>
                  </a:lnTo>
                  <a:lnTo>
                    <a:pt x="1032723" y="918728"/>
                  </a:lnTo>
                  <a:lnTo>
                    <a:pt x="1005417" y="953500"/>
                  </a:lnTo>
                  <a:lnTo>
                    <a:pt x="975598" y="986028"/>
                  </a:lnTo>
                  <a:lnTo>
                    <a:pt x="943411" y="1016163"/>
                  </a:lnTo>
                  <a:lnTo>
                    <a:pt x="909005" y="1043757"/>
                  </a:lnTo>
                  <a:lnTo>
                    <a:pt x="872525" y="1068661"/>
                  </a:lnTo>
                  <a:lnTo>
                    <a:pt x="834121" y="1090726"/>
                  </a:lnTo>
                  <a:lnTo>
                    <a:pt x="793938" y="1109805"/>
                  </a:lnTo>
                  <a:lnTo>
                    <a:pt x="752124" y="1125748"/>
                  </a:lnTo>
                  <a:lnTo>
                    <a:pt x="708826" y="1138407"/>
                  </a:lnTo>
                  <a:lnTo>
                    <a:pt x="664191" y="1147632"/>
                  </a:lnTo>
                  <a:lnTo>
                    <a:pt x="618367" y="1153277"/>
                  </a:lnTo>
                  <a:lnTo>
                    <a:pt x="571500" y="1155192"/>
                  </a:lnTo>
                  <a:lnTo>
                    <a:pt x="524632" y="1153277"/>
                  </a:lnTo>
                  <a:lnTo>
                    <a:pt x="478808" y="1147632"/>
                  </a:lnTo>
                  <a:lnTo>
                    <a:pt x="434173" y="1138407"/>
                  </a:lnTo>
                  <a:lnTo>
                    <a:pt x="390875" y="1125748"/>
                  </a:lnTo>
                  <a:lnTo>
                    <a:pt x="349061" y="1109805"/>
                  </a:lnTo>
                  <a:lnTo>
                    <a:pt x="308878" y="1090726"/>
                  </a:lnTo>
                  <a:lnTo>
                    <a:pt x="270474" y="1068661"/>
                  </a:lnTo>
                  <a:lnTo>
                    <a:pt x="233994" y="1043757"/>
                  </a:lnTo>
                  <a:lnTo>
                    <a:pt x="199588" y="1016163"/>
                  </a:lnTo>
                  <a:lnTo>
                    <a:pt x="167401" y="986028"/>
                  </a:lnTo>
                  <a:lnTo>
                    <a:pt x="137582" y="953500"/>
                  </a:lnTo>
                  <a:lnTo>
                    <a:pt x="110276" y="918728"/>
                  </a:lnTo>
                  <a:lnTo>
                    <a:pt x="85632" y="881860"/>
                  </a:lnTo>
                  <a:lnTo>
                    <a:pt x="63796" y="843046"/>
                  </a:lnTo>
                  <a:lnTo>
                    <a:pt x="44916" y="802433"/>
                  </a:lnTo>
                  <a:lnTo>
                    <a:pt x="29138" y="760171"/>
                  </a:lnTo>
                  <a:lnTo>
                    <a:pt x="16611" y="716407"/>
                  </a:lnTo>
                  <a:lnTo>
                    <a:pt x="7480" y="671291"/>
                  </a:lnTo>
                  <a:lnTo>
                    <a:pt x="1894" y="624971"/>
                  </a:lnTo>
                  <a:lnTo>
                    <a:pt x="0" y="57759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9498838" y="3953002"/>
            <a:ext cx="1154430" cy="1165225"/>
            <a:chOff x="9498838" y="3953002"/>
            <a:chExt cx="1154430" cy="1165225"/>
          </a:xfrm>
        </p:grpSpPr>
        <p:sp>
          <p:nvSpPr>
            <p:cNvPr id="16" name="object 16" descr=""/>
            <p:cNvSpPr/>
            <p:nvPr/>
          </p:nvSpPr>
          <p:spPr>
            <a:xfrm>
              <a:off x="9505188" y="3959352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570737" y="0"/>
                  </a:moveTo>
                  <a:lnTo>
                    <a:pt x="523928" y="1909"/>
                  </a:lnTo>
                  <a:lnTo>
                    <a:pt x="478160" y="7540"/>
                  </a:lnTo>
                  <a:lnTo>
                    <a:pt x="433581" y="16743"/>
                  </a:lnTo>
                  <a:lnTo>
                    <a:pt x="390339" y="29370"/>
                  </a:lnTo>
                  <a:lnTo>
                    <a:pt x="348579" y="45273"/>
                  </a:lnTo>
                  <a:lnTo>
                    <a:pt x="308449" y="64304"/>
                  </a:lnTo>
                  <a:lnTo>
                    <a:pt x="270095" y="86313"/>
                  </a:lnTo>
                  <a:lnTo>
                    <a:pt x="233665" y="111154"/>
                  </a:lnTo>
                  <a:lnTo>
                    <a:pt x="199306" y="138677"/>
                  </a:lnTo>
                  <a:lnTo>
                    <a:pt x="167163" y="168735"/>
                  </a:lnTo>
                  <a:lnTo>
                    <a:pt x="137385" y="201179"/>
                  </a:lnTo>
                  <a:lnTo>
                    <a:pt x="110118" y="235860"/>
                  </a:lnTo>
                  <a:lnTo>
                    <a:pt x="85508" y="272631"/>
                  </a:lnTo>
                  <a:lnTo>
                    <a:pt x="63703" y="311342"/>
                  </a:lnTo>
                  <a:lnTo>
                    <a:pt x="44850" y="351847"/>
                  </a:lnTo>
                  <a:lnTo>
                    <a:pt x="29096" y="393996"/>
                  </a:lnTo>
                  <a:lnTo>
                    <a:pt x="16586" y="437641"/>
                  </a:lnTo>
                  <a:lnTo>
                    <a:pt x="7469" y="482635"/>
                  </a:lnTo>
                  <a:lnTo>
                    <a:pt x="1891" y="528827"/>
                  </a:lnTo>
                  <a:lnTo>
                    <a:pt x="0" y="576072"/>
                  </a:lnTo>
                  <a:lnTo>
                    <a:pt x="1891" y="623316"/>
                  </a:lnTo>
                  <a:lnTo>
                    <a:pt x="7469" y="669508"/>
                  </a:lnTo>
                  <a:lnTo>
                    <a:pt x="16586" y="714502"/>
                  </a:lnTo>
                  <a:lnTo>
                    <a:pt x="29096" y="758147"/>
                  </a:lnTo>
                  <a:lnTo>
                    <a:pt x="44850" y="800296"/>
                  </a:lnTo>
                  <a:lnTo>
                    <a:pt x="63703" y="840801"/>
                  </a:lnTo>
                  <a:lnTo>
                    <a:pt x="85508" y="879512"/>
                  </a:lnTo>
                  <a:lnTo>
                    <a:pt x="110118" y="916283"/>
                  </a:lnTo>
                  <a:lnTo>
                    <a:pt x="137385" y="950964"/>
                  </a:lnTo>
                  <a:lnTo>
                    <a:pt x="167163" y="983408"/>
                  </a:lnTo>
                  <a:lnTo>
                    <a:pt x="199306" y="1013466"/>
                  </a:lnTo>
                  <a:lnTo>
                    <a:pt x="233665" y="1040989"/>
                  </a:lnTo>
                  <a:lnTo>
                    <a:pt x="270095" y="1065830"/>
                  </a:lnTo>
                  <a:lnTo>
                    <a:pt x="308449" y="1087839"/>
                  </a:lnTo>
                  <a:lnTo>
                    <a:pt x="348579" y="1106870"/>
                  </a:lnTo>
                  <a:lnTo>
                    <a:pt x="390339" y="1122773"/>
                  </a:lnTo>
                  <a:lnTo>
                    <a:pt x="433581" y="1135400"/>
                  </a:lnTo>
                  <a:lnTo>
                    <a:pt x="478160" y="1144603"/>
                  </a:lnTo>
                  <a:lnTo>
                    <a:pt x="523928" y="1150234"/>
                  </a:lnTo>
                  <a:lnTo>
                    <a:pt x="570737" y="1152144"/>
                  </a:lnTo>
                  <a:lnTo>
                    <a:pt x="617547" y="1150234"/>
                  </a:lnTo>
                  <a:lnTo>
                    <a:pt x="663315" y="1144603"/>
                  </a:lnTo>
                  <a:lnTo>
                    <a:pt x="707894" y="1135400"/>
                  </a:lnTo>
                  <a:lnTo>
                    <a:pt x="751136" y="1122773"/>
                  </a:lnTo>
                  <a:lnTo>
                    <a:pt x="792896" y="1106870"/>
                  </a:lnTo>
                  <a:lnTo>
                    <a:pt x="833026" y="1087839"/>
                  </a:lnTo>
                  <a:lnTo>
                    <a:pt x="871380" y="1065830"/>
                  </a:lnTo>
                  <a:lnTo>
                    <a:pt x="907810" y="1040989"/>
                  </a:lnTo>
                  <a:lnTo>
                    <a:pt x="942169" y="1013466"/>
                  </a:lnTo>
                  <a:lnTo>
                    <a:pt x="974312" y="983408"/>
                  </a:lnTo>
                  <a:lnTo>
                    <a:pt x="1004090" y="950964"/>
                  </a:lnTo>
                  <a:lnTo>
                    <a:pt x="1031357" y="916283"/>
                  </a:lnTo>
                  <a:lnTo>
                    <a:pt x="1055967" y="879512"/>
                  </a:lnTo>
                  <a:lnTo>
                    <a:pt x="1077772" y="840801"/>
                  </a:lnTo>
                  <a:lnTo>
                    <a:pt x="1096625" y="800296"/>
                  </a:lnTo>
                  <a:lnTo>
                    <a:pt x="1112379" y="758147"/>
                  </a:lnTo>
                  <a:lnTo>
                    <a:pt x="1124889" y="714502"/>
                  </a:lnTo>
                  <a:lnTo>
                    <a:pt x="1134006" y="669508"/>
                  </a:lnTo>
                  <a:lnTo>
                    <a:pt x="1139584" y="623316"/>
                  </a:lnTo>
                  <a:lnTo>
                    <a:pt x="1141476" y="576072"/>
                  </a:lnTo>
                  <a:lnTo>
                    <a:pt x="1139584" y="528827"/>
                  </a:lnTo>
                  <a:lnTo>
                    <a:pt x="1134006" y="482635"/>
                  </a:lnTo>
                  <a:lnTo>
                    <a:pt x="1124889" y="437641"/>
                  </a:lnTo>
                  <a:lnTo>
                    <a:pt x="1112379" y="393996"/>
                  </a:lnTo>
                  <a:lnTo>
                    <a:pt x="1096625" y="351847"/>
                  </a:lnTo>
                  <a:lnTo>
                    <a:pt x="1077772" y="311342"/>
                  </a:lnTo>
                  <a:lnTo>
                    <a:pt x="1055967" y="272631"/>
                  </a:lnTo>
                  <a:lnTo>
                    <a:pt x="1031357" y="235860"/>
                  </a:lnTo>
                  <a:lnTo>
                    <a:pt x="1004090" y="201179"/>
                  </a:lnTo>
                  <a:lnTo>
                    <a:pt x="974312" y="168735"/>
                  </a:lnTo>
                  <a:lnTo>
                    <a:pt x="942169" y="138677"/>
                  </a:lnTo>
                  <a:lnTo>
                    <a:pt x="907810" y="111154"/>
                  </a:lnTo>
                  <a:lnTo>
                    <a:pt x="871380" y="86313"/>
                  </a:lnTo>
                  <a:lnTo>
                    <a:pt x="833026" y="64304"/>
                  </a:lnTo>
                  <a:lnTo>
                    <a:pt x="792896" y="45273"/>
                  </a:lnTo>
                  <a:lnTo>
                    <a:pt x="751136" y="29370"/>
                  </a:lnTo>
                  <a:lnTo>
                    <a:pt x="707894" y="16743"/>
                  </a:lnTo>
                  <a:lnTo>
                    <a:pt x="663315" y="7540"/>
                  </a:lnTo>
                  <a:lnTo>
                    <a:pt x="617547" y="1909"/>
                  </a:lnTo>
                  <a:lnTo>
                    <a:pt x="5707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505188" y="3959352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0" y="576072"/>
                  </a:moveTo>
                  <a:lnTo>
                    <a:pt x="1891" y="528827"/>
                  </a:lnTo>
                  <a:lnTo>
                    <a:pt x="7469" y="482635"/>
                  </a:lnTo>
                  <a:lnTo>
                    <a:pt x="16586" y="437641"/>
                  </a:lnTo>
                  <a:lnTo>
                    <a:pt x="29096" y="393996"/>
                  </a:lnTo>
                  <a:lnTo>
                    <a:pt x="44850" y="351847"/>
                  </a:lnTo>
                  <a:lnTo>
                    <a:pt x="63703" y="311342"/>
                  </a:lnTo>
                  <a:lnTo>
                    <a:pt x="85508" y="272631"/>
                  </a:lnTo>
                  <a:lnTo>
                    <a:pt x="110118" y="235860"/>
                  </a:lnTo>
                  <a:lnTo>
                    <a:pt x="137385" y="201179"/>
                  </a:lnTo>
                  <a:lnTo>
                    <a:pt x="167163" y="168735"/>
                  </a:lnTo>
                  <a:lnTo>
                    <a:pt x="199306" y="138677"/>
                  </a:lnTo>
                  <a:lnTo>
                    <a:pt x="233665" y="111154"/>
                  </a:lnTo>
                  <a:lnTo>
                    <a:pt x="270095" y="86313"/>
                  </a:lnTo>
                  <a:lnTo>
                    <a:pt x="308449" y="64304"/>
                  </a:lnTo>
                  <a:lnTo>
                    <a:pt x="348579" y="45273"/>
                  </a:lnTo>
                  <a:lnTo>
                    <a:pt x="390339" y="29370"/>
                  </a:lnTo>
                  <a:lnTo>
                    <a:pt x="433581" y="16743"/>
                  </a:lnTo>
                  <a:lnTo>
                    <a:pt x="478160" y="7540"/>
                  </a:lnTo>
                  <a:lnTo>
                    <a:pt x="523928" y="1909"/>
                  </a:lnTo>
                  <a:lnTo>
                    <a:pt x="570737" y="0"/>
                  </a:lnTo>
                  <a:lnTo>
                    <a:pt x="617547" y="1909"/>
                  </a:lnTo>
                  <a:lnTo>
                    <a:pt x="663315" y="7540"/>
                  </a:lnTo>
                  <a:lnTo>
                    <a:pt x="707894" y="16743"/>
                  </a:lnTo>
                  <a:lnTo>
                    <a:pt x="751136" y="29370"/>
                  </a:lnTo>
                  <a:lnTo>
                    <a:pt x="792896" y="45273"/>
                  </a:lnTo>
                  <a:lnTo>
                    <a:pt x="833026" y="64304"/>
                  </a:lnTo>
                  <a:lnTo>
                    <a:pt x="871380" y="86313"/>
                  </a:lnTo>
                  <a:lnTo>
                    <a:pt x="907810" y="111154"/>
                  </a:lnTo>
                  <a:lnTo>
                    <a:pt x="942169" y="138677"/>
                  </a:lnTo>
                  <a:lnTo>
                    <a:pt x="974312" y="168735"/>
                  </a:lnTo>
                  <a:lnTo>
                    <a:pt x="1004090" y="201179"/>
                  </a:lnTo>
                  <a:lnTo>
                    <a:pt x="1031357" y="235860"/>
                  </a:lnTo>
                  <a:lnTo>
                    <a:pt x="1055967" y="272631"/>
                  </a:lnTo>
                  <a:lnTo>
                    <a:pt x="1077772" y="311342"/>
                  </a:lnTo>
                  <a:lnTo>
                    <a:pt x="1096625" y="351847"/>
                  </a:lnTo>
                  <a:lnTo>
                    <a:pt x="1112379" y="393996"/>
                  </a:lnTo>
                  <a:lnTo>
                    <a:pt x="1124889" y="437641"/>
                  </a:lnTo>
                  <a:lnTo>
                    <a:pt x="1134006" y="482635"/>
                  </a:lnTo>
                  <a:lnTo>
                    <a:pt x="1139584" y="528827"/>
                  </a:lnTo>
                  <a:lnTo>
                    <a:pt x="1141476" y="576072"/>
                  </a:lnTo>
                  <a:lnTo>
                    <a:pt x="1139584" y="623316"/>
                  </a:lnTo>
                  <a:lnTo>
                    <a:pt x="1134006" y="669508"/>
                  </a:lnTo>
                  <a:lnTo>
                    <a:pt x="1124889" y="714502"/>
                  </a:lnTo>
                  <a:lnTo>
                    <a:pt x="1112379" y="758147"/>
                  </a:lnTo>
                  <a:lnTo>
                    <a:pt x="1096625" y="800296"/>
                  </a:lnTo>
                  <a:lnTo>
                    <a:pt x="1077772" y="840801"/>
                  </a:lnTo>
                  <a:lnTo>
                    <a:pt x="1055967" y="879512"/>
                  </a:lnTo>
                  <a:lnTo>
                    <a:pt x="1031357" y="916283"/>
                  </a:lnTo>
                  <a:lnTo>
                    <a:pt x="1004090" y="950964"/>
                  </a:lnTo>
                  <a:lnTo>
                    <a:pt x="974312" y="983408"/>
                  </a:lnTo>
                  <a:lnTo>
                    <a:pt x="942169" y="1013466"/>
                  </a:lnTo>
                  <a:lnTo>
                    <a:pt x="907810" y="1040989"/>
                  </a:lnTo>
                  <a:lnTo>
                    <a:pt x="871380" y="1065830"/>
                  </a:lnTo>
                  <a:lnTo>
                    <a:pt x="833026" y="1087839"/>
                  </a:lnTo>
                  <a:lnTo>
                    <a:pt x="792896" y="1106870"/>
                  </a:lnTo>
                  <a:lnTo>
                    <a:pt x="751136" y="1122773"/>
                  </a:lnTo>
                  <a:lnTo>
                    <a:pt x="707894" y="1135400"/>
                  </a:lnTo>
                  <a:lnTo>
                    <a:pt x="663315" y="1144603"/>
                  </a:lnTo>
                  <a:lnTo>
                    <a:pt x="617547" y="1150234"/>
                  </a:lnTo>
                  <a:lnTo>
                    <a:pt x="570737" y="1152144"/>
                  </a:lnTo>
                  <a:lnTo>
                    <a:pt x="523928" y="1150234"/>
                  </a:lnTo>
                  <a:lnTo>
                    <a:pt x="478160" y="1144603"/>
                  </a:lnTo>
                  <a:lnTo>
                    <a:pt x="433581" y="1135400"/>
                  </a:lnTo>
                  <a:lnTo>
                    <a:pt x="390339" y="1122773"/>
                  </a:lnTo>
                  <a:lnTo>
                    <a:pt x="348579" y="1106870"/>
                  </a:lnTo>
                  <a:lnTo>
                    <a:pt x="308449" y="1087839"/>
                  </a:lnTo>
                  <a:lnTo>
                    <a:pt x="270095" y="1065830"/>
                  </a:lnTo>
                  <a:lnTo>
                    <a:pt x="233665" y="1040989"/>
                  </a:lnTo>
                  <a:lnTo>
                    <a:pt x="199306" y="1013466"/>
                  </a:lnTo>
                  <a:lnTo>
                    <a:pt x="167163" y="983408"/>
                  </a:lnTo>
                  <a:lnTo>
                    <a:pt x="137385" y="950964"/>
                  </a:lnTo>
                  <a:lnTo>
                    <a:pt x="110118" y="916283"/>
                  </a:lnTo>
                  <a:lnTo>
                    <a:pt x="85508" y="879512"/>
                  </a:lnTo>
                  <a:lnTo>
                    <a:pt x="63703" y="840801"/>
                  </a:lnTo>
                  <a:lnTo>
                    <a:pt x="44850" y="800296"/>
                  </a:lnTo>
                  <a:lnTo>
                    <a:pt x="29096" y="758147"/>
                  </a:lnTo>
                  <a:lnTo>
                    <a:pt x="16586" y="714502"/>
                  </a:lnTo>
                  <a:lnTo>
                    <a:pt x="7469" y="669508"/>
                  </a:lnTo>
                  <a:lnTo>
                    <a:pt x="1891" y="623316"/>
                  </a:lnTo>
                  <a:lnTo>
                    <a:pt x="0" y="57607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9943338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764273" y="4033773"/>
            <a:ext cx="3808095" cy="1002030"/>
            <a:chOff x="6764273" y="4033773"/>
            <a:chExt cx="3808095" cy="1002030"/>
          </a:xfrm>
        </p:grpSpPr>
        <p:sp>
          <p:nvSpPr>
            <p:cNvPr id="20" name="object 20" descr=""/>
            <p:cNvSpPr/>
            <p:nvPr/>
          </p:nvSpPr>
          <p:spPr>
            <a:xfrm>
              <a:off x="9585959" y="4040123"/>
              <a:ext cx="980440" cy="989330"/>
            </a:xfrm>
            <a:custGeom>
              <a:avLst/>
              <a:gdLst/>
              <a:ahLst/>
              <a:cxnLst/>
              <a:rect l="l" t="t" r="r" b="b"/>
              <a:pathLst>
                <a:path w="980440" h="989329">
                  <a:moveTo>
                    <a:pt x="0" y="494538"/>
                  </a:moveTo>
                  <a:lnTo>
                    <a:pt x="2242" y="446902"/>
                  </a:lnTo>
                  <a:lnTo>
                    <a:pt x="8833" y="400550"/>
                  </a:lnTo>
                  <a:lnTo>
                    <a:pt x="19567" y="355687"/>
                  </a:lnTo>
                  <a:lnTo>
                    <a:pt x="34239" y="312521"/>
                  </a:lnTo>
                  <a:lnTo>
                    <a:pt x="52644" y="271260"/>
                  </a:lnTo>
                  <a:lnTo>
                    <a:pt x="74576" y="232109"/>
                  </a:lnTo>
                  <a:lnTo>
                    <a:pt x="99831" y="195277"/>
                  </a:lnTo>
                  <a:lnTo>
                    <a:pt x="128203" y="160969"/>
                  </a:lnTo>
                  <a:lnTo>
                    <a:pt x="159487" y="129394"/>
                  </a:lnTo>
                  <a:lnTo>
                    <a:pt x="193477" y="100758"/>
                  </a:lnTo>
                  <a:lnTo>
                    <a:pt x="229970" y="75269"/>
                  </a:lnTo>
                  <a:lnTo>
                    <a:pt x="268758" y="53132"/>
                  </a:lnTo>
                  <a:lnTo>
                    <a:pt x="309638" y="34557"/>
                  </a:lnTo>
                  <a:lnTo>
                    <a:pt x="352404" y="19749"/>
                  </a:lnTo>
                  <a:lnTo>
                    <a:pt x="396851" y="8915"/>
                  </a:lnTo>
                  <a:lnTo>
                    <a:pt x="442773" y="2263"/>
                  </a:lnTo>
                  <a:lnTo>
                    <a:pt x="489966" y="0"/>
                  </a:lnTo>
                  <a:lnTo>
                    <a:pt x="537158" y="2263"/>
                  </a:lnTo>
                  <a:lnTo>
                    <a:pt x="583080" y="8915"/>
                  </a:lnTo>
                  <a:lnTo>
                    <a:pt x="627527" y="19749"/>
                  </a:lnTo>
                  <a:lnTo>
                    <a:pt x="670293" y="34557"/>
                  </a:lnTo>
                  <a:lnTo>
                    <a:pt x="711173" y="53132"/>
                  </a:lnTo>
                  <a:lnTo>
                    <a:pt x="749961" y="75269"/>
                  </a:lnTo>
                  <a:lnTo>
                    <a:pt x="786454" y="100758"/>
                  </a:lnTo>
                  <a:lnTo>
                    <a:pt x="820444" y="129394"/>
                  </a:lnTo>
                  <a:lnTo>
                    <a:pt x="851728" y="160969"/>
                  </a:lnTo>
                  <a:lnTo>
                    <a:pt x="880100" y="195277"/>
                  </a:lnTo>
                  <a:lnTo>
                    <a:pt x="905355" y="232109"/>
                  </a:lnTo>
                  <a:lnTo>
                    <a:pt x="927287" y="271260"/>
                  </a:lnTo>
                  <a:lnTo>
                    <a:pt x="945692" y="312521"/>
                  </a:lnTo>
                  <a:lnTo>
                    <a:pt x="960364" y="355687"/>
                  </a:lnTo>
                  <a:lnTo>
                    <a:pt x="971098" y="400550"/>
                  </a:lnTo>
                  <a:lnTo>
                    <a:pt x="977689" y="446902"/>
                  </a:lnTo>
                  <a:lnTo>
                    <a:pt x="979932" y="494538"/>
                  </a:lnTo>
                  <a:lnTo>
                    <a:pt x="977689" y="542173"/>
                  </a:lnTo>
                  <a:lnTo>
                    <a:pt x="971098" y="588525"/>
                  </a:lnTo>
                  <a:lnTo>
                    <a:pt x="960364" y="633388"/>
                  </a:lnTo>
                  <a:lnTo>
                    <a:pt x="945692" y="676554"/>
                  </a:lnTo>
                  <a:lnTo>
                    <a:pt x="927287" y="717815"/>
                  </a:lnTo>
                  <a:lnTo>
                    <a:pt x="905355" y="756966"/>
                  </a:lnTo>
                  <a:lnTo>
                    <a:pt x="880100" y="793798"/>
                  </a:lnTo>
                  <a:lnTo>
                    <a:pt x="851728" y="828106"/>
                  </a:lnTo>
                  <a:lnTo>
                    <a:pt x="820444" y="859681"/>
                  </a:lnTo>
                  <a:lnTo>
                    <a:pt x="786454" y="888317"/>
                  </a:lnTo>
                  <a:lnTo>
                    <a:pt x="749961" y="913806"/>
                  </a:lnTo>
                  <a:lnTo>
                    <a:pt x="711173" y="935943"/>
                  </a:lnTo>
                  <a:lnTo>
                    <a:pt x="670293" y="954518"/>
                  </a:lnTo>
                  <a:lnTo>
                    <a:pt x="627527" y="969326"/>
                  </a:lnTo>
                  <a:lnTo>
                    <a:pt x="583080" y="980160"/>
                  </a:lnTo>
                  <a:lnTo>
                    <a:pt x="537158" y="986812"/>
                  </a:lnTo>
                  <a:lnTo>
                    <a:pt x="489966" y="989076"/>
                  </a:lnTo>
                  <a:lnTo>
                    <a:pt x="442773" y="986812"/>
                  </a:lnTo>
                  <a:lnTo>
                    <a:pt x="396851" y="980160"/>
                  </a:lnTo>
                  <a:lnTo>
                    <a:pt x="352404" y="969326"/>
                  </a:lnTo>
                  <a:lnTo>
                    <a:pt x="309638" y="954518"/>
                  </a:lnTo>
                  <a:lnTo>
                    <a:pt x="268758" y="935943"/>
                  </a:lnTo>
                  <a:lnTo>
                    <a:pt x="229970" y="913806"/>
                  </a:lnTo>
                  <a:lnTo>
                    <a:pt x="193477" y="888317"/>
                  </a:lnTo>
                  <a:lnTo>
                    <a:pt x="159487" y="859681"/>
                  </a:lnTo>
                  <a:lnTo>
                    <a:pt x="128203" y="828106"/>
                  </a:lnTo>
                  <a:lnTo>
                    <a:pt x="99831" y="793798"/>
                  </a:lnTo>
                  <a:lnTo>
                    <a:pt x="74576" y="756966"/>
                  </a:lnTo>
                  <a:lnTo>
                    <a:pt x="52644" y="717815"/>
                  </a:lnTo>
                  <a:lnTo>
                    <a:pt x="34239" y="676554"/>
                  </a:lnTo>
                  <a:lnTo>
                    <a:pt x="19567" y="633388"/>
                  </a:lnTo>
                  <a:lnTo>
                    <a:pt x="8833" y="588525"/>
                  </a:lnTo>
                  <a:lnTo>
                    <a:pt x="2242" y="542173"/>
                  </a:lnTo>
                  <a:lnTo>
                    <a:pt x="0" y="4945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764273" y="4493386"/>
              <a:ext cx="2741295" cy="85725"/>
            </a:xfrm>
            <a:custGeom>
              <a:avLst/>
              <a:gdLst/>
              <a:ahLst/>
              <a:cxnLst/>
              <a:rect l="l" t="t" r="r" b="b"/>
              <a:pathLst>
                <a:path w="2741295" h="85725">
                  <a:moveTo>
                    <a:pt x="228600" y="31242"/>
                  </a:moveTo>
                  <a:lnTo>
                    <a:pt x="0" y="31495"/>
                  </a:lnTo>
                  <a:lnTo>
                    <a:pt x="0" y="60070"/>
                  </a:lnTo>
                  <a:lnTo>
                    <a:pt x="228600" y="59817"/>
                  </a:lnTo>
                  <a:lnTo>
                    <a:pt x="228600" y="31242"/>
                  </a:lnTo>
                  <a:close/>
                </a:path>
                <a:path w="2741295" h="85725">
                  <a:moveTo>
                    <a:pt x="542925" y="30861"/>
                  </a:moveTo>
                  <a:lnTo>
                    <a:pt x="314325" y="31114"/>
                  </a:lnTo>
                  <a:lnTo>
                    <a:pt x="314325" y="59689"/>
                  </a:lnTo>
                  <a:lnTo>
                    <a:pt x="542925" y="59436"/>
                  </a:lnTo>
                  <a:lnTo>
                    <a:pt x="542925" y="30861"/>
                  </a:lnTo>
                  <a:close/>
                </a:path>
                <a:path w="2741295" h="85725">
                  <a:moveTo>
                    <a:pt x="857250" y="30606"/>
                  </a:moveTo>
                  <a:lnTo>
                    <a:pt x="628650" y="30861"/>
                  </a:lnTo>
                  <a:lnTo>
                    <a:pt x="628650" y="59436"/>
                  </a:lnTo>
                  <a:lnTo>
                    <a:pt x="857250" y="59181"/>
                  </a:lnTo>
                  <a:lnTo>
                    <a:pt x="857250" y="30606"/>
                  </a:lnTo>
                  <a:close/>
                </a:path>
                <a:path w="2741295" h="85725">
                  <a:moveTo>
                    <a:pt x="1171575" y="30225"/>
                  </a:moveTo>
                  <a:lnTo>
                    <a:pt x="942975" y="30480"/>
                  </a:lnTo>
                  <a:lnTo>
                    <a:pt x="942975" y="59055"/>
                  </a:lnTo>
                  <a:lnTo>
                    <a:pt x="1171575" y="58800"/>
                  </a:lnTo>
                  <a:lnTo>
                    <a:pt x="1171575" y="30225"/>
                  </a:lnTo>
                  <a:close/>
                </a:path>
                <a:path w="2741295" h="85725">
                  <a:moveTo>
                    <a:pt x="1485900" y="29844"/>
                  </a:moveTo>
                  <a:lnTo>
                    <a:pt x="1257300" y="30099"/>
                  </a:lnTo>
                  <a:lnTo>
                    <a:pt x="1257300" y="58674"/>
                  </a:lnTo>
                  <a:lnTo>
                    <a:pt x="1485900" y="58419"/>
                  </a:lnTo>
                  <a:lnTo>
                    <a:pt x="1485900" y="29844"/>
                  </a:lnTo>
                  <a:close/>
                </a:path>
                <a:path w="2741295" h="85725">
                  <a:moveTo>
                    <a:pt x="1800225" y="29590"/>
                  </a:moveTo>
                  <a:lnTo>
                    <a:pt x="1571625" y="29718"/>
                  </a:lnTo>
                  <a:lnTo>
                    <a:pt x="1571625" y="58293"/>
                  </a:lnTo>
                  <a:lnTo>
                    <a:pt x="1800225" y="58165"/>
                  </a:lnTo>
                  <a:lnTo>
                    <a:pt x="1800225" y="29590"/>
                  </a:lnTo>
                  <a:close/>
                </a:path>
                <a:path w="2741295" h="85725">
                  <a:moveTo>
                    <a:pt x="2114550" y="29210"/>
                  </a:moveTo>
                  <a:lnTo>
                    <a:pt x="1885950" y="29463"/>
                  </a:lnTo>
                  <a:lnTo>
                    <a:pt x="1885950" y="58038"/>
                  </a:lnTo>
                  <a:lnTo>
                    <a:pt x="2114550" y="57785"/>
                  </a:lnTo>
                  <a:lnTo>
                    <a:pt x="2114550" y="29210"/>
                  </a:lnTo>
                  <a:close/>
                </a:path>
                <a:path w="2741295" h="85725">
                  <a:moveTo>
                    <a:pt x="2428875" y="28829"/>
                  </a:moveTo>
                  <a:lnTo>
                    <a:pt x="2200275" y="29082"/>
                  </a:lnTo>
                  <a:lnTo>
                    <a:pt x="2200275" y="57657"/>
                  </a:lnTo>
                  <a:lnTo>
                    <a:pt x="2428875" y="57404"/>
                  </a:lnTo>
                  <a:lnTo>
                    <a:pt x="2428875" y="28829"/>
                  </a:lnTo>
                  <a:close/>
                </a:path>
                <a:path w="2741295" h="85725">
                  <a:moveTo>
                    <a:pt x="2655443" y="0"/>
                  </a:moveTo>
                  <a:lnTo>
                    <a:pt x="2655443" y="85725"/>
                  </a:lnTo>
                  <a:lnTo>
                    <a:pt x="2712254" y="57276"/>
                  </a:lnTo>
                  <a:lnTo>
                    <a:pt x="2669794" y="57276"/>
                  </a:lnTo>
                  <a:lnTo>
                    <a:pt x="2669794" y="28701"/>
                  </a:lnTo>
                  <a:lnTo>
                    <a:pt x="2712932" y="28701"/>
                  </a:lnTo>
                  <a:lnTo>
                    <a:pt x="2655443" y="0"/>
                  </a:lnTo>
                  <a:close/>
                </a:path>
                <a:path w="2741295" h="85725">
                  <a:moveTo>
                    <a:pt x="2655443" y="28701"/>
                  </a:moveTo>
                  <a:lnTo>
                    <a:pt x="2514600" y="28701"/>
                  </a:lnTo>
                  <a:lnTo>
                    <a:pt x="2514600" y="57276"/>
                  </a:lnTo>
                  <a:lnTo>
                    <a:pt x="2655443" y="57276"/>
                  </a:lnTo>
                  <a:lnTo>
                    <a:pt x="2655443" y="28701"/>
                  </a:lnTo>
                  <a:close/>
                </a:path>
                <a:path w="2741295" h="85725">
                  <a:moveTo>
                    <a:pt x="2712932" y="28701"/>
                  </a:moveTo>
                  <a:lnTo>
                    <a:pt x="2669794" y="28701"/>
                  </a:lnTo>
                  <a:lnTo>
                    <a:pt x="2669794" y="57276"/>
                  </a:lnTo>
                  <a:lnTo>
                    <a:pt x="2712254" y="57276"/>
                  </a:lnTo>
                  <a:lnTo>
                    <a:pt x="2741168" y="42799"/>
                  </a:lnTo>
                  <a:lnTo>
                    <a:pt x="2712932" y="287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8044433" y="4091432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Franklin Gothic Medium"/>
                <a:cs typeface="Franklin Gothic Medium"/>
              </a:rPr>
              <a:t>ε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2035048" y="3956050"/>
            <a:ext cx="8094345" cy="2449195"/>
            <a:chOff x="2035048" y="3956050"/>
            <a:chExt cx="8094345" cy="2449195"/>
          </a:xfrm>
        </p:grpSpPr>
        <p:sp>
          <p:nvSpPr>
            <p:cNvPr id="24" name="object 24" descr=""/>
            <p:cNvSpPr/>
            <p:nvPr/>
          </p:nvSpPr>
          <p:spPr>
            <a:xfrm>
              <a:off x="2035048" y="5084292"/>
              <a:ext cx="8094345" cy="1320800"/>
            </a:xfrm>
            <a:custGeom>
              <a:avLst/>
              <a:gdLst/>
              <a:ahLst/>
              <a:cxnLst/>
              <a:rect l="l" t="t" r="r" b="b"/>
              <a:pathLst>
                <a:path w="8094345" h="1320800">
                  <a:moveTo>
                    <a:pt x="6618236" y="1041481"/>
                  </a:moveTo>
                  <a:lnTo>
                    <a:pt x="6538856" y="1041481"/>
                  </a:lnTo>
                  <a:lnTo>
                    <a:pt x="6462776" y="1066800"/>
                  </a:lnTo>
                  <a:lnTo>
                    <a:pt x="6305931" y="1092200"/>
                  </a:lnTo>
                  <a:lnTo>
                    <a:pt x="6143244" y="1130300"/>
                  </a:lnTo>
                  <a:lnTo>
                    <a:pt x="5975223" y="1155700"/>
                  </a:lnTo>
                  <a:lnTo>
                    <a:pt x="5252857" y="1257332"/>
                  </a:lnTo>
                  <a:lnTo>
                    <a:pt x="4666487" y="1295400"/>
                  </a:lnTo>
                  <a:lnTo>
                    <a:pt x="4463415" y="1295400"/>
                  </a:lnTo>
                  <a:lnTo>
                    <a:pt x="4257167" y="1308100"/>
                  </a:lnTo>
                  <a:lnTo>
                    <a:pt x="3442589" y="1308100"/>
                  </a:lnTo>
                  <a:lnTo>
                    <a:pt x="3642614" y="1320800"/>
                  </a:lnTo>
                  <a:lnTo>
                    <a:pt x="4463923" y="1320800"/>
                  </a:lnTo>
                  <a:lnTo>
                    <a:pt x="5254880" y="1270008"/>
                  </a:lnTo>
                  <a:lnTo>
                    <a:pt x="5442711" y="1244600"/>
                  </a:lnTo>
                  <a:lnTo>
                    <a:pt x="5626100" y="1231900"/>
                  </a:lnTo>
                  <a:lnTo>
                    <a:pt x="5978028" y="1181135"/>
                  </a:lnTo>
                  <a:lnTo>
                    <a:pt x="6146673" y="1143000"/>
                  </a:lnTo>
                  <a:lnTo>
                    <a:pt x="6309741" y="1117600"/>
                  </a:lnTo>
                  <a:lnTo>
                    <a:pt x="6466967" y="1079500"/>
                  </a:lnTo>
                  <a:lnTo>
                    <a:pt x="6543548" y="1066800"/>
                  </a:lnTo>
                  <a:lnTo>
                    <a:pt x="6618236" y="1041481"/>
                  </a:lnTo>
                  <a:close/>
                </a:path>
                <a:path w="8094345" h="1320800">
                  <a:moveTo>
                    <a:pt x="2863834" y="1257332"/>
                  </a:moveTo>
                  <a:lnTo>
                    <a:pt x="2675357" y="1257332"/>
                  </a:lnTo>
                  <a:lnTo>
                    <a:pt x="2861626" y="1270008"/>
                  </a:lnTo>
                  <a:lnTo>
                    <a:pt x="3051810" y="1295400"/>
                  </a:lnTo>
                  <a:lnTo>
                    <a:pt x="3245612" y="1308100"/>
                  </a:lnTo>
                  <a:lnTo>
                    <a:pt x="3643249" y="1308100"/>
                  </a:lnTo>
                  <a:lnTo>
                    <a:pt x="3246880" y="1282716"/>
                  </a:lnTo>
                  <a:lnTo>
                    <a:pt x="3247121" y="1282716"/>
                  </a:lnTo>
                  <a:lnTo>
                    <a:pt x="2863834" y="1257332"/>
                  </a:lnTo>
                  <a:close/>
                </a:path>
                <a:path w="8094345" h="1320800">
                  <a:moveTo>
                    <a:pt x="3247121" y="1282716"/>
                  </a:moveTo>
                  <a:lnTo>
                    <a:pt x="3246880" y="1282716"/>
                  </a:lnTo>
                  <a:lnTo>
                    <a:pt x="3261780" y="1283676"/>
                  </a:lnTo>
                  <a:lnTo>
                    <a:pt x="3247121" y="1282716"/>
                  </a:lnTo>
                  <a:close/>
                </a:path>
                <a:path w="8094345" h="1320800">
                  <a:moveTo>
                    <a:pt x="4865748" y="1282716"/>
                  </a:moveTo>
                  <a:lnTo>
                    <a:pt x="4865499" y="1282716"/>
                  </a:lnTo>
                  <a:lnTo>
                    <a:pt x="4850686" y="1283676"/>
                  </a:lnTo>
                  <a:lnTo>
                    <a:pt x="4865748" y="1282716"/>
                  </a:lnTo>
                  <a:close/>
                </a:path>
                <a:path w="8094345" h="1320800">
                  <a:moveTo>
                    <a:pt x="1500982" y="1041481"/>
                  </a:moveTo>
                  <a:lnTo>
                    <a:pt x="1421737" y="1041481"/>
                  </a:lnTo>
                  <a:lnTo>
                    <a:pt x="1495678" y="1054100"/>
                  </a:lnTo>
                  <a:lnTo>
                    <a:pt x="1807210" y="1130300"/>
                  </a:lnTo>
                  <a:lnTo>
                    <a:pt x="1971166" y="1155700"/>
                  </a:lnTo>
                  <a:lnTo>
                    <a:pt x="2675110" y="1257332"/>
                  </a:lnTo>
                  <a:lnTo>
                    <a:pt x="2863583" y="1257332"/>
                  </a:lnTo>
                  <a:lnTo>
                    <a:pt x="2677032" y="1231900"/>
                  </a:lnTo>
                  <a:lnTo>
                    <a:pt x="2494788" y="1219200"/>
                  </a:lnTo>
                  <a:lnTo>
                    <a:pt x="2143252" y="1168400"/>
                  </a:lnTo>
                  <a:lnTo>
                    <a:pt x="1974645" y="1130300"/>
                  </a:lnTo>
                  <a:lnTo>
                    <a:pt x="1811606" y="1105010"/>
                  </a:lnTo>
                  <a:lnTo>
                    <a:pt x="1652904" y="1066800"/>
                  </a:lnTo>
                  <a:lnTo>
                    <a:pt x="1500982" y="1041481"/>
                  </a:lnTo>
                  <a:close/>
                </a:path>
                <a:path w="8094345" h="1320800">
                  <a:moveTo>
                    <a:pt x="5801746" y="1181135"/>
                  </a:moveTo>
                  <a:lnTo>
                    <a:pt x="5801498" y="1181135"/>
                  </a:lnTo>
                  <a:lnTo>
                    <a:pt x="5792610" y="1182436"/>
                  </a:lnTo>
                  <a:lnTo>
                    <a:pt x="5801746" y="1181135"/>
                  </a:lnTo>
                  <a:close/>
                </a:path>
                <a:path w="8094345" h="1320800">
                  <a:moveTo>
                    <a:pt x="12064" y="0"/>
                  </a:moveTo>
                  <a:lnTo>
                    <a:pt x="7493" y="25400"/>
                  </a:lnTo>
                  <a:lnTo>
                    <a:pt x="3937" y="50800"/>
                  </a:lnTo>
                  <a:lnTo>
                    <a:pt x="1396" y="63500"/>
                  </a:lnTo>
                  <a:lnTo>
                    <a:pt x="126" y="88900"/>
                  </a:lnTo>
                  <a:lnTo>
                    <a:pt x="0" y="101600"/>
                  </a:lnTo>
                  <a:lnTo>
                    <a:pt x="888" y="127000"/>
                  </a:lnTo>
                  <a:lnTo>
                    <a:pt x="3047" y="152400"/>
                  </a:lnTo>
                  <a:lnTo>
                    <a:pt x="6350" y="165100"/>
                  </a:lnTo>
                  <a:lnTo>
                    <a:pt x="13588" y="203200"/>
                  </a:lnTo>
                  <a:lnTo>
                    <a:pt x="23494" y="228600"/>
                  </a:lnTo>
                  <a:lnTo>
                    <a:pt x="35940" y="266700"/>
                  </a:lnTo>
                  <a:lnTo>
                    <a:pt x="50926" y="292100"/>
                  </a:lnTo>
                  <a:lnTo>
                    <a:pt x="68452" y="330200"/>
                  </a:lnTo>
                  <a:lnTo>
                    <a:pt x="88391" y="355600"/>
                  </a:lnTo>
                  <a:lnTo>
                    <a:pt x="110616" y="393700"/>
                  </a:lnTo>
                  <a:lnTo>
                    <a:pt x="135516" y="419226"/>
                  </a:lnTo>
                  <a:lnTo>
                    <a:pt x="162306" y="444500"/>
                  </a:lnTo>
                  <a:lnTo>
                    <a:pt x="191643" y="482600"/>
                  </a:lnTo>
                  <a:lnTo>
                    <a:pt x="223427" y="508121"/>
                  </a:lnTo>
                  <a:lnTo>
                    <a:pt x="257216" y="533519"/>
                  </a:lnTo>
                  <a:lnTo>
                    <a:pt x="293164" y="558916"/>
                  </a:lnTo>
                  <a:lnTo>
                    <a:pt x="331209" y="584314"/>
                  </a:lnTo>
                  <a:lnTo>
                    <a:pt x="371530" y="622409"/>
                  </a:lnTo>
                  <a:lnTo>
                    <a:pt x="413638" y="647700"/>
                  </a:lnTo>
                  <a:lnTo>
                    <a:pt x="458088" y="673100"/>
                  </a:lnTo>
                  <a:lnTo>
                    <a:pt x="504444" y="698500"/>
                  </a:lnTo>
                  <a:lnTo>
                    <a:pt x="552957" y="723900"/>
                  </a:lnTo>
                  <a:lnTo>
                    <a:pt x="603250" y="749300"/>
                  </a:lnTo>
                  <a:lnTo>
                    <a:pt x="655777" y="774795"/>
                  </a:lnTo>
                  <a:lnTo>
                    <a:pt x="710009" y="800193"/>
                  </a:lnTo>
                  <a:lnTo>
                    <a:pt x="765809" y="825500"/>
                  </a:lnTo>
                  <a:lnTo>
                    <a:pt x="823932" y="850944"/>
                  </a:lnTo>
                  <a:lnTo>
                    <a:pt x="883412" y="863600"/>
                  </a:lnTo>
                  <a:lnTo>
                    <a:pt x="944752" y="889000"/>
                  </a:lnTo>
                  <a:lnTo>
                    <a:pt x="1072889" y="939822"/>
                  </a:lnTo>
                  <a:lnTo>
                    <a:pt x="1139426" y="952540"/>
                  </a:lnTo>
                  <a:lnTo>
                    <a:pt x="1277112" y="1003300"/>
                  </a:lnTo>
                  <a:lnTo>
                    <a:pt x="1348486" y="1016000"/>
                  </a:lnTo>
                  <a:lnTo>
                    <a:pt x="1421491" y="1041481"/>
                  </a:lnTo>
                  <a:lnTo>
                    <a:pt x="1500490" y="1041481"/>
                  </a:lnTo>
                  <a:lnTo>
                    <a:pt x="1426082" y="1016000"/>
                  </a:lnTo>
                  <a:lnTo>
                    <a:pt x="1353565" y="1003300"/>
                  </a:lnTo>
                  <a:lnTo>
                    <a:pt x="1212835" y="952540"/>
                  </a:lnTo>
                  <a:lnTo>
                    <a:pt x="1213069" y="952540"/>
                  </a:lnTo>
                  <a:lnTo>
                    <a:pt x="1145027" y="939822"/>
                  </a:lnTo>
                  <a:lnTo>
                    <a:pt x="1083039" y="916093"/>
                  </a:lnTo>
                  <a:lnTo>
                    <a:pt x="1014221" y="889000"/>
                  </a:lnTo>
                  <a:lnTo>
                    <a:pt x="951597" y="876399"/>
                  </a:lnTo>
                  <a:lnTo>
                    <a:pt x="893849" y="852487"/>
                  </a:lnTo>
                  <a:lnTo>
                    <a:pt x="830833" y="825500"/>
                  </a:lnTo>
                  <a:lnTo>
                    <a:pt x="781303" y="803728"/>
                  </a:lnTo>
                  <a:lnTo>
                    <a:pt x="780282" y="803265"/>
                  </a:lnTo>
                  <a:lnTo>
                    <a:pt x="773261" y="800193"/>
                  </a:lnTo>
                  <a:lnTo>
                    <a:pt x="773480" y="800193"/>
                  </a:lnTo>
                  <a:lnTo>
                    <a:pt x="717506" y="774795"/>
                  </a:lnTo>
                  <a:lnTo>
                    <a:pt x="717738" y="774795"/>
                  </a:lnTo>
                  <a:lnTo>
                    <a:pt x="663447" y="749300"/>
                  </a:lnTo>
                  <a:lnTo>
                    <a:pt x="663702" y="749300"/>
                  </a:lnTo>
                  <a:lnTo>
                    <a:pt x="612166" y="736699"/>
                  </a:lnTo>
                  <a:lnTo>
                    <a:pt x="611955" y="736699"/>
                  </a:lnTo>
                  <a:lnTo>
                    <a:pt x="561720" y="711200"/>
                  </a:lnTo>
                  <a:lnTo>
                    <a:pt x="513912" y="685904"/>
                  </a:lnTo>
                  <a:lnTo>
                    <a:pt x="467613" y="647700"/>
                  </a:lnTo>
                  <a:lnTo>
                    <a:pt x="429420" y="625686"/>
                  </a:lnTo>
                  <a:lnTo>
                    <a:pt x="428740" y="625276"/>
                  </a:lnTo>
                  <a:lnTo>
                    <a:pt x="423735" y="622409"/>
                  </a:lnTo>
                  <a:lnTo>
                    <a:pt x="423954" y="622409"/>
                  </a:lnTo>
                  <a:lnTo>
                    <a:pt x="386595" y="599888"/>
                  </a:lnTo>
                  <a:lnTo>
                    <a:pt x="386085" y="599563"/>
                  </a:lnTo>
                  <a:lnTo>
                    <a:pt x="381821" y="597012"/>
                  </a:lnTo>
                  <a:lnTo>
                    <a:pt x="382041" y="597012"/>
                  </a:lnTo>
                  <a:lnTo>
                    <a:pt x="346590" y="574488"/>
                  </a:lnTo>
                  <a:lnTo>
                    <a:pt x="346107" y="574163"/>
                  </a:lnTo>
                  <a:lnTo>
                    <a:pt x="342065" y="571614"/>
                  </a:lnTo>
                  <a:lnTo>
                    <a:pt x="342284" y="571614"/>
                  </a:lnTo>
                  <a:lnTo>
                    <a:pt x="308497" y="548922"/>
                  </a:lnTo>
                  <a:lnTo>
                    <a:pt x="308091" y="548631"/>
                  </a:lnTo>
                  <a:lnTo>
                    <a:pt x="304467" y="546217"/>
                  </a:lnTo>
                  <a:lnTo>
                    <a:pt x="304686" y="546217"/>
                  </a:lnTo>
                  <a:lnTo>
                    <a:pt x="269154" y="520820"/>
                  </a:lnTo>
                  <a:lnTo>
                    <a:pt x="269398" y="520820"/>
                  </a:lnTo>
                  <a:lnTo>
                    <a:pt x="235748" y="495327"/>
                  </a:lnTo>
                  <a:lnTo>
                    <a:pt x="235986" y="495327"/>
                  </a:lnTo>
                  <a:lnTo>
                    <a:pt x="203936" y="456397"/>
                  </a:lnTo>
                  <a:lnTo>
                    <a:pt x="175894" y="431800"/>
                  </a:lnTo>
                  <a:lnTo>
                    <a:pt x="176275" y="431800"/>
                  </a:lnTo>
                  <a:lnTo>
                    <a:pt x="149739" y="406526"/>
                  </a:lnTo>
                  <a:lnTo>
                    <a:pt x="149981" y="406526"/>
                  </a:lnTo>
                  <a:lnTo>
                    <a:pt x="125475" y="381000"/>
                  </a:lnTo>
                  <a:lnTo>
                    <a:pt x="125856" y="381000"/>
                  </a:lnTo>
                  <a:lnTo>
                    <a:pt x="103885" y="342900"/>
                  </a:lnTo>
                  <a:lnTo>
                    <a:pt x="104139" y="342900"/>
                  </a:lnTo>
                  <a:lnTo>
                    <a:pt x="84581" y="317500"/>
                  </a:lnTo>
                  <a:lnTo>
                    <a:pt x="84835" y="317500"/>
                  </a:lnTo>
                  <a:lnTo>
                    <a:pt x="67690" y="292100"/>
                  </a:lnTo>
                  <a:lnTo>
                    <a:pt x="67944" y="292100"/>
                  </a:lnTo>
                  <a:lnTo>
                    <a:pt x="53212" y="254000"/>
                  </a:lnTo>
                  <a:lnTo>
                    <a:pt x="53466" y="254000"/>
                  </a:lnTo>
                  <a:lnTo>
                    <a:pt x="41275" y="228600"/>
                  </a:lnTo>
                  <a:lnTo>
                    <a:pt x="41528" y="228600"/>
                  </a:lnTo>
                  <a:lnTo>
                    <a:pt x="35094" y="203200"/>
                  </a:lnTo>
                  <a:lnTo>
                    <a:pt x="32131" y="203200"/>
                  </a:lnTo>
                  <a:lnTo>
                    <a:pt x="25018" y="165100"/>
                  </a:lnTo>
                  <a:lnTo>
                    <a:pt x="21970" y="152400"/>
                  </a:lnTo>
                  <a:lnTo>
                    <a:pt x="19938" y="127000"/>
                  </a:lnTo>
                  <a:lnTo>
                    <a:pt x="19332" y="109678"/>
                  </a:lnTo>
                  <a:lnTo>
                    <a:pt x="19220" y="106478"/>
                  </a:lnTo>
                  <a:lnTo>
                    <a:pt x="19176" y="88900"/>
                  </a:lnTo>
                  <a:lnTo>
                    <a:pt x="20446" y="63500"/>
                  </a:lnTo>
                  <a:lnTo>
                    <a:pt x="22732" y="50800"/>
                  </a:lnTo>
                  <a:lnTo>
                    <a:pt x="26162" y="25400"/>
                  </a:lnTo>
                  <a:lnTo>
                    <a:pt x="30733" y="12700"/>
                  </a:lnTo>
                  <a:lnTo>
                    <a:pt x="12064" y="0"/>
                  </a:lnTo>
                  <a:close/>
                </a:path>
                <a:path w="8094345" h="1320800">
                  <a:moveTo>
                    <a:pt x="7843683" y="508121"/>
                  </a:moveTo>
                  <a:lnTo>
                    <a:pt x="7815417" y="508121"/>
                  </a:lnTo>
                  <a:lnTo>
                    <a:pt x="7781489" y="533519"/>
                  </a:lnTo>
                  <a:lnTo>
                    <a:pt x="7777397" y="536388"/>
                  </a:lnTo>
                  <a:lnTo>
                    <a:pt x="7776888" y="536767"/>
                  </a:lnTo>
                  <a:lnTo>
                    <a:pt x="7745415" y="558916"/>
                  </a:lnTo>
                  <a:lnTo>
                    <a:pt x="7741075" y="561788"/>
                  </a:lnTo>
                  <a:lnTo>
                    <a:pt x="7740531" y="562168"/>
                  </a:lnTo>
                  <a:lnTo>
                    <a:pt x="7707183" y="584314"/>
                  </a:lnTo>
                  <a:lnTo>
                    <a:pt x="7702311" y="587374"/>
                  </a:lnTo>
                  <a:lnTo>
                    <a:pt x="7701657" y="587807"/>
                  </a:lnTo>
                  <a:lnTo>
                    <a:pt x="7666919" y="609711"/>
                  </a:lnTo>
                  <a:lnTo>
                    <a:pt x="7624445" y="635000"/>
                  </a:lnTo>
                  <a:lnTo>
                    <a:pt x="7579916" y="660506"/>
                  </a:lnTo>
                  <a:lnTo>
                    <a:pt x="7574623" y="663388"/>
                  </a:lnTo>
                  <a:lnTo>
                    <a:pt x="7573950" y="663771"/>
                  </a:lnTo>
                  <a:lnTo>
                    <a:pt x="7533432" y="685904"/>
                  </a:lnTo>
                  <a:lnTo>
                    <a:pt x="7485126" y="711200"/>
                  </a:lnTo>
                  <a:lnTo>
                    <a:pt x="7434493" y="736699"/>
                  </a:lnTo>
                  <a:lnTo>
                    <a:pt x="7382256" y="762000"/>
                  </a:lnTo>
                  <a:lnTo>
                    <a:pt x="7327900" y="787400"/>
                  </a:lnTo>
                  <a:lnTo>
                    <a:pt x="7267620" y="814614"/>
                  </a:lnTo>
                  <a:lnTo>
                    <a:pt x="7213727" y="838200"/>
                  </a:lnTo>
                  <a:lnTo>
                    <a:pt x="7154036" y="863600"/>
                  </a:lnTo>
                  <a:lnTo>
                    <a:pt x="7091959" y="876399"/>
                  </a:lnTo>
                  <a:lnTo>
                    <a:pt x="7092193" y="876399"/>
                  </a:lnTo>
                  <a:lnTo>
                    <a:pt x="6963918" y="927100"/>
                  </a:lnTo>
                  <a:lnTo>
                    <a:pt x="6897181" y="939822"/>
                  </a:lnTo>
                  <a:lnTo>
                    <a:pt x="6758812" y="990600"/>
                  </a:lnTo>
                  <a:lnTo>
                    <a:pt x="6687058" y="1003300"/>
                  </a:lnTo>
                  <a:lnTo>
                    <a:pt x="6613779" y="1028700"/>
                  </a:lnTo>
                  <a:lnTo>
                    <a:pt x="6538621" y="1041481"/>
                  </a:lnTo>
                  <a:lnTo>
                    <a:pt x="6618004" y="1041481"/>
                  </a:lnTo>
                  <a:lnTo>
                    <a:pt x="6691883" y="1028700"/>
                  </a:lnTo>
                  <a:lnTo>
                    <a:pt x="6834012" y="977940"/>
                  </a:lnTo>
                  <a:lnTo>
                    <a:pt x="6902831" y="965200"/>
                  </a:lnTo>
                  <a:lnTo>
                    <a:pt x="7034929" y="914442"/>
                  </a:lnTo>
                  <a:lnTo>
                    <a:pt x="7098665" y="901700"/>
                  </a:lnTo>
                  <a:lnTo>
                    <a:pt x="7160271" y="876399"/>
                  </a:lnTo>
                  <a:lnTo>
                    <a:pt x="7220478" y="850944"/>
                  </a:lnTo>
                  <a:lnTo>
                    <a:pt x="7279005" y="825500"/>
                  </a:lnTo>
                  <a:lnTo>
                    <a:pt x="7335185" y="800193"/>
                  </a:lnTo>
                  <a:lnTo>
                    <a:pt x="7334989" y="800193"/>
                  </a:lnTo>
                  <a:lnTo>
                    <a:pt x="7390130" y="787400"/>
                  </a:lnTo>
                  <a:lnTo>
                    <a:pt x="7442834" y="762000"/>
                  </a:lnTo>
                  <a:lnTo>
                    <a:pt x="7493435" y="736699"/>
                  </a:lnTo>
                  <a:lnTo>
                    <a:pt x="7542530" y="711200"/>
                  </a:lnTo>
                  <a:lnTo>
                    <a:pt x="7589200" y="685904"/>
                  </a:lnTo>
                  <a:lnTo>
                    <a:pt x="7634162" y="660506"/>
                  </a:lnTo>
                  <a:lnTo>
                    <a:pt x="7677026" y="622409"/>
                  </a:lnTo>
                  <a:lnTo>
                    <a:pt x="7717863" y="597012"/>
                  </a:lnTo>
                  <a:lnTo>
                    <a:pt x="7756603" y="571614"/>
                  </a:lnTo>
                  <a:lnTo>
                    <a:pt x="7793059" y="546217"/>
                  </a:lnTo>
                  <a:lnTo>
                    <a:pt x="7827608" y="520820"/>
                  </a:lnTo>
                  <a:lnTo>
                    <a:pt x="7843683" y="508121"/>
                  </a:lnTo>
                  <a:close/>
                </a:path>
                <a:path w="8094345" h="1320800">
                  <a:moveTo>
                    <a:pt x="773480" y="800193"/>
                  </a:moveTo>
                  <a:lnTo>
                    <a:pt x="773261" y="800193"/>
                  </a:lnTo>
                  <a:lnTo>
                    <a:pt x="780249" y="803265"/>
                  </a:lnTo>
                  <a:lnTo>
                    <a:pt x="773480" y="800193"/>
                  </a:lnTo>
                  <a:close/>
                </a:path>
                <a:path w="8094345" h="1320800">
                  <a:moveTo>
                    <a:pt x="717738" y="774795"/>
                  </a:moveTo>
                  <a:lnTo>
                    <a:pt x="717506" y="774795"/>
                  </a:lnTo>
                  <a:lnTo>
                    <a:pt x="724256" y="777856"/>
                  </a:lnTo>
                  <a:lnTo>
                    <a:pt x="717738" y="774795"/>
                  </a:lnTo>
                  <a:close/>
                </a:path>
                <a:path w="8094345" h="1320800">
                  <a:moveTo>
                    <a:pt x="7434501" y="736699"/>
                  </a:moveTo>
                  <a:lnTo>
                    <a:pt x="7434254" y="736699"/>
                  </a:lnTo>
                  <a:lnTo>
                    <a:pt x="7427214" y="740228"/>
                  </a:lnTo>
                  <a:lnTo>
                    <a:pt x="7434501" y="736699"/>
                  </a:lnTo>
                  <a:close/>
                </a:path>
                <a:path w="8094345" h="1320800">
                  <a:moveTo>
                    <a:pt x="7533440" y="685904"/>
                  </a:moveTo>
                  <a:lnTo>
                    <a:pt x="7533193" y="685904"/>
                  </a:lnTo>
                  <a:lnTo>
                    <a:pt x="7526709" y="689428"/>
                  </a:lnTo>
                  <a:lnTo>
                    <a:pt x="7533440" y="685904"/>
                  </a:lnTo>
                  <a:close/>
                </a:path>
                <a:path w="8094345" h="1320800">
                  <a:moveTo>
                    <a:pt x="7579925" y="660506"/>
                  </a:moveTo>
                  <a:lnTo>
                    <a:pt x="7579680" y="660506"/>
                  </a:lnTo>
                  <a:lnTo>
                    <a:pt x="7574623" y="663388"/>
                  </a:lnTo>
                  <a:lnTo>
                    <a:pt x="7579925" y="660506"/>
                  </a:lnTo>
                  <a:close/>
                </a:path>
                <a:path w="8094345" h="1320800">
                  <a:moveTo>
                    <a:pt x="423954" y="622409"/>
                  </a:moveTo>
                  <a:lnTo>
                    <a:pt x="423735" y="622409"/>
                  </a:lnTo>
                  <a:lnTo>
                    <a:pt x="428709" y="625276"/>
                  </a:lnTo>
                  <a:lnTo>
                    <a:pt x="423954" y="622409"/>
                  </a:lnTo>
                  <a:close/>
                </a:path>
                <a:path w="8094345" h="1320800">
                  <a:moveTo>
                    <a:pt x="7666929" y="609711"/>
                  </a:moveTo>
                  <a:lnTo>
                    <a:pt x="7666684" y="609711"/>
                  </a:lnTo>
                  <a:lnTo>
                    <a:pt x="7662096" y="612588"/>
                  </a:lnTo>
                  <a:lnTo>
                    <a:pt x="7666929" y="609711"/>
                  </a:lnTo>
                  <a:close/>
                </a:path>
                <a:path w="8094345" h="1320800">
                  <a:moveTo>
                    <a:pt x="382041" y="597012"/>
                  </a:moveTo>
                  <a:lnTo>
                    <a:pt x="381821" y="597012"/>
                  </a:lnTo>
                  <a:lnTo>
                    <a:pt x="386057" y="599563"/>
                  </a:lnTo>
                  <a:lnTo>
                    <a:pt x="382041" y="597012"/>
                  </a:lnTo>
                  <a:close/>
                </a:path>
                <a:path w="8094345" h="1320800">
                  <a:moveTo>
                    <a:pt x="7707193" y="584314"/>
                  </a:moveTo>
                  <a:lnTo>
                    <a:pt x="7706948" y="584314"/>
                  </a:lnTo>
                  <a:lnTo>
                    <a:pt x="7702311" y="587374"/>
                  </a:lnTo>
                  <a:lnTo>
                    <a:pt x="7707193" y="584314"/>
                  </a:lnTo>
                  <a:close/>
                </a:path>
                <a:path w="8094345" h="1320800">
                  <a:moveTo>
                    <a:pt x="342284" y="571614"/>
                  </a:moveTo>
                  <a:lnTo>
                    <a:pt x="342065" y="571614"/>
                  </a:lnTo>
                  <a:lnTo>
                    <a:pt x="346078" y="574163"/>
                  </a:lnTo>
                  <a:lnTo>
                    <a:pt x="342284" y="571614"/>
                  </a:lnTo>
                  <a:close/>
                </a:path>
                <a:path w="8094345" h="1320800">
                  <a:moveTo>
                    <a:pt x="7745426" y="558916"/>
                  </a:moveTo>
                  <a:lnTo>
                    <a:pt x="7745182" y="558916"/>
                  </a:lnTo>
                  <a:lnTo>
                    <a:pt x="7741075" y="561788"/>
                  </a:lnTo>
                  <a:lnTo>
                    <a:pt x="7745426" y="558916"/>
                  </a:lnTo>
                  <a:close/>
                </a:path>
                <a:path w="8094345" h="1320800">
                  <a:moveTo>
                    <a:pt x="304686" y="546217"/>
                  </a:moveTo>
                  <a:lnTo>
                    <a:pt x="304467" y="546217"/>
                  </a:lnTo>
                  <a:lnTo>
                    <a:pt x="308063" y="548631"/>
                  </a:lnTo>
                  <a:lnTo>
                    <a:pt x="304686" y="546217"/>
                  </a:lnTo>
                  <a:close/>
                </a:path>
                <a:path w="8094345" h="1320800">
                  <a:moveTo>
                    <a:pt x="7781500" y="533519"/>
                  </a:moveTo>
                  <a:lnTo>
                    <a:pt x="7781256" y="533519"/>
                  </a:lnTo>
                  <a:lnTo>
                    <a:pt x="7777397" y="536388"/>
                  </a:lnTo>
                  <a:lnTo>
                    <a:pt x="7781500" y="533519"/>
                  </a:lnTo>
                  <a:close/>
                </a:path>
                <a:path w="8094345" h="1320800">
                  <a:moveTo>
                    <a:pt x="269398" y="520820"/>
                  </a:moveTo>
                  <a:lnTo>
                    <a:pt x="269154" y="520820"/>
                  </a:lnTo>
                  <a:lnTo>
                    <a:pt x="273431" y="523875"/>
                  </a:lnTo>
                  <a:lnTo>
                    <a:pt x="269398" y="520820"/>
                  </a:lnTo>
                  <a:close/>
                </a:path>
                <a:path w="8094345" h="1320800">
                  <a:moveTo>
                    <a:pt x="7930515" y="419226"/>
                  </a:moveTo>
                  <a:lnTo>
                    <a:pt x="7903834" y="419226"/>
                  </a:lnTo>
                  <a:lnTo>
                    <a:pt x="7876412" y="444500"/>
                  </a:lnTo>
                  <a:lnTo>
                    <a:pt x="7876794" y="444500"/>
                  </a:lnTo>
                  <a:lnTo>
                    <a:pt x="7847818" y="469160"/>
                  </a:lnTo>
                  <a:lnTo>
                    <a:pt x="7814899" y="508509"/>
                  </a:lnTo>
                  <a:lnTo>
                    <a:pt x="7815416" y="508121"/>
                  </a:lnTo>
                  <a:lnTo>
                    <a:pt x="7843683" y="508121"/>
                  </a:lnTo>
                  <a:lnTo>
                    <a:pt x="7859867" y="495327"/>
                  </a:lnTo>
                  <a:lnTo>
                    <a:pt x="7890002" y="457200"/>
                  </a:lnTo>
                  <a:lnTo>
                    <a:pt x="7917942" y="431800"/>
                  </a:lnTo>
                  <a:lnTo>
                    <a:pt x="7930515" y="419226"/>
                  </a:lnTo>
                  <a:close/>
                </a:path>
                <a:path w="8094345" h="1320800">
                  <a:moveTo>
                    <a:pt x="235986" y="495327"/>
                  </a:moveTo>
                  <a:lnTo>
                    <a:pt x="235748" y="495327"/>
                  </a:lnTo>
                  <a:lnTo>
                    <a:pt x="236379" y="495805"/>
                  </a:lnTo>
                  <a:lnTo>
                    <a:pt x="235986" y="495327"/>
                  </a:lnTo>
                  <a:close/>
                </a:path>
                <a:path w="8094345" h="1320800">
                  <a:moveTo>
                    <a:pt x="7951470" y="355600"/>
                  </a:moveTo>
                  <a:lnTo>
                    <a:pt x="7928483" y="393700"/>
                  </a:lnTo>
                  <a:lnTo>
                    <a:pt x="7928863" y="393700"/>
                  </a:lnTo>
                  <a:lnTo>
                    <a:pt x="7901071" y="421773"/>
                  </a:lnTo>
                  <a:lnTo>
                    <a:pt x="7903834" y="419226"/>
                  </a:lnTo>
                  <a:lnTo>
                    <a:pt x="7930515" y="419226"/>
                  </a:lnTo>
                  <a:lnTo>
                    <a:pt x="7943215" y="406526"/>
                  </a:lnTo>
                  <a:lnTo>
                    <a:pt x="7951089" y="393700"/>
                  </a:lnTo>
                  <a:lnTo>
                    <a:pt x="7966583" y="368300"/>
                  </a:lnTo>
                  <a:lnTo>
                    <a:pt x="7951216" y="368300"/>
                  </a:lnTo>
                  <a:lnTo>
                    <a:pt x="7951470" y="355600"/>
                  </a:lnTo>
                  <a:close/>
                </a:path>
                <a:path w="8094345" h="1320800">
                  <a:moveTo>
                    <a:pt x="149981" y="406526"/>
                  </a:moveTo>
                  <a:lnTo>
                    <a:pt x="149739" y="406526"/>
                  </a:lnTo>
                  <a:lnTo>
                    <a:pt x="152569" y="409222"/>
                  </a:lnTo>
                  <a:lnTo>
                    <a:pt x="149981" y="406526"/>
                  </a:lnTo>
                  <a:close/>
                </a:path>
                <a:path w="8094345" h="1320800">
                  <a:moveTo>
                    <a:pt x="8064665" y="106478"/>
                  </a:moveTo>
                  <a:lnTo>
                    <a:pt x="8045524" y="109678"/>
                  </a:lnTo>
                  <a:lnTo>
                    <a:pt x="8045958" y="127000"/>
                  </a:lnTo>
                  <a:lnTo>
                    <a:pt x="8042656" y="152400"/>
                  </a:lnTo>
                  <a:lnTo>
                    <a:pt x="8036813" y="190500"/>
                  </a:lnTo>
                  <a:lnTo>
                    <a:pt x="8037068" y="190500"/>
                  </a:lnTo>
                  <a:lnTo>
                    <a:pt x="8028685" y="215900"/>
                  </a:lnTo>
                  <a:lnTo>
                    <a:pt x="8017891" y="241300"/>
                  </a:lnTo>
                  <a:lnTo>
                    <a:pt x="8018145" y="241300"/>
                  </a:lnTo>
                  <a:lnTo>
                    <a:pt x="8004809" y="279400"/>
                  </a:lnTo>
                  <a:lnTo>
                    <a:pt x="8005063" y="279400"/>
                  </a:lnTo>
                  <a:lnTo>
                    <a:pt x="7989316" y="304800"/>
                  </a:lnTo>
                  <a:lnTo>
                    <a:pt x="7989570" y="304800"/>
                  </a:lnTo>
                  <a:lnTo>
                    <a:pt x="7971408" y="330200"/>
                  </a:lnTo>
                  <a:lnTo>
                    <a:pt x="7971790" y="330200"/>
                  </a:lnTo>
                  <a:lnTo>
                    <a:pt x="7951216" y="368300"/>
                  </a:lnTo>
                  <a:lnTo>
                    <a:pt x="7966583" y="368300"/>
                  </a:lnTo>
                  <a:lnTo>
                    <a:pt x="7987537" y="342900"/>
                  </a:lnTo>
                  <a:lnTo>
                    <a:pt x="8005953" y="317500"/>
                  </a:lnTo>
                  <a:lnTo>
                    <a:pt x="8022082" y="279400"/>
                  </a:lnTo>
                  <a:lnTo>
                    <a:pt x="8035671" y="254000"/>
                  </a:lnTo>
                  <a:lnTo>
                    <a:pt x="8046974" y="215900"/>
                  </a:lnTo>
                  <a:lnTo>
                    <a:pt x="8055483" y="190500"/>
                  </a:lnTo>
                  <a:lnTo>
                    <a:pt x="8061579" y="152400"/>
                  </a:lnTo>
                  <a:lnTo>
                    <a:pt x="8065008" y="127000"/>
                  </a:lnTo>
                  <a:lnTo>
                    <a:pt x="8064796" y="114300"/>
                  </a:lnTo>
                  <a:lnTo>
                    <a:pt x="8064719" y="109678"/>
                  </a:lnTo>
                  <a:lnTo>
                    <a:pt x="8064665" y="106478"/>
                  </a:lnTo>
                  <a:close/>
                </a:path>
                <a:path w="8094345" h="1320800">
                  <a:moveTo>
                    <a:pt x="31876" y="190500"/>
                  </a:moveTo>
                  <a:lnTo>
                    <a:pt x="32131" y="203200"/>
                  </a:lnTo>
                  <a:lnTo>
                    <a:pt x="35094" y="203200"/>
                  </a:lnTo>
                  <a:lnTo>
                    <a:pt x="31876" y="190500"/>
                  </a:lnTo>
                  <a:close/>
                </a:path>
                <a:path w="8094345" h="1320800">
                  <a:moveTo>
                    <a:pt x="8049895" y="38100"/>
                  </a:moveTo>
                  <a:lnTo>
                    <a:pt x="8017891" y="114300"/>
                  </a:lnTo>
                  <a:lnTo>
                    <a:pt x="8045524" y="109678"/>
                  </a:lnTo>
                  <a:lnTo>
                    <a:pt x="8045444" y="106478"/>
                  </a:lnTo>
                  <a:lnTo>
                    <a:pt x="8045323" y="101600"/>
                  </a:lnTo>
                  <a:lnTo>
                    <a:pt x="8064373" y="88900"/>
                  </a:lnTo>
                  <a:lnTo>
                    <a:pt x="8085048" y="88900"/>
                  </a:lnTo>
                  <a:lnTo>
                    <a:pt x="8049895" y="38100"/>
                  </a:lnTo>
                  <a:close/>
                </a:path>
                <a:path w="8094345" h="1320800">
                  <a:moveTo>
                    <a:pt x="8064373" y="88900"/>
                  </a:moveTo>
                  <a:lnTo>
                    <a:pt x="8045323" y="101600"/>
                  </a:lnTo>
                  <a:lnTo>
                    <a:pt x="8045444" y="106478"/>
                  </a:lnTo>
                  <a:lnTo>
                    <a:pt x="8045524" y="109678"/>
                  </a:lnTo>
                  <a:lnTo>
                    <a:pt x="8064665" y="106478"/>
                  </a:lnTo>
                  <a:lnTo>
                    <a:pt x="8064373" y="88900"/>
                  </a:lnTo>
                  <a:close/>
                </a:path>
                <a:path w="8094345" h="1320800">
                  <a:moveTo>
                    <a:pt x="8085048" y="88900"/>
                  </a:moveTo>
                  <a:lnTo>
                    <a:pt x="8064373" y="88900"/>
                  </a:lnTo>
                  <a:lnTo>
                    <a:pt x="8064584" y="101600"/>
                  </a:lnTo>
                  <a:lnTo>
                    <a:pt x="8064665" y="106478"/>
                  </a:lnTo>
                  <a:lnTo>
                    <a:pt x="8093836" y="101600"/>
                  </a:lnTo>
                  <a:lnTo>
                    <a:pt x="8085048" y="88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622036" y="3962400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570738" y="0"/>
                  </a:moveTo>
                  <a:lnTo>
                    <a:pt x="523928" y="1909"/>
                  </a:lnTo>
                  <a:lnTo>
                    <a:pt x="478160" y="7540"/>
                  </a:lnTo>
                  <a:lnTo>
                    <a:pt x="433581" y="16743"/>
                  </a:lnTo>
                  <a:lnTo>
                    <a:pt x="390339" y="29370"/>
                  </a:lnTo>
                  <a:lnTo>
                    <a:pt x="348579" y="45273"/>
                  </a:lnTo>
                  <a:lnTo>
                    <a:pt x="308449" y="64304"/>
                  </a:lnTo>
                  <a:lnTo>
                    <a:pt x="270095" y="86313"/>
                  </a:lnTo>
                  <a:lnTo>
                    <a:pt x="233665" y="111154"/>
                  </a:lnTo>
                  <a:lnTo>
                    <a:pt x="199306" y="138677"/>
                  </a:lnTo>
                  <a:lnTo>
                    <a:pt x="167163" y="168735"/>
                  </a:lnTo>
                  <a:lnTo>
                    <a:pt x="137385" y="201179"/>
                  </a:lnTo>
                  <a:lnTo>
                    <a:pt x="110118" y="235860"/>
                  </a:lnTo>
                  <a:lnTo>
                    <a:pt x="85508" y="272631"/>
                  </a:lnTo>
                  <a:lnTo>
                    <a:pt x="63703" y="311342"/>
                  </a:lnTo>
                  <a:lnTo>
                    <a:pt x="44850" y="351847"/>
                  </a:lnTo>
                  <a:lnTo>
                    <a:pt x="29096" y="393996"/>
                  </a:lnTo>
                  <a:lnTo>
                    <a:pt x="16586" y="437641"/>
                  </a:lnTo>
                  <a:lnTo>
                    <a:pt x="7469" y="482635"/>
                  </a:lnTo>
                  <a:lnTo>
                    <a:pt x="1891" y="528827"/>
                  </a:lnTo>
                  <a:lnTo>
                    <a:pt x="0" y="576072"/>
                  </a:lnTo>
                  <a:lnTo>
                    <a:pt x="1891" y="623316"/>
                  </a:lnTo>
                  <a:lnTo>
                    <a:pt x="7469" y="669508"/>
                  </a:lnTo>
                  <a:lnTo>
                    <a:pt x="16586" y="714502"/>
                  </a:lnTo>
                  <a:lnTo>
                    <a:pt x="29096" y="758147"/>
                  </a:lnTo>
                  <a:lnTo>
                    <a:pt x="44850" y="800296"/>
                  </a:lnTo>
                  <a:lnTo>
                    <a:pt x="63703" y="840801"/>
                  </a:lnTo>
                  <a:lnTo>
                    <a:pt x="85508" y="879512"/>
                  </a:lnTo>
                  <a:lnTo>
                    <a:pt x="110118" y="916283"/>
                  </a:lnTo>
                  <a:lnTo>
                    <a:pt x="137385" y="950964"/>
                  </a:lnTo>
                  <a:lnTo>
                    <a:pt x="167163" y="983408"/>
                  </a:lnTo>
                  <a:lnTo>
                    <a:pt x="199306" y="1013466"/>
                  </a:lnTo>
                  <a:lnTo>
                    <a:pt x="233665" y="1040989"/>
                  </a:lnTo>
                  <a:lnTo>
                    <a:pt x="270095" y="1065830"/>
                  </a:lnTo>
                  <a:lnTo>
                    <a:pt x="308449" y="1087839"/>
                  </a:lnTo>
                  <a:lnTo>
                    <a:pt x="348579" y="1106870"/>
                  </a:lnTo>
                  <a:lnTo>
                    <a:pt x="390339" y="1122773"/>
                  </a:lnTo>
                  <a:lnTo>
                    <a:pt x="433581" y="1135400"/>
                  </a:lnTo>
                  <a:lnTo>
                    <a:pt x="478160" y="1144603"/>
                  </a:lnTo>
                  <a:lnTo>
                    <a:pt x="523928" y="1150234"/>
                  </a:lnTo>
                  <a:lnTo>
                    <a:pt x="570738" y="1152144"/>
                  </a:lnTo>
                  <a:lnTo>
                    <a:pt x="617547" y="1150234"/>
                  </a:lnTo>
                  <a:lnTo>
                    <a:pt x="663315" y="1144603"/>
                  </a:lnTo>
                  <a:lnTo>
                    <a:pt x="707894" y="1135400"/>
                  </a:lnTo>
                  <a:lnTo>
                    <a:pt x="751136" y="1122773"/>
                  </a:lnTo>
                  <a:lnTo>
                    <a:pt x="792896" y="1106870"/>
                  </a:lnTo>
                  <a:lnTo>
                    <a:pt x="833026" y="1087839"/>
                  </a:lnTo>
                  <a:lnTo>
                    <a:pt x="871380" y="1065830"/>
                  </a:lnTo>
                  <a:lnTo>
                    <a:pt x="907810" y="1040989"/>
                  </a:lnTo>
                  <a:lnTo>
                    <a:pt x="942169" y="1013466"/>
                  </a:lnTo>
                  <a:lnTo>
                    <a:pt x="974312" y="983408"/>
                  </a:lnTo>
                  <a:lnTo>
                    <a:pt x="1004090" y="950964"/>
                  </a:lnTo>
                  <a:lnTo>
                    <a:pt x="1031357" y="916283"/>
                  </a:lnTo>
                  <a:lnTo>
                    <a:pt x="1055967" y="879512"/>
                  </a:lnTo>
                  <a:lnTo>
                    <a:pt x="1077772" y="840801"/>
                  </a:lnTo>
                  <a:lnTo>
                    <a:pt x="1096625" y="800296"/>
                  </a:lnTo>
                  <a:lnTo>
                    <a:pt x="1112379" y="758147"/>
                  </a:lnTo>
                  <a:lnTo>
                    <a:pt x="1124889" y="714502"/>
                  </a:lnTo>
                  <a:lnTo>
                    <a:pt x="1134006" y="669508"/>
                  </a:lnTo>
                  <a:lnTo>
                    <a:pt x="1139584" y="623316"/>
                  </a:lnTo>
                  <a:lnTo>
                    <a:pt x="1141475" y="576072"/>
                  </a:lnTo>
                  <a:lnTo>
                    <a:pt x="1139584" y="528827"/>
                  </a:lnTo>
                  <a:lnTo>
                    <a:pt x="1134006" y="482635"/>
                  </a:lnTo>
                  <a:lnTo>
                    <a:pt x="1124889" y="437641"/>
                  </a:lnTo>
                  <a:lnTo>
                    <a:pt x="1112379" y="393996"/>
                  </a:lnTo>
                  <a:lnTo>
                    <a:pt x="1096625" y="351847"/>
                  </a:lnTo>
                  <a:lnTo>
                    <a:pt x="1077772" y="311342"/>
                  </a:lnTo>
                  <a:lnTo>
                    <a:pt x="1055967" y="272631"/>
                  </a:lnTo>
                  <a:lnTo>
                    <a:pt x="1031357" y="235860"/>
                  </a:lnTo>
                  <a:lnTo>
                    <a:pt x="1004090" y="201179"/>
                  </a:lnTo>
                  <a:lnTo>
                    <a:pt x="974312" y="168735"/>
                  </a:lnTo>
                  <a:lnTo>
                    <a:pt x="942169" y="138677"/>
                  </a:lnTo>
                  <a:lnTo>
                    <a:pt x="907810" y="111154"/>
                  </a:lnTo>
                  <a:lnTo>
                    <a:pt x="871380" y="86313"/>
                  </a:lnTo>
                  <a:lnTo>
                    <a:pt x="833026" y="64304"/>
                  </a:lnTo>
                  <a:lnTo>
                    <a:pt x="792896" y="45273"/>
                  </a:lnTo>
                  <a:lnTo>
                    <a:pt x="751136" y="29370"/>
                  </a:lnTo>
                  <a:lnTo>
                    <a:pt x="707894" y="16743"/>
                  </a:lnTo>
                  <a:lnTo>
                    <a:pt x="663315" y="7540"/>
                  </a:lnTo>
                  <a:lnTo>
                    <a:pt x="617547" y="1909"/>
                  </a:lnTo>
                  <a:lnTo>
                    <a:pt x="570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622036" y="3962400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0" y="576072"/>
                  </a:moveTo>
                  <a:lnTo>
                    <a:pt x="1891" y="528827"/>
                  </a:lnTo>
                  <a:lnTo>
                    <a:pt x="7469" y="482635"/>
                  </a:lnTo>
                  <a:lnTo>
                    <a:pt x="16586" y="437641"/>
                  </a:lnTo>
                  <a:lnTo>
                    <a:pt x="29096" y="393996"/>
                  </a:lnTo>
                  <a:lnTo>
                    <a:pt x="44850" y="351847"/>
                  </a:lnTo>
                  <a:lnTo>
                    <a:pt x="63703" y="311342"/>
                  </a:lnTo>
                  <a:lnTo>
                    <a:pt x="85508" y="272631"/>
                  </a:lnTo>
                  <a:lnTo>
                    <a:pt x="110118" y="235860"/>
                  </a:lnTo>
                  <a:lnTo>
                    <a:pt x="137385" y="201179"/>
                  </a:lnTo>
                  <a:lnTo>
                    <a:pt x="167163" y="168735"/>
                  </a:lnTo>
                  <a:lnTo>
                    <a:pt x="199306" y="138677"/>
                  </a:lnTo>
                  <a:lnTo>
                    <a:pt x="233665" y="111154"/>
                  </a:lnTo>
                  <a:lnTo>
                    <a:pt x="270095" y="86313"/>
                  </a:lnTo>
                  <a:lnTo>
                    <a:pt x="308449" y="64304"/>
                  </a:lnTo>
                  <a:lnTo>
                    <a:pt x="348579" y="45273"/>
                  </a:lnTo>
                  <a:lnTo>
                    <a:pt x="390339" y="29370"/>
                  </a:lnTo>
                  <a:lnTo>
                    <a:pt x="433581" y="16743"/>
                  </a:lnTo>
                  <a:lnTo>
                    <a:pt x="478160" y="7540"/>
                  </a:lnTo>
                  <a:lnTo>
                    <a:pt x="523928" y="1909"/>
                  </a:lnTo>
                  <a:lnTo>
                    <a:pt x="570738" y="0"/>
                  </a:lnTo>
                  <a:lnTo>
                    <a:pt x="617547" y="1909"/>
                  </a:lnTo>
                  <a:lnTo>
                    <a:pt x="663315" y="7540"/>
                  </a:lnTo>
                  <a:lnTo>
                    <a:pt x="707894" y="16743"/>
                  </a:lnTo>
                  <a:lnTo>
                    <a:pt x="751136" y="29370"/>
                  </a:lnTo>
                  <a:lnTo>
                    <a:pt x="792896" y="45273"/>
                  </a:lnTo>
                  <a:lnTo>
                    <a:pt x="833026" y="64304"/>
                  </a:lnTo>
                  <a:lnTo>
                    <a:pt x="871380" y="86313"/>
                  </a:lnTo>
                  <a:lnTo>
                    <a:pt x="907810" y="111154"/>
                  </a:lnTo>
                  <a:lnTo>
                    <a:pt x="942169" y="138677"/>
                  </a:lnTo>
                  <a:lnTo>
                    <a:pt x="974312" y="168735"/>
                  </a:lnTo>
                  <a:lnTo>
                    <a:pt x="1004090" y="201179"/>
                  </a:lnTo>
                  <a:lnTo>
                    <a:pt x="1031357" y="235860"/>
                  </a:lnTo>
                  <a:lnTo>
                    <a:pt x="1055967" y="272631"/>
                  </a:lnTo>
                  <a:lnTo>
                    <a:pt x="1077772" y="311342"/>
                  </a:lnTo>
                  <a:lnTo>
                    <a:pt x="1096625" y="351847"/>
                  </a:lnTo>
                  <a:lnTo>
                    <a:pt x="1112379" y="393996"/>
                  </a:lnTo>
                  <a:lnTo>
                    <a:pt x="1124889" y="437641"/>
                  </a:lnTo>
                  <a:lnTo>
                    <a:pt x="1134006" y="482635"/>
                  </a:lnTo>
                  <a:lnTo>
                    <a:pt x="1139584" y="528827"/>
                  </a:lnTo>
                  <a:lnTo>
                    <a:pt x="1141475" y="576072"/>
                  </a:lnTo>
                  <a:lnTo>
                    <a:pt x="1139584" y="623316"/>
                  </a:lnTo>
                  <a:lnTo>
                    <a:pt x="1134006" y="669508"/>
                  </a:lnTo>
                  <a:lnTo>
                    <a:pt x="1124889" y="714502"/>
                  </a:lnTo>
                  <a:lnTo>
                    <a:pt x="1112379" y="758147"/>
                  </a:lnTo>
                  <a:lnTo>
                    <a:pt x="1096625" y="800296"/>
                  </a:lnTo>
                  <a:lnTo>
                    <a:pt x="1077772" y="840801"/>
                  </a:lnTo>
                  <a:lnTo>
                    <a:pt x="1055967" y="879512"/>
                  </a:lnTo>
                  <a:lnTo>
                    <a:pt x="1031357" y="916283"/>
                  </a:lnTo>
                  <a:lnTo>
                    <a:pt x="1004090" y="950964"/>
                  </a:lnTo>
                  <a:lnTo>
                    <a:pt x="974312" y="983408"/>
                  </a:lnTo>
                  <a:lnTo>
                    <a:pt x="942169" y="1013466"/>
                  </a:lnTo>
                  <a:lnTo>
                    <a:pt x="907810" y="1040989"/>
                  </a:lnTo>
                  <a:lnTo>
                    <a:pt x="871380" y="1065830"/>
                  </a:lnTo>
                  <a:lnTo>
                    <a:pt x="833026" y="1087839"/>
                  </a:lnTo>
                  <a:lnTo>
                    <a:pt x="792896" y="1106870"/>
                  </a:lnTo>
                  <a:lnTo>
                    <a:pt x="751136" y="1122773"/>
                  </a:lnTo>
                  <a:lnTo>
                    <a:pt x="707894" y="1135400"/>
                  </a:lnTo>
                  <a:lnTo>
                    <a:pt x="663315" y="1144603"/>
                  </a:lnTo>
                  <a:lnTo>
                    <a:pt x="617547" y="1150234"/>
                  </a:lnTo>
                  <a:lnTo>
                    <a:pt x="570738" y="1152144"/>
                  </a:lnTo>
                  <a:lnTo>
                    <a:pt x="523928" y="1150234"/>
                  </a:lnTo>
                  <a:lnTo>
                    <a:pt x="478160" y="1144603"/>
                  </a:lnTo>
                  <a:lnTo>
                    <a:pt x="433581" y="1135400"/>
                  </a:lnTo>
                  <a:lnTo>
                    <a:pt x="390339" y="1122773"/>
                  </a:lnTo>
                  <a:lnTo>
                    <a:pt x="348579" y="1106870"/>
                  </a:lnTo>
                  <a:lnTo>
                    <a:pt x="308449" y="1087839"/>
                  </a:lnTo>
                  <a:lnTo>
                    <a:pt x="270095" y="1065830"/>
                  </a:lnTo>
                  <a:lnTo>
                    <a:pt x="233665" y="1040989"/>
                  </a:lnTo>
                  <a:lnTo>
                    <a:pt x="199306" y="1013466"/>
                  </a:lnTo>
                  <a:lnTo>
                    <a:pt x="167163" y="983408"/>
                  </a:lnTo>
                  <a:lnTo>
                    <a:pt x="137385" y="950964"/>
                  </a:lnTo>
                  <a:lnTo>
                    <a:pt x="110118" y="916283"/>
                  </a:lnTo>
                  <a:lnTo>
                    <a:pt x="85508" y="879512"/>
                  </a:lnTo>
                  <a:lnTo>
                    <a:pt x="63703" y="840801"/>
                  </a:lnTo>
                  <a:lnTo>
                    <a:pt x="44850" y="800296"/>
                  </a:lnTo>
                  <a:lnTo>
                    <a:pt x="29096" y="758147"/>
                  </a:lnTo>
                  <a:lnTo>
                    <a:pt x="16586" y="714502"/>
                  </a:lnTo>
                  <a:lnTo>
                    <a:pt x="7469" y="669508"/>
                  </a:lnTo>
                  <a:lnTo>
                    <a:pt x="1891" y="623316"/>
                  </a:lnTo>
                  <a:lnTo>
                    <a:pt x="0" y="576072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5948807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750570" y="4474971"/>
            <a:ext cx="4871720" cy="106045"/>
          </a:xfrm>
          <a:custGeom>
            <a:avLst/>
            <a:gdLst/>
            <a:ahLst/>
            <a:cxnLst/>
            <a:rect l="l" t="t" r="r" b="b"/>
            <a:pathLst>
              <a:path w="4871720" h="106045">
                <a:moveTo>
                  <a:pt x="823849" y="42926"/>
                </a:moveTo>
                <a:lnTo>
                  <a:pt x="795185" y="28575"/>
                </a:lnTo>
                <a:lnTo>
                  <a:pt x="738124" y="0"/>
                </a:lnTo>
                <a:lnTo>
                  <a:pt x="738124" y="28575"/>
                </a:lnTo>
                <a:lnTo>
                  <a:pt x="0" y="28575"/>
                </a:lnTo>
                <a:lnTo>
                  <a:pt x="0" y="57150"/>
                </a:lnTo>
                <a:lnTo>
                  <a:pt x="738124" y="57150"/>
                </a:lnTo>
                <a:lnTo>
                  <a:pt x="738124" y="85725"/>
                </a:lnTo>
                <a:lnTo>
                  <a:pt x="795350" y="57150"/>
                </a:lnTo>
                <a:lnTo>
                  <a:pt x="823849" y="42926"/>
                </a:lnTo>
                <a:close/>
              </a:path>
              <a:path w="4871720" h="106045">
                <a:moveTo>
                  <a:pt x="2194687" y="30226"/>
                </a:moveTo>
                <a:lnTo>
                  <a:pt x="1966087" y="28575"/>
                </a:lnTo>
                <a:lnTo>
                  <a:pt x="1965833" y="57150"/>
                </a:lnTo>
                <a:lnTo>
                  <a:pt x="2194433" y="58801"/>
                </a:lnTo>
                <a:lnTo>
                  <a:pt x="2194687" y="30226"/>
                </a:lnTo>
                <a:close/>
              </a:path>
              <a:path w="4871720" h="106045">
                <a:moveTo>
                  <a:pt x="2509012" y="32512"/>
                </a:moveTo>
                <a:lnTo>
                  <a:pt x="2280412" y="30861"/>
                </a:lnTo>
                <a:lnTo>
                  <a:pt x="2280158" y="59436"/>
                </a:lnTo>
                <a:lnTo>
                  <a:pt x="2508758" y="61087"/>
                </a:lnTo>
                <a:lnTo>
                  <a:pt x="2509012" y="32512"/>
                </a:lnTo>
                <a:close/>
              </a:path>
              <a:path w="4871720" h="106045">
                <a:moveTo>
                  <a:pt x="2823337" y="34798"/>
                </a:moveTo>
                <a:lnTo>
                  <a:pt x="2594737" y="33147"/>
                </a:lnTo>
                <a:lnTo>
                  <a:pt x="2594483" y="61722"/>
                </a:lnTo>
                <a:lnTo>
                  <a:pt x="2823083" y="63373"/>
                </a:lnTo>
                <a:lnTo>
                  <a:pt x="2823337" y="34798"/>
                </a:lnTo>
                <a:close/>
              </a:path>
              <a:path w="4871720" h="106045">
                <a:moveTo>
                  <a:pt x="3137662" y="36957"/>
                </a:moveTo>
                <a:lnTo>
                  <a:pt x="2909062" y="35306"/>
                </a:lnTo>
                <a:lnTo>
                  <a:pt x="2908808" y="63881"/>
                </a:lnTo>
                <a:lnTo>
                  <a:pt x="3137408" y="65532"/>
                </a:lnTo>
                <a:lnTo>
                  <a:pt x="3137662" y="36957"/>
                </a:lnTo>
                <a:close/>
              </a:path>
              <a:path w="4871720" h="106045">
                <a:moveTo>
                  <a:pt x="3451860" y="39243"/>
                </a:moveTo>
                <a:lnTo>
                  <a:pt x="3223387" y="37592"/>
                </a:lnTo>
                <a:lnTo>
                  <a:pt x="3223133" y="66167"/>
                </a:lnTo>
                <a:lnTo>
                  <a:pt x="3451733" y="67818"/>
                </a:lnTo>
                <a:lnTo>
                  <a:pt x="3451860" y="39243"/>
                </a:lnTo>
                <a:close/>
              </a:path>
              <a:path w="4871720" h="106045">
                <a:moveTo>
                  <a:pt x="3766185" y="41402"/>
                </a:moveTo>
                <a:lnTo>
                  <a:pt x="3537585" y="39878"/>
                </a:lnTo>
                <a:lnTo>
                  <a:pt x="3537458" y="68453"/>
                </a:lnTo>
                <a:lnTo>
                  <a:pt x="3766058" y="69977"/>
                </a:lnTo>
                <a:lnTo>
                  <a:pt x="3766185" y="41402"/>
                </a:lnTo>
                <a:close/>
              </a:path>
              <a:path w="4871720" h="106045">
                <a:moveTo>
                  <a:pt x="4080510" y="43688"/>
                </a:moveTo>
                <a:lnTo>
                  <a:pt x="3851910" y="42037"/>
                </a:lnTo>
                <a:lnTo>
                  <a:pt x="3851783" y="70612"/>
                </a:lnTo>
                <a:lnTo>
                  <a:pt x="4080383" y="72263"/>
                </a:lnTo>
                <a:lnTo>
                  <a:pt x="4080510" y="43688"/>
                </a:lnTo>
                <a:close/>
              </a:path>
              <a:path w="4871720" h="106045">
                <a:moveTo>
                  <a:pt x="4394835" y="45974"/>
                </a:moveTo>
                <a:lnTo>
                  <a:pt x="4166235" y="44323"/>
                </a:lnTo>
                <a:lnTo>
                  <a:pt x="4166108" y="72898"/>
                </a:lnTo>
                <a:lnTo>
                  <a:pt x="4394708" y="74549"/>
                </a:lnTo>
                <a:lnTo>
                  <a:pt x="4394835" y="45974"/>
                </a:lnTo>
                <a:close/>
              </a:path>
              <a:path w="4871720" h="106045">
                <a:moveTo>
                  <a:pt x="4709160" y="48133"/>
                </a:moveTo>
                <a:lnTo>
                  <a:pt x="4480560" y="46482"/>
                </a:lnTo>
                <a:lnTo>
                  <a:pt x="4480433" y="75057"/>
                </a:lnTo>
                <a:lnTo>
                  <a:pt x="4709033" y="76708"/>
                </a:lnTo>
                <a:lnTo>
                  <a:pt x="4709160" y="48133"/>
                </a:lnTo>
                <a:close/>
              </a:path>
              <a:path w="4871720" h="106045">
                <a:moveTo>
                  <a:pt x="4871720" y="63627"/>
                </a:moveTo>
                <a:lnTo>
                  <a:pt x="4842472" y="48768"/>
                </a:lnTo>
                <a:lnTo>
                  <a:pt x="4786249" y="20193"/>
                </a:lnTo>
                <a:lnTo>
                  <a:pt x="4785741" y="105918"/>
                </a:lnTo>
                <a:lnTo>
                  <a:pt x="4843831" y="77343"/>
                </a:lnTo>
                <a:lnTo>
                  <a:pt x="4871720" y="636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2.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5">
                <a:latin typeface="Franklin Gothic Medium"/>
                <a:cs typeface="Franklin Gothic Medium"/>
              </a:rPr>
              <a:t>Remove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repair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damage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recovering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paths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5981827" y="6026048"/>
            <a:ext cx="217170" cy="330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45"/>
              </a:lnSpc>
            </a:pP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309873" y="4065778"/>
            <a:ext cx="12738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Franklin Gothic Medium"/>
                <a:cs typeface="Franklin Gothic Medium"/>
              </a:rPr>
              <a:t>(0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∪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 spc="-20">
                <a:latin typeface="Cambria Math"/>
                <a:cs typeface="Cambria Math"/>
              </a:rPr>
              <a:t>1)</a:t>
            </a:r>
            <a:r>
              <a:rPr dirty="0" baseline="28571" sz="2625" spc="-30">
                <a:latin typeface="Cambria Math"/>
                <a:cs typeface="Cambria Math"/>
              </a:rPr>
              <a:t>∗</a:t>
            </a:r>
            <a:r>
              <a:rPr dirty="0" sz="2400" spc="-2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5851026" y="3435984"/>
            <a:ext cx="703580" cy="560070"/>
          </a:xfrm>
          <a:custGeom>
            <a:avLst/>
            <a:gdLst/>
            <a:ahLst/>
            <a:cxnLst/>
            <a:rect l="l" t="t" r="r" b="b"/>
            <a:pathLst>
              <a:path w="703579" h="560070">
                <a:moveTo>
                  <a:pt x="52949" y="437895"/>
                </a:moveTo>
                <a:lnTo>
                  <a:pt x="36312" y="447294"/>
                </a:lnTo>
                <a:lnTo>
                  <a:pt x="41011" y="455548"/>
                </a:lnTo>
                <a:lnTo>
                  <a:pt x="49266" y="468756"/>
                </a:lnTo>
                <a:lnTo>
                  <a:pt x="78984" y="506348"/>
                </a:lnTo>
                <a:lnTo>
                  <a:pt x="115433" y="540003"/>
                </a:lnTo>
                <a:lnTo>
                  <a:pt x="142992" y="559942"/>
                </a:lnTo>
                <a:lnTo>
                  <a:pt x="153787" y="544321"/>
                </a:lnTo>
                <a:lnTo>
                  <a:pt x="140266" y="535102"/>
                </a:lnTo>
                <a:lnTo>
                  <a:pt x="128121" y="525788"/>
                </a:lnTo>
                <a:lnTo>
                  <a:pt x="93330" y="493661"/>
                </a:lnTo>
                <a:lnTo>
                  <a:pt x="65112" y="458098"/>
                </a:lnTo>
                <a:lnTo>
                  <a:pt x="57453" y="446133"/>
                </a:lnTo>
                <a:lnTo>
                  <a:pt x="52949" y="437895"/>
                </a:lnTo>
                <a:close/>
              </a:path>
              <a:path w="703579" h="560070">
                <a:moveTo>
                  <a:pt x="9642" y="237616"/>
                </a:moveTo>
                <a:lnTo>
                  <a:pt x="1514" y="281685"/>
                </a:lnTo>
                <a:lnTo>
                  <a:pt x="0" y="311276"/>
                </a:lnTo>
                <a:lnTo>
                  <a:pt x="1" y="311912"/>
                </a:lnTo>
                <a:lnTo>
                  <a:pt x="555" y="324989"/>
                </a:lnTo>
                <a:lnTo>
                  <a:pt x="625" y="326644"/>
                </a:lnTo>
                <a:lnTo>
                  <a:pt x="1679" y="339083"/>
                </a:lnTo>
                <a:lnTo>
                  <a:pt x="1777" y="340234"/>
                </a:lnTo>
                <a:lnTo>
                  <a:pt x="1895" y="341629"/>
                </a:lnTo>
                <a:lnTo>
                  <a:pt x="4054" y="356362"/>
                </a:lnTo>
                <a:lnTo>
                  <a:pt x="6848" y="371094"/>
                </a:lnTo>
                <a:lnTo>
                  <a:pt x="10658" y="385698"/>
                </a:lnTo>
                <a:lnTo>
                  <a:pt x="12944" y="393064"/>
                </a:lnTo>
                <a:lnTo>
                  <a:pt x="31105" y="387350"/>
                </a:lnTo>
                <a:lnTo>
                  <a:pt x="28946" y="380239"/>
                </a:lnTo>
                <a:lnTo>
                  <a:pt x="25523" y="367156"/>
                </a:lnTo>
                <a:lnTo>
                  <a:pt x="22939" y="354032"/>
                </a:lnTo>
                <a:lnTo>
                  <a:pt x="20863" y="340234"/>
                </a:lnTo>
                <a:lnTo>
                  <a:pt x="19670" y="326644"/>
                </a:lnTo>
                <a:lnTo>
                  <a:pt x="19548" y="325247"/>
                </a:lnTo>
                <a:lnTo>
                  <a:pt x="19525" y="324989"/>
                </a:lnTo>
                <a:lnTo>
                  <a:pt x="19062" y="311912"/>
                </a:lnTo>
                <a:lnTo>
                  <a:pt x="19040" y="311276"/>
                </a:lnTo>
                <a:lnTo>
                  <a:pt x="19405" y="298043"/>
                </a:lnTo>
                <a:lnTo>
                  <a:pt x="20338" y="284746"/>
                </a:lnTo>
                <a:lnTo>
                  <a:pt x="22478" y="268458"/>
                </a:lnTo>
                <a:lnTo>
                  <a:pt x="24787" y="256031"/>
                </a:lnTo>
                <a:lnTo>
                  <a:pt x="24881" y="255523"/>
                </a:lnTo>
                <a:lnTo>
                  <a:pt x="28184" y="242188"/>
                </a:lnTo>
                <a:lnTo>
                  <a:pt x="9642" y="237616"/>
                </a:lnTo>
                <a:close/>
              </a:path>
              <a:path w="703579" h="560070">
                <a:moveTo>
                  <a:pt x="134229" y="65912"/>
                </a:moveTo>
                <a:lnTo>
                  <a:pt x="92065" y="100584"/>
                </a:lnTo>
                <a:lnTo>
                  <a:pt x="58791" y="138175"/>
                </a:lnTo>
                <a:lnTo>
                  <a:pt x="32756" y="179196"/>
                </a:lnTo>
                <a:lnTo>
                  <a:pt x="30978" y="182498"/>
                </a:lnTo>
                <a:lnTo>
                  <a:pt x="48123" y="191007"/>
                </a:lnTo>
                <a:lnTo>
                  <a:pt x="49837" y="187436"/>
                </a:lnTo>
                <a:lnTo>
                  <a:pt x="57017" y="174872"/>
                </a:lnTo>
                <a:lnTo>
                  <a:pt x="84268" y="136745"/>
                </a:lnTo>
                <a:lnTo>
                  <a:pt x="117797" y="102843"/>
                </a:lnTo>
                <a:lnTo>
                  <a:pt x="145024" y="81661"/>
                </a:lnTo>
                <a:lnTo>
                  <a:pt x="134229" y="65912"/>
                </a:lnTo>
                <a:close/>
              </a:path>
              <a:path w="703579" h="560070">
                <a:moveTo>
                  <a:pt x="335782" y="0"/>
                </a:moveTo>
                <a:lnTo>
                  <a:pt x="333111" y="0"/>
                </a:lnTo>
                <a:lnTo>
                  <a:pt x="316347" y="1142"/>
                </a:lnTo>
                <a:lnTo>
                  <a:pt x="266690" y="8762"/>
                </a:lnTo>
                <a:lnTo>
                  <a:pt x="218430" y="22605"/>
                </a:lnTo>
                <a:lnTo>
                  <a:pt x="184775" y="36702"/>
                </a:lnTo>
                <a:lnTo>
                  <a:pt x="193284" y="53720"/>
                </a:lnTo>
                <a:lnTo>
                  <a:pt x="196714" y="52087"/>
                </a:lnTo>
                <a:lnTo>
                  <a:pt x="210016" y="46281"/>
                </a:lnTo>
                <a:lnTo>
                  <a:pt x="210239" y="46281"/>
                </a:lnTo>
                <a:lnTo>
                  <a:pt x="224832" y="40639"/>
                </a:lnTo>
                <a:lnTo>
                  <a:pt x="240715" y="35282"/>
                </a:lnTo>
                <a:lnTo>
                  <a:pt x="254712" y="31185"/>
                </a:lnTo>
                <a:lnTo>
                  <a:pt x="270492" y="27398"/>
                </a:lnTo>
                <a:lnTo>
                  <a:pt x="270654" y="27398"/>
                </a:lnTo>
                <a:lnTo>
                  <a:pt x="286111" y="24334"/>
                </a:lnTo>
                <a:lnTo>
                  <a:pt x="286405" y="24334"/>
                </a:lnTo>
                <a:lnTo>
                  <a:pt x="301857" y="21925"/>
                </a:lnTo>
                <a:lnTo>
                  <a:pt x="302317" y="21925"/>
                </a:lnTo>
                <a:lnTo>
                  <a:pt x="317399" y="20165"/>
                </a:lnTo>
                <a:lnTo>
                  <a:pt x="318259" y="20165"/>
                </a:lnTo>
                <a:lnTo>
                  <a:pt x="334254" y="19050"/>
                </a:lnTo>
                <a:lnTo>
                  <a:pt x="336417" y="19050"/>
                </a:lnTo>
                <a:lnTo>
                  <a:pt x="336074" y="8762"/>
                </a:lnTo>
                <a:lnTo>
                  <a:pt x="335968" y="5587"/>
                </a:lnTo>
                <a:lnTo>
                  <a:pt x="335884" y="3048"/>
                </a:lnTo>
                <a:lnTo>
                  <a:pt x="335782" y="0"/>
                </a:lnTo>
                <a:close/>
              </a:path>
              <a:path w="703579" h="560070">
                <a:moveTo>
                  <a:pt x="210239" y="46281"/>
                </a:moveTo>
                <a:lnTo>
                  <a:pt x="210016" y="46281"/>
                </a:lnTo>
                <a:lnTo>
                  <a:pt x="208266" y="47043"/>
                </a:lnTo>
                <a:lnTo>
                  <a:pt x="210239" y="46281"/>
                </a:lnTo>
                <a:close/>
              </a:path>
              <a:path w="703579" h="560070">
                <a:moveTo>
                  <a:pt x="270654" y="27398"/>
                </a:moveTo>
                <a:lnTo>
                  <a:pt x="270492" y="27398"/>
                </a:lnTo>
                <a:lnTo>
                  <a:pt x="269645" y="27601"/>
                </a:lnTo>
                <a:lnTo>
                  <a:pt x="270654" y="27398"/>
                </a:lnTo>
                <a:close/>
              </a:path>
              <a:path w="703579" h="560070">
                <a:moveTo>
                  <a:pt x="286405" y="24334"/>
                </a:moveTo>
                <a:lnTo>
                  <a:pt x="286111" y="24334"/>
                </a:lnTo>
                <a:lnTo>
                  <a:pt x="284902" y="24574"/>
                </a:lnTo>
                <a:lnTo>
                  <a:pt x="286405" y="24334"/>
                </a:lnTo>
                <a:close/>
              </a:path>
              <a:path w="703579" h="560070">
                <a:moveTo>
                  <a:pt x="302317" y="21925"/>
                </a:moveTo>
                <a:lnTo>
                  <a:pt x="301857" y="21925"/>
                </a:lnTo>
                <a:lnTo>
                  <a:pt x="300269" y="22173"/>
                </a:lnTo>
                <a:lnTo>
                  <a:pt x="302317" y="21925"/>
                </a:lnTo>
                <a:close/>
              </a:path>
              <a:path w="703579" h="560070">
                <a:moveTo>
                  <a:pt x="318259" y="20165"/>
                </a:moveTo>
                <a:lnTo>
                  <a:pt x="317399" y="20165"/>
                </a:lnTo>
                <a:lnTo>
                  <a:pt x="316134" y="20314"/>
                </a:lnTo>
                <a:lnTo>
                  <a:pt x="318259" y="20165"/>
                </a:lnTo>
                <a:close/>
              </a:path>
              <a:path w="703579" h="560070">
                <a:moveTo>
                  <a:pt x="495767" y="26744"/>
                </a:moveTo>
                <a:lnTo>
                  <a:pt x="430082" y="26744"/>
                </a:lnTo>
                <a:lnTo>
                  <a:pt x="445823" y="30352"/>
                </a:lnTo>
                <a:lnTo>
                  <a:pt x="461375" y="34798"/>
                </a:lnTo>
                <a:lnTo>
                  <a:pt x="476706" y="40004"/>
                </a:lnTo>
                <a:lnTo>
                  <a:pt x="491579" y="45579"/>
                </a:lnTo>
                <a:lnTo>
                  <a:pt x="506499" y="51992"/>
                </a:lnTo>
                <a:lnTo>
                  <a:pt x="506940" y="52294"/>
                </a:lnTo>
                <a:lnTo>
                  <a:pt x="520252" y="58789"/>
                </a:lnTo>
                <a:lnTo>
                  <a:pt x="532755" y="65659"/>
                </a:lnTo>
                <a:lnTo>
                  <a:pt x="541899" y="48894"/>
                </a:lnTo>
                <a:lnTo>
                  <a:pt x="530215" y="42417"/>
                </a:lnTo>
                <a:lnTo>
                  <a:pt x="514721" y="34798"/>
                </a:lnTo>
                <a:lnTo>
                  <a:pt x="498973" y="27939"/>
                </a:lnTo>
                <a:lnTo>
                  <a:pt x="495767" y="26744"/>
                </a:lnTo>
                <a:close/>
              </a:path>
              <a:path w="703579" h="560070">
                <a:moveTo>
                  <a:pt x="505015" y="51355"/>
                </a:moveTo>
                <a:lnTo>
                  <a:pt x="506940" y="52294"/>
                </a:lnTo>
                <a:lnTo>
                  <a:pt x="506499" y="51992"/>
                </a:lnTo>
                <a:lnTo>
                  <a:pt x="505015" y="51355"/>
                </a:lnTo>
                <a:close/>
              </a:path>
              <a:path w="703579" h="560070">
                <a:moveTo>
                  <a:pt x="394198" y="1904"/>
                </a:moveTo>
                <a:lnTo>
                  <a:pt x="392166" y="20827"/>
                </a:lnTo>
                <a:lnTo>
                  <a:pt x="398596" y="21497"/>
                </a:lnTo>
                <a:lnTo>
                  <a:pt x="398248" y="21497"/>
                </a:lnTo>
                <a:lnTo>
                  <a:pt x="414940" y="23825"/>
                </a:lnTo>
                <a:lnTo>
                  <a:pt x="432203" y="27228"/>
                </a:lnTo>
                <a:lnTo>
                  <a:pt x="430082" y="26744"/>
                </a:lnTo>
                <a:lnTo>
                  <a:pt x="495767" y="26744"/>
                </a:lnTo>
                <a:lnTo>
                  <a:pt x="482971" y="21970"/>
                </a:lnTo>
                <a:lnTo>
                  <a:pt x="433822" y="8127"/>
                </a:lnTo>
                <a:lnTo>
                  <a:pt x="400421" y="2539"/>
                </a:lnTo>
                <a:lnTo>
                  <a:pt x="394198" y="1904"/>
                </a:lnTo>
                <a:close/>
              </a:path>
              <a:path w="703579" h="560070">
                <a:moveTo>
                  <a:pt x="590540" y="82168"/>
                </a:moveTo>
                <a:lnTo>
                  <a:pt x="578348" y="96774"/>
                </a:lnTo>
                <a:lnTo>
                  <a:pt x="588745" y="105592"/>
                </a:lnTo>
                <a:lnTo>
                  <a:pt x="597603" y="113791"/>
                </a:lnTo>
                <a:lnTo>
                  <a:pt x="599491" y="115649"/>
                </a:lnTo>
                <a:lnTo>
                  <a:pt x="599850" y="115891"/>
                </a:lnTo>
                <a:lnTo>
                  <a:pt x="601195" y="117246"/>
                </a:lnTo>
                <a:lnTo>
                  <a:pt x="628894" y="148843"/>
                </a:lnTo>
                <a:lnTo>
                  <a:pt x="653768" y="187932"/>
                </a:lnTo>
                <a:lnTo>
                  <a:pt x="659752" y="200019"/>
                </a:lnTo>
                <a:lnTo>
                  <a:pt x="659872" y="200262"/>
                </a:lnTo>
                <a:lnTo>
                  <a:pt x="662746" y="207009"/>
                </a:lnTo>
                <a:lnTo>
                  <a:pt x="665216" y="212725"/>
                </a:lnTo>
                <a:lnTo>
                  <a:pt x="665597" y="213740"/>
                </a:lnTo>
                <a:lnTo>
                  <a:pt x="683377" y="207009"/>
                </a:lnTo>
                <a:lnTo>
                  <a:pt x="682869" y="205739"/>
                </a:lnTo>
                <a:lnTo>
                  <a:pt x="676900" y="191642"/>
                </a:lnTo>
                <a:lnTo>
                  <a:pt x="654040" y="151384"/>
                </a:lnTo>
                <a:lnTo>
                  <a:pt x="624449" y="113791"/>
                </a:lnTo>
                <a:lnTo>
                  <a:pt x="600827" y="90804"/>
                </a:lnTo>
                <a:lnTo>
                  <a:pt x="590540" y="82168"/>
                </a:lnTo>
                <a:close/>
              </a:path>
              <a:path w="703579" h="560070">
                <a:moveTo>
                  <a:pt x="699379" y="263397"/>
                </a:moveTo>
                <a:lnTo>
                  <a:pt x="680657" y="267207"/>
                </a:lnTo>
                <a:lnTo>
                  <a:pt x="682527" y="280428"/>
                </a:lnTo>
                <a:lnTo>
                  <a:pt x="682671" y="281046"/>
                </a:lnTo>
                <a:lnTo>
                  <a:pt x="683704" y="292722"/>
                </a:lnTo>
                <a:lnTo>
                  <a:pt x="684266" y="308356"/>
                </a:lnTo>
                <a:lnTo>
                  <a:pt x="684023" y="322173"/>
                </a:lnTo>
                <a:lnTo>
                  <a:pt x="683091" y="335443"/>
                </a:lnTo>
                <a:lnTo>
                  <a:pt x="681159" y="350131"/>
                </a:lnTo>
                <a:lnTo>
                  <a:pt x="681090" y="350652"/>
                </a:lnTo>
                <a:lnTo>
                  <a:pt x="681007" y="351281"/>
                </a:lnTo>
                <a:lnTo>
                  <a:pt x="670611" y="393103"/>
                </a:lnTo>
                <a:lnTo>
                  <a:pt x="663692" y="410844"/>
                </a:lnTo>
                <a:lnTo>
                  <a:pt x="681218" y="418338"/>
                </a:lnTo>
                <a:lnTo>
                  <a:pt x="697220" y="368300"/>
                </a:lnTo>
                <a:lnTo>
                  <a:pt x="703062" y="323341"/>
                </a:lnTo>
                <a:lnTo>
                  <a:pt x="703316" y="308356"/>
                </a:lnTo>
                <a:lnTo>
                  <a:pt x="702851" y="294770"/>
                </a:lnTo>
                <a:lnTo>
                  <a:pt x="702742" y="292722"/>
                </a:lnTo>
                <a:lnTo>
                  <a:pt x="701538" y="278510"/>
                </a:lnTo>
                <a:lnTo>
                  <a:pt x="699379" y="263778"/>
                </a:lnTo>
                <a:lnTo>
                  <a:pt x="699379" y="263397"/>
                </a:lnTo>
                <a:close/>
              </a:path>
              <a:path w="703579" h="560070">
                <a:moveTo>
                  <a:pt x="583301" y="480440"/>
                </a:moveTo>
                <a:lnTo>
                  <a:pt x="546725" y="557402"/>
                </a:lnTo>
                <a:lnTo>
                  <a:pt x="630291" y="540512"/>
                </a:lnTo>
                <a:lnTo>
                  <a:pt x="618667" y="525652"/>
                </a:lnTo>
                <a:lnTo>
                  <a:pt x="602732" y="525652"/>
                </a:lnTo>
                <a:lnTo>
                  <a:pt x="590794" y="510920"/>
                </a:lnTo>
                <a:lnTo>
                  <a:pt x="600811" y="502826"/>
                </a:lnTo>
                <a:lnTo>
                  <a:pt x="583301" y="480440"/>
                </a:lnTo>
                <a:close/>
              </a:path>
              <a:path w="703579" h="560070">
                <a:moveTo>
                  <a:pt x="600811" y="502826"/>
                </a:moveTo>
                <a:lnTo>
                  <a:pt x="590794" y="510920"/>
                </a:lnTo>
                <a:lnTo>
                  <a:pt x="602732" y="525652"/>
                </a:lnTo>
                <a:lnTo>
                  <a:pt x="612506" y="517776"/>
                </a:lnTo>
                <a:lnTo>
                  <a:pt x="600811" y="502826"/>
                </a:lnTo>
                <a:close/>
              </a:path>
              <a:path w="703579" h="560070">
                <a:moveTo>
                  <a:pt x="612506" y="517776"/>
                </a:moveTo>
                <a:lnTo>
                  <a:pt x="602732" y="525652"/>
                </a:lnTo>
                <a:lnTo>
                  <a:pt x="618667" y="525652"/>
                </a:lnTo>
                <a:lnTo>
                  <a:pt x="612506" y="517776"/>
                </a:lnTo>
                <a:close/>
              </a:path>
              <a:path w="703579" h="560070">
                <a:moveTo>
                  <a:pt x="628983" y="500760"/>
                </a:moveTo>
                <a:lnTo>
                  <a:pt x="603367" y="500760"/>
                </a:lnTo>
                <a:lnTo>
                  <a:pt x="600811" y="502826"/>
                </a:lnTo>
                <a:lnTo>
                  <a:pt x="612506" y="517776"/>
                </a:lnTo>
                <a:lnTo>
                  <a:pt x="615813" y="515112"/>
                </a:lnTo>
                <a:lnTo>
                  <a:pt x="628983" y="500760"/>
                </a:lnTo>
                <a:close/>
              </a:path>
              <a:path w="703579" h="560070">
                <a:moveTo>
                  <a:pt x="637403" y="459104"/>
                </a:moveTo>
                <a:lnTo>
                  <a:pt x="629701" y="469934"/>
                </a:lnTo>
                <a:lnTo>
                  <a:pt x="619987" y="482353"/>
                </a:lnTo>
                <a:lnTo>
                  <a:pt x="602099" y="501785"/>
                </a:lnTo>
                <a:lnTo>
                  <a:pt x="603367" y="500760"/>
                </a:lnTo>
                <a:lnTo>
                  <a:pt x="628983" y="500760"/>
                </a:lnTo>
                <a:lnTo>
                  <a:pt x="634228" y="495045"/>
                </a:lnTo>
                <a:lnTo>
                  <a:pt x="644642" y="481838"/>
                </a:lnTo>
                <a:lnTo>
                  <a:pt x="652891" y="470161"/>
                </a:lnTo>
                <a:lnTo>
                  <a:pt x="637403" y="45910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789167" y="3037078"/>
            <a:ext cx="7067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0</a:t>
            </a:r>
            <a:r>
              <a:rPr dirty="0" sz="2400" spc="-1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566417" y="3933190"/>
            <a:ext cx="1155700" cy="1168400"/>
            <a:chOff x="1566417" y="3933190"/>
            <a:chExt cx="1155700" cy="1168400"/>
          </a:xfrm>
        </p:grpSpPr>
        <p:sp>
          <p:nvSpPr>
            <p:cNvPr id="12" name="object 12" descr=""/>
            <p:cNvSpPr/>
            <p:nvPr/>
          </p:nvSpPr>
          <p:spPr>
            <a:xfrm>
              <a:off x="1572767" y="3939540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571500" y="0"/>
                  </a:moveTo>
                  <a:lnTo>
                    <a:pt x="524632" y="1914"/>
                  </a:lnTo>
                  <a:lnTo>
                    <a:pt x="478808" y="7559"/>
                  </a:lnTo>
                  <a:lnTo>
                    <a:pt x="434173" y="16784"/>
                  </a:lnTo>
                  <a:lnTo>
                    <a:pt x="390875" y="29443"/>
                  </a:lnTo>
                  <a:lnTo>
                    <a:pt x="349061" y="45386"/>
                  </a:lnTo>
                  <a:lnTo>
                    <a:pt x="308878" y="64465"/>
                  </a:lnTo>
                  <a:lnTo>
                    <a:pt x="270474" y="86530"/>
                  </a:lnTo>
                  <a:lnTo>
                    <a:pt x="233994" y="111434"/>
                  </a:lnTo>
                  <a:lnTo>
                    <a:pt x="199588" y="139028"/>
                  </a:lnTo>
                  <a:lnTo>
                    <a:pt x="167401" y="169163"/>
                  </a:lnTo>
                  <a:lnTo>
                    <a:pt x="137582" y="201691"/>
                  </a:lnTo>
                  <a:lnTo>
                    <a:pt x="110276" y="236463"/>
                  </a:lnTo>
                  <a:lnTo>
                    <a:pt x="85632" y="273331"/>
                  </a:lnTo>
                  <a:lnTo>
                    <a:pt x="63796" y="312145"/>
                  </a:lnTo>
                  <a:lnTo>
                    <a:pt x="44916" y="352758"/>
                  </a:lnTo>
                  <a:lnTo>
                    <a:pt x="29138" y="395020"/>
                  </a:lnTo>
                  <a:lnTo>
                    <a:pt x="16611" y="438784"/>
                  </a:lnTo>
                  <a:lnTo>
                    <a:pt x="7480" y="483900"/>
                  </a:lnTo>
                  <a:lnTo>
                    <a:pt x="1894" y="530220"/>
                  </a:lnTo>
                  <a:lnTo>
                    <a:pt x="0" y="577596"/>
                  </a:lnTo>
                  <a:lnTo>
                    <a:pt x="1894" y="624971"/>
                  </a:lnTo>
                  <a:lnTo>
                    <a:pt x="7480" y="671291"/>
                  </a:lnTo>
                  <a:lnTo>
                    <a:pt x="16611" y="716407"/>
                  </a:lnTo>
                  <a:lnTo>
                    <a:pt x="29138" y="760171"/>
                  </a:lnTo>
                  <a:lnTo>
                    <a:pt x="44916" y="802433"/>
                  </a:lnTo>
                  <a:lnTo>
                    <a:pt x="63796" y="843046"/>
                  </a:lnTo>
                  <a:lnTo>
                    <a:pt x="85632" y="881860"/>
                  </a:lnTo>
                  <a:lnTo>
                    <a:pt x="110276" y="918728"/>
                  </a:lnTo>
                  <a:lnTo>
                    <a:pt x="137582" y="953500"/>
                  </a:lnTo>
                  <a:lnTo>
                    <a:pt x="167401" y="986028"/>
                  </a:lnTo>
                  <a:lnTo>
                    <a:pt x="199588" y="1016163"/>
                  </a:lnTo>
                  <a:lnTo>
                    <a:pt x="233994" y="1043757"/>
                  </a:lnTo>
                  <a:lnTo>
                    <a:pt x="270474" y="1068661"/>
                  </a:lnTo>
                  <a:lnTo>
                    <a:pt x="308878" y="1090726"/>
                  </a:lnTo>
                  <a:lnTo>
                    <a:pt x="349061" y="1109805"/>
                  </a:lnTo>
                  <a:lnTo>
                    <a:pt x="390875" y="1125748"/>
                  </a:lnTo>
                  <a:lnTo>
                    <a:pt x="434173" y="1138407"/>
                  </a:lnTo>
                  <a:lnTo>
                    <a:pt x="478808" y="1147632"/>
                  </a:lnTo>
                  <a:lnTo>
                    <a:pt x="524632" y="1153277"/>
                  </a:lnTo>
                  <a:lnTo>
                    <a:pt x="571500" y="1155192"/>
                  </a:lnTo>
                  <a:lnTo>
                    <a:pt x="618367" y="1153277"/>
                  </a:lnTo>
                  <a:lnTo>
                    <a:pt x="664191" y="1147632"/>
                  </a:lnTo>
                  <a:lnTo>
                    <a:pt x="708826" y="1138407"/>
                  </a:lnTo>
                  <a:lnTo>
                    <a:pt x="752124" y="1125748"/>
                  </a:lnTo>
                  <a:lnTo>
                    <a:pt x="793938" y="1109805"/>
                  </a:lnTo>
                  <a:lnTo>
                    <a:pt x="834121" y="1090726"/>
                  </a:lnTo>
                  <a:lnTo>
                    <a:pt x="872525" y="1068661"/>
                  </a:lnTo>
                  <a:lnTo>
                    <a:pt x="909005" y="1043757"/>
                  </a:lnTo>
                  <a:lnTo>
                    <a:pt x="943411" y="1016163"/>
                  </a:lnTo>
                  <a:lnTo>
                    <a:pt x="975598" y="986028"/>
                  </a:lnTo>
                  <a:lnTo>
                    <a:pt x="1005417" y="953500"/>
                  </a:lnTo>
                  <a:lnTo>
                    <a:pt x="1032723" y="918728"/>
                  </a:lnTo>
                  <a:lnTo>
                    <a:pt x="1057367" y="881860"/>
                  </a:lnTo>
                  <a:lnTo>
                    <a:pt x="1079203" y="843046"/>
                  </a:lnTo>
                  <a:lnTo>
                    <a:pt x="1098083" y="802433"/>
                  </a:lnTo>
                  <a:lnTo>
                    <a:pt x="1113861" y="760171"/>
                  </a:lnTo>
                  <a:lnTo>
                    <a:pt x="1126388" y="716407"/>
                  </a:lnTo>
                  <a:lnTo>
                    <a:pt x="1135519" y="671291"/>
                  </a:lnTo>
                  <a:lnTo>
                    <a:pt x="1141105" y="624971"/>
                  </a:lnTo>
                  <a:lnTo>
                    <a:pt x="1143000" y="577596"/>
                  </a:lnTo>
                  <a:lnTo>
                    <a:pt x="1141105" y="530220"/>
                  </a:lnTo>
                  <a:lnTo>
                    <a:pt x="1135519" y="483900"/>
                  </a:lnTo>
                  <a:lnTo>
                    <a:pt x="1126388" y="438784"/>
                  </a:lnTo>
                  <a:lnTo>
                    <a:pt x="1113861" y="395020"/>
                  </a:lnTo>
                  <a:lnTo>
                    <a:pt x="1098083" y="352758"/>
                  </a:lnTo>
                  <a:lnTo>
                    <a:pt x="1079203" y="312145"/>
                  </a:lnTo>
                  <a:lnTo>
                    <a:pt x="1057367" y="273331"/>
                  </a:lnTo>
                  <a:lnTo>
                    <a:pt x="1032723" y="236463"/>
                  </a:lnTo>
                  <a:lnTo>
                    <a:pt x="1005417" y="201691"/>
                  </a:lnTo>
                  <a:lnTo>
                    <a:pt x="975598" y="169163"/>
                  </a:lnTo>
                  <a:lnTo>
                    <a:pt x="943411" y="139028"/>
                  </a:lnTo>
                  <a:lnTo>
                    <a:pt x="909005" y="111434"/>
                  </a:lnTo>
                  <a:lnTo>
                    <a:pt x="872525" y="86530"/>
                  </a:lnTo>
                  <a:lnTo>
                    <a:pt x="834121" y="64465"/>
                  </a:lnTo>
                  <a:lnTo>
                    <a:pt x="793938" y="45386"/>
                  </a:lnTo>
                  <a:lnTo>
                    <a:pt x="752124" y="29443"/>
                  </a:lnTo>
                  <a:lnTo>
                    <a:pt x="708826" y="16784"/>
                  </a:lnTo>
                  <a:lnTo>
                    <a:pt x="664191" y="7559"/>
                  </a:lnTo>
                  <a:lnTo>
                    <a:pt x="618367" y="191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72767" y="3939540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0" y="577596"/>
                  </a:moveTo>
                  <a:lnTo>
                    <a:pt x="1894" y="530220"/>
                  </a:lnTo>
                  <a:lnTo>
                    <a:pt x="7480" y="483900"/>
                  </a:lnTo>
                  <a:lnTo>
                    <a:pt x="16611" y="438784"/>
                  </a:lnTo>
                  <a:lnTo>
                    <a:pt x="29138" y="395020"/>
                  </a:lnTo>
                  <a:lnTo>
                    <a:pt x="44916" y="352758"/>
                  </a:lnTo>
                  <a:lnTo>
                    <a:pt x="63796" y="312145"/>
                  </a:lnTo>
                  <a:lnTo>
                    <a:pt x="85632" y="273331"/>
                  </a:lnTo>
                  <a:lnTo>
                    <a:pt x="110276" y="236463"/>
                  </a:lnTo>
                  <a:lnTo>
                    <a:pt x="137582" y="201691"/>
                  </a:lnTo>
                  <a:lnTo>
                    <a:pt x="167401" y="169163"/>
                  </a:lnTo>
                  <a:lnTo>
                    <a:pt x="199588" y="139028"/>
                  </a:lnTo>
                  <a:lnTo>
                    <a:pt x="233994" y="111434"/>
                  </a:lnTo>
                  <a:lnTo>
                    <a:pt x="270474" y="86530"/>
                  </a:lnTo>
                  <a:lnTo>
                    <a:pt x="308878" y="64465"/>
                  </a:lnTo>
                  <a:lnTo>
                    <a:pt x="349061" y="45386"/>
                  </a:lnTo>
                  <a:lnTo>
                    <a:pt x="390875" y="29443"/>
                  </a:lnTo>
                  <a:lnTo>
                    <a:pt x="434173" y="16784"/>
                  </a:lnTo>
                  <a:lnTo>
                    <a:pt x="478808" y="7559"/>
                  </a:lnTo>
                  <a:lnTo>
                    <a:pt x="524632" y="1914"/>
                  </a:lnTo>
                  <a:lnTo>
                    <a:pt x="571500" y="0"/>
                  </a:lnTo>
                  <a:lnTo>
                    <a:pt x="618367" y="1914"/>
                  </a:lnTo>
                  <a:lnTo>
                    <a:pt x="664191" y="7559"/>
                  </a:lnTo>
                  <a:lnTo>
                    <a:pt x="708826" y="16784"/>
                  </a:lnTo>
                  <a:lnTo>
                    <a:pt x="752124" y="29443"/>
                  </a:lnTo>
                  <a:lnTo>
                    <a:pt x="793938" y="45386"/>
                  </a:lnTo>
                  <a:lnTo>
                    <a:pt x="834121" y="64465"/>
                  </a:lnTo>
                  <a:lnTo>
                    <a:pt x="872525" y="86530"/>
                  </a:lnTo>
                  <a:lnTo>
                    <a:pt x="909005" y="111434"/>
                  </a:lnTo>
                  <a:lnTo>
                    <a:pt x="943411" y="139028"/>
                  </a:lnTo>
                  <a:lnTo>
                    <a:pt x="975598" y="169163"/>
                  </a:lnTo>
                  <a:lnTo>
                    <a:pt x="1005417" y="201691"/>
                  </a:lnTo>
                  <a:lnTo>
                    <a:pt x="1032723" y="236463"/>
                  </a:lnTo>
                  <a:lnTo>
                    <a:pt x="1057367" y="273331"/>
                  </a:lnTo>
                  <a:lnTo>
                    <a:pt x="1079203" y="312145"/>
                  </a:lnTo>
                  <a:lnTo>
                    <a:pt x="1098083" y="352758"/>
                  </a:lnTo>
                  <a:lnTo>
                    <a:pt x="1113861" y="395020"/>
                  </a:lnTo>
                  <a:lnTo>
                    <a:pt x="1126388" y="438784"/>
                  </a:lnTo>
                  <a:lnTo>
                    <a:pt x="1135519" y="483900"/>
                  </a:lnTo>
                  <a:lnTo>
                    <a:pt x="1141105" y="530220"/>
                  </a:lnTo>
                  <a:lnTo>
                    <a:pt x="1143000" y="577596"/>
                  </a:lnTo>
                  <a:lnTo>
                    <a:pt x="1141105" y="624971"/>
                  </a:lnTo>
                  <a:lnTo>
                    <a:pt x="1135519" y="671291"/>
                  </a:lnTo>
                  <a:lnTo>
                    <a:pt x="1126388" y="716407"/>
                  </a:lnTo>
                  <a:lnTo>
                    <a:pt x="1113861" y="760171"/>
                  </a:lnTo>
                  <a:lnTo>
                    <a:pt x="1098083" y="802433"/>
                  </a:lnTo>
                  <a:lnTo>
                    <a:pt x="1079203" y="843046"/>
                  </a:lnTo>
                  <a:lnTo>
                    <a:pt x="1057367" y="881860"/>
                  </a:lnTo>
                  <a:lnTo>
                    <a:pt x="1032723" y="918728"/>
                  </a:lnTo>
                  <a:lnTo>
                    <a:pt x="1005417" y="953500"/>
                  </a:lnTo>
                  <a:lnTo>
                    <a:pt x="975598" y="986028"/>
                  </a:lnTo>
                  <a:lnTo>
                    <a:pt x="943411" y="1016163"/>
                  </a:lnTo>
                  <a:lnTo>
                    <a:pt x="909005" y="1043757"/>
                  </a:lnTo>
                  <a:lnTo>
                    <a:pt x="872525" y="1068661"/>
                  </a:lnTo>
                  <a:lnTo>
                    <a:pt x="834121" y="1090726"/>
                  </a:lnTo>
                  <a:lnTo>
                    <a:pt x="793938" y="1109805"/>
                  </a:lnTo>
                  <a:lnTo>
                    <a:pt x="752124" y="1125748"/>
                  </a:lnTo>
                  <a:lnTo>
                    <a:pt x="708826" y="1138407"/>
                  </a:lnTo>
                  <a:lnTo>
                    <a:pt x="664191" y="1147632"/>
                  </a:lnTo>
                  <a:lnTo>
                    <a:pt x="618367" y="1153277"/>
                  </a:lnTo>
                  <a:lnTo>
                    <a:pt x="571500" y="1155192"/>
                  </a:lnTo>
                  <a:lnTo>
                    <a:pt x="524632" y="1153277"/>
                  </a:lnTo>
                  <a:lnTo>
                    <a:pt x="478808" y="1147632"/>
                  </a:lnTo>
                  <a:lnTo>
                    <a:pt x="434173" y="1138407"/>
                  </a:lnTo>
                  <a:lnTo>
                    <a:pt x="390875" y="1125748"/>
                  </a:lnTo>
                  <a:lnTo>
                    <a:pt x="349061" y="1109805"/>
                  </a:lnTo>
                  <a:lnTo>
                    <a:pt x="308878" y="1090726"/>
                  </a:lnTo>
                  <a:lnTo>
                    <a:pt x="270474" y="1068661"/>
                  </a:lnTo>
                  <a:lnTo>
                    <a:pt x="233994" y="1043757"/>
                  </a:lnTo>
                  <a:lnTo>
                    <a:pt x="199588" y="1016163"/>
                  </a:lnTo>
                  <a:lnTo>
                    <a:pt x="167401" y="986028"/>
                  </a:lnTo>
                  <a:lnTo>
                    <a:pt x="137582" y="953500"/>
                  </a:lnTo>
                  <a:lnTo>
                    <a:pt x="110276" y="918728"/>
                  </a:lnTo>
                  <a:lnTo>
                    <a:pt x="85632" y="881860"/>
                  </a:lnTo>
                  <a:lnTo>
                    <a:pt x="63796" y="843046"/>
                  </a:lnTo>
                  <a:lnTo>
                    <a:pt x="44916" y="802433"/>
                  </a:lnTo>
                  <a:lnTo>
                    <a:pt x="29138" y="760171"/>
                  </a:lnTo>
                  <a:lnTo>
                    <a:pt x="16611" y="716407"/>
                  </a:lnTo>
                  <a:lnTo>
                    <a:pt x="7480" y="671291"/>
                  </a:lnTo>
                  <a:lnTo>
                    <a:pt x="1894" y="624971"/>
                  </a:lnTo>
                  <a:lnTo>
                    <a:pt x="0" y="57759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9498838" y="3953002"/>
            <a:ext cx="1154430" cy="1165225"/>
            <a:chOff x="9498838" y="3953002"/>
            <a:chExt cx="1154430" cy="1165225"/>
          </a:xfrm>
        </p:grpSpPr>
        <p:sp>
          <p:nvSpPr>
            <p:cNvPr id="16" name="object 16" descr=""/>
            <p:cNvSpPr/>
            <p:nvPr/>
          </p:nvSpPr>
          <p:spPr>
            <a:xfrm>
              <a:off x="9505188" y="3959352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570737" y="0"/>
                  </a:moveTo>
                  <a:lnTo>
                    <a:pt x="523928" y="1909"/>
                  </a:lnTo>
                  <a:lnTo>
                    <a:pt x="478160" y="7540"/>
                  </a:lnTo>
                  <a:lnTo>
                    <a:pt x="433581" y="16743"/>
                  </a:lnTo>
                  <a:lnTo>
                    <a:pt x="390339" y="29370"/>
                  </a:lnTo>
                  <a:lnTo>
                    <a:pt x="348579" y="45273"/>
                  </a:lnTo>
                  <a:lnTo>
                    <a:pt x="308449" y="64304"/>
                  </a:lnTo>
                  <a:lnTo>
                    <a:pt x="270095" y="86313"/>
                  </a:lnTo>
                  <a:lnTo>
                    <a:pt x="233665" y="111154"/>
                  </a:lnTo>
                  <a:lnTo>
                    <a:pt x="199306" y="138677"/>
                  </a:lnTo>
                  <a:lnTo>
                    <a:pt x="167163" y="168735"/>
                  </a:lnTo>
                  <a:lnTo>
                    <a:pt x="137385" y="201179"/>
                  </a:lnTo>
                  <a:lnTo>
                    <a:pt x="110118" y="235860"/>
                  </a:lnTo>
                  <a:lnTo>
                    <a:pt x="85508" y="272631"/>
                  </a:lnTo>
                  <a:lnTo>
                    <a:pt x="63703" y="311342"/>
                  </a:lnTo>
                  <a:lnTo>
                    <a:pt x="44850" y="351847"/>
                  </a:lnTo>
                  <a:lnTo>
                    <a:pt x="29096" y="393996"/>
                  </a:lnTo>
                  <a:lnTo>
                    <a:pt x="16586" y="437641"/>
                  </a:lnTo>
                  <a:lnTo>
                    <a:pt x="7469" y="482635"/>
                  </a:lnTo>
                  <a:lnTo>
                    <a:pt x="1891" y="528827"/>
                  </a:lnTo>
                  <a:lnTo>
                    <a:pt x="0" y="576072"/>
                  </a:lnTo>
                  <a:lnTo>
                    <a:pt x="1891" y="623316"/>
                  </a:lnTo>
                  <a:lnTo>
                    <a:pt x="7469" y="669508"/>
                  </a:lnTo>
                  <a:lnTo>
                    <a:pt x="16586" y="714502"/>
                  </a:lnTo>
                  <a:lnTo>
                    <a:pt x="29096" y="758147"/>
                  </a:lnTo>
                  <a:lnTo>
                    <a:pt x="44850" y="800296"/>
                  </a:lnTo>
                  <a:lnTo>
                    <a:pt x="63703" y="840801"/>
                  </a:lnTo>
                  <a:lnTo>
                    <a:pt x="85508" y="879512"/>
                  </a:lnTo>
                  <a:lnTo>
                    <a:pt x="110118" y="916283"/>
                  </a:lnTo>
                  <a:lnTo>
                    <a:pt x="137385" y="950964"/>
                  </a:lnTo>
                  <a:lnTo>
                    <a:pt x="167163" y="983408"/>
                  </a:lnTo>
                  <a:lnTo>
                    <a:pt x="199306" y="1013466"/>
                  </a:lnTo>
                  <a:lnTo>
                    <a:pt x="233665" y="1040989"/>
                  </a:lnTo>
                  <a:lnTo>
                    <a:pt x="270095" y="1065830"/>
                  </a:lnTo>
                  <a:lnTo>
                    <a:pt x="308449" y="1087839"/>
                  </a:lnTo>
                  <a:lnTo>
                    <a:pt x="348579" y="1106870"/>
                  </a:lnTo>
                  <a:lnTo>
                    <a:pt x="390339" y="1122773"/>
                  </a:lnTo>
                  <a:lnTo>
                    <a:pt x="433581" y="1135400"/>
                  </a:lnTo>
                  <a:lnTo>
                    <a:pt x="478160" y="1144603"/>
                  </a:lnTo>
                  <a:lnTo>
                    <a:pt x="523928" y="1150234"/>
                  </a:lnTo>
                  <a:lnTo>
                    <a:pt x="570737" y="1152144"/>
                  </a:lnTo>
                  <a:lnTo>
                    <a:pt x="617547" y="1150234"/>
                  </a:lnTo>
                  <a:lnTo>
                    <a:pt x="663315" y="1144603"/>
                  </a:lnTo>
                  <a:lnTo>
                    <a:pt x="707894" y="1135400"/>
                  </a:lnTo>
                  <a:lnTo>
                    <a:pt x="751136" y="1122773"/>
                  </a:lnTo>
                  <a:lnTo>
                    <a:pt x="792896" y="1106870"/>
                  </a:lnTo>
                  <a:lnTo>
                    <a:pt x="833026" y="1087839"/>
                  </a:lnTo>
                  <a:lnTo>
                    <a:pt x="871380" y="1065830"/>
                  </a:lnTo>
                  <a:lnTo>
                    <a:pt x="907810" y="1040989"/>
                  </a:lnTo>
                  <a:lnTo>
                    <a:pt x="942169" y="1013466"/>
                  </a:lnTo>
                  <a:lnTo>
                    <a:pt x="974312" y="983408"/>
                  </a:lnTo>
                  <a:lnTo>
                    <a:pt x="1004090" y="950964"/>
                  </a:lnTo>
                  <a:lnTo>
                    <a:pt x="1031357" y="916283"/>
                  </a:lnTo>
                  <a:lnTo>
                    <a:pt x="1055967" y="879512"/>
                  </a:lnTo>
                  <a:lnTo>
                    <a:pt x="1077772" y="840801"/>
                  </a:lnTo>
                  <a:lnTo>
                    <a:pt x="1096625" y="800296"/>
                  </a:lnTo>
                  <a:lnTo>
                    <a:pt x="1112379" y="758147"/>
                  </a:lnTo>
                  <a:lnTo>
                    <a:pt x="1124889" y="714502"/>
                  </a:lnTo>
                  <a:lnTo>
                    <a:pt x="1134006" y="669508"/>
                  </a:lnTo>
                  <a:lnTo>
                    <a:pt x="1139584" y="623316"/>
                  </a:lnTo>
                  <a:lnTo>
                    <a:pt x="1141476" y="576072"/>
                  </a:lnTo>
                  <a:lnTo>
                    <a:pt x="1139584" y="528827"/>
                  </a:lnTo>
                  <a:lnTo>
                    <a:pt x="1134006" y="482635"/>
                  </a:lnTo>
                  <a:lnTo>
                    <a:pt x="1124889" y="437641"/>
                  </a:lnTo>
                  <a:lnTo>
                    <a:pt x="1112379" y="393996"/>
                  </a:lnTo>
                  <a:lnTo>
                    <a:pt x="1096625" y="351847"/>
                  </a:lnTo>
                  <a:lnTo>
                    <a:pt x="1077772" y="311342"/>
                  </a:lnTo>
                  <a:lnTo>
                    <a:pt x="1055967" y="272631"/>
                  </a:lnTo>
                  <a:lnTo>
                    <a:pt x="1031357" y="235860"/>
                  </a:lnTo>
                  <a:lnTo>
                    <a:pt x="1004090" y="201179"/>
                  </a:lnTo>
                  <a:lnTo>
                    <a:pt x="974312" y="168735"/>
                  </a:lnTo>
                  <a:lnTo>
                    <a:pt x="942169" y="138677"/>
                  </a:lnTo>
                  <a:lnTo>
                    <a:pt x="907810" y="111154"/>
                  </a:lnTo>
                  <a:lnTo>
                    <a:pt x="871380" y="86313"/>
                  </a:lnTo>
                  <a:lnTo>
                    <a:pt x="833026" y="64304"/>
                  </a:lnTo>
                  <a:lnTo>
                    <a:pt x="792896" y="45273"/>
                  </a:lnTo>
                  <a:lnTo>
                    <a:pt x="751136" y="29370"/>
                  </a:lnTo>
                  <a:lnTo>
                    <a:pt x="707894" y="16743"/>
                  </a:lnTo>
                  <a:lnTo>
                    <a:pt x="663315" y="7540"/>
                  </a:lnTo>
                  <a:lnTo>
                    <a:pt x="617547" y="1909"/>
                  </a:lnTo>
                  <a:lnTo>
                    <a:pt x="5707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505188" y="3959352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0" y="576072"/>
                  </a:moveTo>
                  <a:lnTo>
                    <a:pt x="1891" y="528827"/>
                  </a:lnTo>
                  <a:lnTo>
                    <a:pt x="7469" y="482635"/>
                  </a:lnTo>
                  <a:lnTo>
                    <a:pt x="16586" y="437641"/>
                  </a:lnTo>
                  <a:lnTo>
                    <a:pt x="29096" y="393996"/>
                  </a:lnTo>
                  <a:lnTo>
                    <a:pt x="44850" y="351847"/>
                  </a:lnTo>
                  <a:lnTo>
                    <a:pt x="63703" y="311342"/>
                  </a:lnTo>
                  <a:lnTo>
                    <a:pt x="85508" y="272631"/>
                  </a:lnTo>
                  <a:lnTo>
                    <a:pt x="110118" y="235860"/>
                  </a:lnTo>
                  <a:lnTo>
                    <a:pt x="137385" y="201179"/>
                  </a:lnTo>
                  <a:lnTo>
                    <a:pt x="167163" y="168735"/>
                  </a:lnTo>
                  <a:lnTo>
                    <a:pt x="199306" y="138677"/>
                  </a:lnTo>
                  <a:lnTo>
                    <a:pt x="233665" y="111154"/>
                  </a:lnTo>
                  <a:lnTo>
                    <a:pt x="270095" y="86313"/>
                  </a:lnTo>
                  <a:lnTo>
                    <a:pt x="308449" y="64304"/>
                  </a:lnTo>
                  <a:lnTo>
                    <a:pt x="348579" y="45273"/>
                  </a:lnTo>
                  <a:lnTo>
                    <a:pt x="390339" y="29370"/>
                  </a:lnTo>
                  <a:lnTo>
                    <a:pt x="433581" y="16743"/>
                  </a:lnTo>
                  <a:lnTo>
                    <a:pt x="478160" y="7540"/>
                  </a:lnTo>
                  <a:lnTo>
                    <a:pt x="523928" y="1909"/>
                  </a:lnTo>
                  <a:lnTo>
                    <a:pt x="570737" y="0"/>
                  </a:lnTo>
                  <a:lnTo>
                    <a:pt x="617547" y="1909"/>
                  </a:lnTo>
                  <a:lnTo>
                    <a:pt x="663315" y="7540"/>
                  </a:lnTo>
                  <a:lnTo>
                    <a:pt x="707894" y="16743"/>
                  </a:lnTo>
                  <a:lnTo>
                    <a:pt x="751136" y="29370"/>
                  </a:lnTo>
                  <a:lnTo>
                    <a:pt x="792896" y="45273"/>
                  </a:lnTo>
                  <a:lnTo>
                    <a:pt x="833026" y="64304"/>
                  </a:lnTo>
                  <a:lnTo>
                    <a:pt x="871380" y="86313"/>
                  </a:lnTo>
                  <a:lnTo>
                    <a:pt x="907810" y="111154"/>
                  </a:lnTo>
                  <a:lnTo>
                    <a:pt x="942169" y="138677"/>
                  </a:lnTo>
                  <a:lnTo>
                    <a:pt x="974312" y="168735"/>
                  </a:lnTo>
                  <a:lnTo>
                    <a:pt x="1004090" y="201179"/>
                  </a:lnTo>
                  <a:lnTo>
                    <a:pt x="1031357" y="235860"/>
                  </a:lnTo>
                  <a:lnTo>
                    <a:pt x="1055967" y="272631"/>
                  </a:lnTo>
                  <a:lnTo>
                    <a:pt x="1077772" y="311342"/>
                  </a:lnTo>
                  <a:lnTo>
                    <a:pt x="1096625" y="351847"/>
                  </a:lnTo>
                  <a:lnTo>
                    <a:pt x="1112379" y="393996"/>
                  </a:lnTo>
                  <a:lnTo>
                    <a:pt x="1124889" y="437641"/>
                  </a:lnTo>
                  <a:lnTo>
                    <a:pt x="1134006" y="482635"/>
                  </a:lnTo>
                  <a:lnTo>
                    <a:pt x="1139584" y="528827"/>
                  </a:lnTo>
                  <a:lnTo>
                    <a:pt x="1141476" y="576072"/>
                  </a:lnTo>
                  <a:lnTo>
                    <a:pt x="1139584" y="623316"/>
                  </a:lnTo>
                  <a:lnTo>
                    <a:pt x="1134006" y="669508"/>
                  </a:lnTo>
                  <a:lnTo>
                    <a:pt x="1124889" y="714502"/>
                  </a:lnTo>
                  <a:lnTo>
                    <a:pt x="1112379" y="758147"/>
                  </a:lnTo>
                  <a:lnTo>
                    <a:pt x="1096625" y="800296"/>
                  </a:lnTo>
                  <a:lnTo>
                    <a:pt x="1077772" y="840801"/>
                  </a:lnTo>
                  <a:lnTo>
                    <a:pt x="1055967" y="879512"/>
                  </a:lnTo>
                  <a:lnTo>
                    <a:pt x="1031357" y="916283"/>
                  </a:lnTo>
                  <a:lnTo>
                    <a:pt x="1004090" y="950964"/>
                  </a:lnTo>
                  <a:lnTo>
                    <a:pt x="974312" y="983408"/>
                  </a:lnTo>
                  <a:lnTo>
                    <a:pt x="942169" y="1013466"/>
                  </a:lnTo>
                  <a:lnTo>
                    <a:pt x="907810" y="1040989"/>
                  </a:lnTo>
                  <a:lnTo>
                    <a:pt x="871380" y="1065830"/>
                  </a:lnTo>
                  <a:lnTo>
                    <a:pt x="833026" y="1087839"/>
                  </a:lnTo>
                  <a:lnTo>
                    <a:pt x="792896" y="1106870"/>
                  </a:lnTo>
                  <a:lnTo>
                    <a:pt x="751136" y="1122773"/>
                  </a:lnTo>
                  <a:lnTo>
                    <a:pt x="707894" y="1135400"/>
                  </a:lnTo>
                  <a:lnTo>
                    <a:pt x="663315" y="1144603"/>
                  </a:lnTo>
                  <a:lnTo>
                    <a:pt x="617547" y="1150234"/>
                  </a:lnTo>
                  <a:lnTo>
                    <a:pt x="570737" y="1152144"/>
                  </a:lnTo>
                  <a:lnTo>
                    <a:pt x="523928" y="1150234"/>
                  </a:lnTo>
                  <a:lnTo>
                    <a:pt x="478160" y="1144603"/>
                  </a:lnTo>
                  <a:lnTo>
                    <a:pt x="433581" y="1135400"/>
                  </a:lnTo>
                  <a:lnTo>
                    <a:pt x="390339" y="1122773"/>
                  </a:lnTo>
                  <a:lnTo>
                    <a:pt x="348579" y="1106870"/>
                  </a:lnTo>
                  <a:lnTo>
                    <a:pt x="308449" y="1087839"/>
                  </a:lnTo>
                  <a:lnTo>
                    <a:pt x="270095" y="1065830"/>
                  </a:lnTo>
                  <a:lnTo>
                    <a:pt x="233665" y="1040989"/>
                  </a:lnTo>
                  <a:lnTo>
                    <a:pt x="199306" y="1013466"/>
                  </a:lnTo>
                  <a:lnTo>
                    <a:pt x="167163" y="983408"/>
                  </a:lnTo>
                  <a:lnTo>
                    <a:pt x="137385" y="950964"/>
                  </a:lnTo>
                  <a:lnTo>
                    <a:pt x="110118" y="916283"/>
                  </a:lnTo>
                  <a:lnTo>
                    <a:pt x="85508" y="879512"/>
                  </a:lnTo>
                  <a:lnTo>
                    <a:pt x="63703" y="840801"/>
                  </a:lnTo>
                  <a:lnTo>
                    <a:pt x="44850" y="800296"/>
                  </a:lnTo>
                  <a:lnTo>
                    <a:pt x="29096" y="758147"/>
                  </a:lnTo>
                  <a:lnTo>
                    <a:pt x="16586" y="714502"/>
                  </a:lnTo>
                  <a:lnTo>
                    <a:pt x="7469" y="669508"/>
                  </a:lnTo>
                  <a:lnTo>
                    <a:pt x="1891" y="623316"/>
                  </a:lnTo>
                  <a:lnTo>
                    <a:pt x="0" y="57607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9943338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764273" y="4033773"/>
            <a:ext cx="3808095" cy="1002030"/>
            <a:chOff x="6764273" y="4033773"/>
            <a:chExt cx="3808095" cy="1002030"/>
          </a:xfrm>
        </p:grpSpPr>
        <p:sp>
          <p:nvSpPr>
            <p:cNvPr id="20" name="object 20" descr=""/>
            <p:cNvSpPr/>
            <p:nvPr/>
          </p:nvSpPr>
          <p:spPr>
            <a:xfrm>
              <a:off x="9585959" y="4040123"/>
              <a:ext cx="980440" cy="989330"/>
            </a:xfrm>
            <a:custGeom>
              <a:avLst/>
              <a:gdLst/>
              <a:ahLst/>
              <a:cxnLst/>
              <a:rect l="l" t="t" r="r" b="b"/>
              <a:pathLst>
                <a:path w="980440" h="989329">
                  <a:moveTo>
                    <a:pt x="0" y="494538"/>
                  </a:moveTo>
                  <a:lnTo>
                    <a:pt x="2242" y="446902"/>
                  </a:lnTo>
                  <a:lnTo>
                    <a:pt x="8833" y="400550"/>
                  </a:lnTo>
                  <a:lnTo>
                    <a:pt x="19567" y="355687"/>
                  </a:lnTo>
                  <a:lnTo>
                    <a:pt x="34239" y="312521"/>
                  </a:lnTo>
                  <a:lnTo>
                    <a:pt x="52644" y="271260"/>
                  </a:lnTo>
                  <a:lnTo>
                    <a:pt x="74576" y="232109"/>
                  </a:lnTo>
                  <a:lnTo>
                    <a:pt x="99831" y="195277"/>
                  </a:lnTo>
                  <a:lnTo>
                    <a:pt x="128203" y="160969"/>
                  </a:lnTo>
                  <a:lnTo>
                    <a:pt x="159487" y="129394"/>
                  </a:lnTo>
                  <a:lnTo>
                    <a:pt x="193477" y="100758"/>
                  </a:lnTo>
                  <a:lnTo>
                    <a:pt x="229970" y="75269"/>
                  </a:lnTo>
                  <a:lnTo>
                    <a:pt x="268758" y="53132"/>
                  </a:lnTo>
                  <a:lnTo>
                    <a:pt x="309638" y="34557"/>
                  </a:lnTo>
                  <a:lnTo>
                    <a:pt x="352404" y="19749"/>
                  </a:lnTo>
                  <a:lnTo>
                    <a:pt x="396851" y="8915"/>
                  </a:lnTo>
                  <a:lnTo>
                    <a:pt x="442773" y="2263"/>
                  </a:lnTo>
                  <a:lnTo>
                    <a:pt x="489966" y="0"/>
                  </a:lnTo>
                  <a:lnTo>
                    <a:pt x="537158" y="2263"/>
                  </a:lnTo>
                  <a:lnTo>
                    <a:pt x="583080" y="8915"/>
                  </a:lnTo>
                  <a:lnTo>
                    <a:pt x="627527" y="19749"/>
                  </a:lnTo>
                  <a:lnTo>
                    <a:pt x="670293" y="34557"/>
                  </a:lnTo>
                  <a:lnTo>
                    <a:pt x="711173" y="53132"/>
                  </a:lnTo>
                  <a:lnTo>
                    <a:pt x="749961" y="75269"/>
                  </a:lnTo>
                  <a:lnTo>
                    <a:pt x="786454" y="100758"/>
                  </a:lnTo>
                  <a:lnTo>
                    <a:pt x="820444" y="129394"/>
                  </a:lnTo>
                  <a:lnTo>
                    <a:pt x="851728" y="160969"/>
                  </a:lnTo>
                  <a:lnTo>
                    <a:pt x="880100" y="195277"/>
                  </a:lnTo>
                  <a:lnTo>
                    <a:pt x="905355" y="232109"/>
                  </a:lnTo>
                  <a:lnTo>
                    <a:pt x="927287" y="271260"/>
                  </a:lnTo>
                  <a:lnTo>
                    <a:pt x="945692" y="312521"/>
                  </a:lnTo>
                  <a:lnTo>
                    <a:pt x="960364" y="355687"/>
                  </a:lnTo>
                  <a:lnTo>
                    <a:pt x="971098" y="400550"/>
                  </a:lnTo>
                  <a:lnTo>
                    <a:pt x="977689" y="446902"/>
                  </a:lnTo>
                  <a:lnTo>
                    <a:pt x="979932" y="494538"/>
                  </a:lnTo>
                  <a:lnTo>
                    <a:pt x="977689" y="542173"/>
                  </a:lnTo>
                  <a:lnTo>
                    <a:pt x="971098" y="588525"/>
                  </a:lnTo>
                  <a:lnTo>
                    <a:pt x="960364" y="633388"/>
                  </a:lnTo>
                  <a:lnTo>
                    <a:pt x="945692" y="676554"/>
                  </a:lnTo>
                  <a:lnTo>
                    <a:pt x="927287" y="717815"/>
                  </a:lnTo>
                  <a:lnTo>
                    <a:pt x="905355" y="756966"/>
                  </a:lnTo>
                  <a:lnTo>
                    <a:pt x="880100" y="793798"/>
                  </a:lnTo>
                  <a:lnTo>
                    <a:pt x="851728" y="828106"/>
                  </a:lnTo>
                  <a:lnTo>
                    <a:pt x="820444" y="859681"/>
                  </a:lnTo>
                  <a:lnTo>
                    <a:pt x="786454" y="888317"/>
                  </a:lnTo>
                  <a:lnTo>
                    <a:pt x="749961" y="913806"/>
                  </a:lnTo>
                  <a:lnTo>
                    <a:pt x="711173" y="935943"/>
                  </a:lnTo>
                  <a:lnTo>
                    <a:pt x="670293" y="954518"/>
                  </a:lnTo>
                  <a:lnTo>
                    <a:pt x="627527" y="969326"/>
                  </a:lnTo>
                  <a:lnTo>
                    <a:pt x="583080" y="980160"/>
                  </a:lnTo>
                  <a:lnTo>
                    <a:pt x="537158" y="986812"/>
                  </a:lnTo>
                  <a:lnTo>
                    <a:pt x="489966" y="989076"/>
                  </a:lnTo>
                  <a:lnTo>
                    <a:pt x="442773" y="986812"/>
                  </a:lnTo>
                  <a:lnTo>
                    <a:pt x="396851" y="980160"/>
                  </a:lnTo>
                  <a:lnTo>
                    <a:pt x="352404" y="969326"/>
                  </a:lnTo>
                  <a:lnTo>
                    <a:pt x="309638" y="954518"/>
                  </a:lnTo>
                  <a:lnTo>
                    <a:pt x="268758" y="935943"/>
                  </a:lnTo>
                  <a:lnTo>
                    <a:pt x="229970" y="913806"/>
                  </a:lnTo>
                  <a:lnTo>
                    <a:pt x="193477" y="888317"/>
                  </a:lnTo>
                  <a:lnTo>
                    <a:pt x="159487" y="859681"/>
                  </a:lnTo>
                  <a:lnTo>
                    <a:pt x="128203" y="828106"/>
                  </a:lnTo>
                  <a:lnTo>
                    <a:pt x="99831" y="793798"/>
                  </a:lnTo>
                  <a:lnTo>
                    <a:pt x="74576" y="756966"/>
                  </a:lnTo>
                  <a:lnTo>
                    <a:pt x="52644" y="717815"/>
                  </a:lnTo>
                  <a:lnTo>
                    <a:pt x="34239" y="676554"/>
                  </a:lnTo>
                  <a:lnTo>
                    <a:pt x="19567" y="633388"/>
                  </a:lnTo>
                  <a:lnTo>
                    <a:pt x="8833" y="588525"/>
                  </a:lnTo>
                  <a:lnTo>
                    <a:pt x="2242" y="542173"/>
                  </a:lnTo>
                  <a:lnTo>
                    <a:pt x="0" y="4945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764273" y="4493386"/>
              <a:ext cx="2741295" cy="85725"/>
            </a:xfrm>
            <a:custGeom>
              <a:avLst/>
              <a:gdLst/>
              <a:ahLst/>
              <a:cxnLst/>
              <a:rect l="l" t="t" r="r" b="b"/>
              <a:pathLst>
                <a:path w="2741295" h="85725">
                  <a:moveTo>
                    <a:pt x="228600" y="31242"/>
                  </a:moveTo>
                  <a:lnTo>
                    <a:pt x="0" y="31495"/>
                  </a:lnTo>
                  <a:lnTo>
                    <a:pt x="0" y="60070"/>
                  </a:lnTo>
                  <a:lnTo>
                    <a:pt x="228600" y="59817"/>
                  </a:lnTo>
                  <a:lnTo>
                    <a:pt x="228600" y="31242"/>
                  </a:lnTo>
                  <a:close/>
                </a:path>
                <a:path w="2741295" h="85725">
                  <a:moveTo>
                    <a:pt x="542925" y="30861"/>
                  </a:moveTo>
                  <a:lnTo>
                    <a:pt x="314325" y="31114"/>
                  </a:lnTo>
                  <a:lnTo>
                    <a:pt x="314325" y="59689"/>
                  </a:lnTo>
                  <a:lnTo>
                    <a:pt x="542925" y="59436"/>
                  </a:lnTo>
                  <a:lnTo>
                    <a:pt x="542925" y="30861"/>
                  </a:lnTo>
                  <a:close/>
                </a:path>
                <a:path w="2741295" h="85725">
                  <a:moveTo>
                    <a:pt x="857250" y="30606"/>
                  </a:moveTo>
                  <a:lnTo>
                    <a:pt x="628650" y="30861"/>
                  </a:lnTo>
                  <a:lnTo>
                    <a:pt x="628650" y="59436"/>
                  </a:lnTo>
                  <a:lnTo>
                    <a:pt x="857250" y="59181"/>
                  </a:lnTo>
                  <a:lnTo>
                    <a:pt x="857250" y="30606"/>
                  </a:lnTo>
                  <a:close/>
                </a:path>
                <a:path w="2741295" h="85725">
                  <a:moveTo>
                    <a:pt x="1171575" y="30225"/>
                  </a:moveTo>
                  <a:lnTo>
                    <a:pt x="942975" y="30480"/>
                  </a:lnTo>
                  <a:lnTo>
                    <a:pt x="942975" y="59055"/>
                  </a:lnTo>
                  <a:lnTo>
                    <a:pt x="1171575" y="58800"/>
                  </a:lnTo>
                  <a:lnTo>
                    <a:pt x="1171575" y="30225"/>
                  </a:lnTo>
                  <a:close/>
                </a:path>
                <a:path w="2741295" h="85725">
                  <a:moveTo>
                    <a:pt x="1485900" y="29844"/>
                  </a:moveTo>
                  <a:lnTo>
                    <a:pt x="1257300" y="30099"/>
                  </a:lnTo>
                  <a:lnTo>
                    <a:pt x="1257300" y="58674"/>
                  </a:lnTo>
                  <a:lnTo>
                    <a:pt x="1485900" y="58419"/>
                  </a:lnTo>
                  <a:lnTo>
                    <a:pt x="1485900" y="29844"/>
                  </a:lnTo>
                  <a:close/>
                </a:path>
                <a:path w="2741295" h="85725">
                  <a:moveTo>
                    <a:pt x="1800225" y="29590"/>
                  </a:moveTo>
                  <a:lnTo>
                    <a:pt x="1571625" y="29718"/>
                  </a:lnTo>
                  <a:lnTo>
                    <a:pt x="1571625" y="58293"/>
                  </a:lnTo>
                  <a:lnTo>
                    <a:pt x="1800225" y="58165"/>
                  </a:lnTo>
                  <a:lnTo>
                    <a:pt x="1800225" y="29590"/>
                  </a:lnTo>
                  <a:close/>
                </a:path>
                <a:path w="2741295" h="85725">
                  <a:moveTo>
                    <a:pt x="2114550" y="29210"/>
                  </a:moveTo>
                  <a:lnTo>
                    <a:pt x="1885950" y="29463"/>
                  </a:lnTo>
                  <a:lnTo>
                    <a:pt x="1885950" y="58038"/>
                  </a:lnTo>
                  <a:lnTo>
                    <a:pt x="2114550" y="57785"/>
                  </a:lnTo>
                  <a:lnTo>
                    <a:pt x="2114550" y="29210"/>
                  </a:lnTo>
                  <a:close/>
                </a:path>
                <a:path w="2741295" h="85725">
                  <a:moveTo>
                    <a:pt x="2428875" y="28829"/>
                  </a:moveTo>
                  <a:lnTo>
                    <a:pt x="2200275" y="29082"/>
                  </a:lnTo>
                  <a:lnTo>
                    <a:pt x="2200275" y="57657"/>
                  </a:lnTo>
                  <a:lnTo>
                    <a:pt x="2428875" y="57404"/>
                  </a:lnTo>
                  <a:lnTo>
                    <a:pt x="2428875" y="28829"/>
                  </a:lnTo>
                  <a:close/>
                </a:path>
                <a:path w="2741295" h="85725">
                  <a:moveTo>
                    <a:pt x="2655443" y="0"/>
                  </a:moveTo>
                  <a:lnTo>
                    <a:pt x="2655443" y="85725"/>
                  </a:lnTo>
                  <a:lnTo>
                    <a:pt x="2712254" y="57276"/>
                  </a:lnTo>
                  <a:lnTo>
                    <a:pt x="2669794" y="57276"/>
                  </a:lnTo>
                  <a:lnTo>
                    <a:pt x="2669794" y="28701"/>
                  </a:lnTo>
                  <a:lnTo>
                    <a:pt x="2712932" y="28701"/>
                  </a:lnTo>
                  <a:lnTo>
                    <a:pt x="2655443" y="0"/>
                  </a:lnTo>
                  <a:close/>
                </a:path>
                <a:path w="2741295" h="85725">
                  <a:moveTo>
                    <a:pt x="2655443" y="28701"/>
                  </a:moveTo>
                  <a:lnTo>
                    <a:pt x="2514600" y="28701"/>
                  </a:lnTo>
                  <a:lnTo>
                    <a:pt x="2514600" y="57276"/>
                  </a:lnTo>
                  <a:lnTo>
                    <a:pt x="2655443" y="57276"/>
                  </a:lnTo>
                  <a:lnTo>
                    <a:pt x="2655443" y="28701"/>
                  </a:lnTo>
                  <a:close/>
                </a:path>
                <a:path w="2741295" h="85725">
                  <a:moveTo>
                    <a:pt x="2712932" y="28701"/>
                  </a:moveTo>
                  <a:lnTo>
                    <a:pt x="2669794" y="28701"/>
                  </a:lnTo>
                  <a:lnTo>
                    <a:pt x="2669794" y="57276"/>
                  </a:lnTo>
                  <a:lnTo>
                    <a:pt x="2712254" y="57276"/>
                  </a:lnTo>
                  <a:lnTo>
                    <a:pt x="2741168" y="42799"/>
                  </a:lnTo>
                  <a:lnTo>
                    <a:pt x="2712932" y="28701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8044433" y="4091432"/>
            <a:ext cx="161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C00000"/>
                </a:solidFill>
                <a:latin typeface="Franklin Gothic Medium"/>
                <a:cs typeface="Franklin Gothic Medium"/>
              </a:rPr>
              <a:t>ε</a:t>
            </a:r>
            <a:endParaRPr sz="2400">
              <a:latin typeface="Franklin Gothic Medium"/>
              <a:cs typeface="Franklin Gothic Medium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2035048" y="3956050"/>
            <a:ext cx="8094345" cy="2449195"/>
            <a:chOff x="2035048" y="3956050"/>
            <a:chExt cx="8094345" cy="2449195"/>
          </a:xfrm>
        </p:grpSpPr>
        <p:sp>
          <p:nvSpPr>
            <p:cNvPr id="24" name="object 24" descr=""/>
            <p:cNvSpPr/>
            <p:nvPr/>
          </p:nvSpPr>
          <p:spPr>
            <a:xfrm>
              <a:off x="2035048" y="5084292"/>
              <a:ext cx="8094345" cy="1320800"/>
            </a:xfrm>
            <a:custGeom>
              <a:avLst/>
              <a:gdLst/>
              <a:ahLst/>
              <a:cxnLst/>
              <a:rect l="l" t="t" r="r" b="b"/>
              <a:pathLst>
                <a:path w="8094345" h="1320800">
                  <a:moveTo>
                    <a:pt x="6618236" y="1041481"/>
                  </a:moveTo>
                  <a:lnTo>
                    <a:pt x="6538856" y="1041481"/>
                  </a:lnTo>
                  <a:lnTo>
                    <a:pt x="6462776" y="1066800"/>
                  </a:lnTo>
                  <a:lnTo>
                    <a:pt x="6305931" y="1092200"/>
                  </a:lnTo>
                  <a:lnTo>
                    <a:pt x="6143244" y="1130300"/>
                  </a:lnTo>
                  <a:lnTo>
                    <a:pt x="5975223" y="1155700"/>
                  </a:lnTo>
                  <a:lnTo>
                    <a:pt x="5252857" y="1257332"/>
                  </a:lnTo>
                  <a:lnTo>
                    <a:pt x="4666487" y="1295400"/>
                  </a:lnTo>
                  <a:lnTo>
                    <a:pt x="4463415" y="1295400"/>
                  </a:lnTo>
                  <a:lnTo>
                    <a:pt x="4257167" y="1308100"/>
                  </a:lnTo>
                  <a:lnTo>
                    <a:pt x="3442589" y="1308100"/>
                  </a:lnTo>
                  <a:lnTo>
                    <a:pt x="3642614" y="1320800"/>
                  </a:lnTo>
                  <a:lnTo>
                    <a:pt x="4463923" y="1320800"/>
                  </a:lnTo>
                  <a:lnTo>
                    <a:pt x="5254880" y="1270008"/>
                  </a:lnTo>
                  <a:lnTo>
                    <a:pt x="5442711" y="1244600"/>
                  </a:lnTo>
                  <a:lnTo>
                    <a:pt x="5626100" y="1231900"/>
                  </a:lnTo>
                  <a:lnTo>
                    <a:pt x="5978028" y="1181135"/>
                  </a:lnTo>
                  <a:lnTo>
                    <a:pt x="6146673" y="1143000"/>
                  </a:lnTo>
                  <a:lnTo>
                    <a:pt x="6309741" y="1117600"/>
                  </a:lnTo>
                  <a:lnTo>
                    <a:pt x="6466967" y="1079500"/>
                  </a:lnTo>
                  <a:lnTo>
                    <a:pt x="6543548" y="1066800"/>
                  </a:lnTo>
                  <a:lnTo>
                    <a:pt x="6618236" y="1041481"/>
                  </a:lnTo>
                  <a:close/>
                </a:path>
                <a:path w="8094345" h="1320800">
                  <a:moveTo>
                    <a:pt x="2863834" y="1257332"/>
                  </a:moveTo>
                  <a:lnTo>
                    <a:pt x="2675357" y="1257332"/>
                  </a:lnTo>
                  <a:lnTo>
                    <a:pt x="2861626" y="1270008"/>
                  </a:lnTo>
                  <a:lnTo>
                    <a:pt x="3051810" y="1295400"/>
                  </a:lnTo>
                  <a:lnTo>
                    <a:pt x="3245612" y="1308100"/>
                  </a:lnTo>
                  <a:lnTo>
                    <a:pt x="3643249" y="1308100"/>
                  </a:lnTo>
                  <a:lnTo>
                    <a:pt x="3246880" y="1282716"/>
                  </a:lnTo>
                  <a:lnTo>
                    <a:pt x="3247121" y="1282716"/>
                  </a:lnTo>
                  <a:lnTo>
                    <a:pt x="2863834" y="1257332"/>
                  </a:lnTo>
                  <a:close/>
                </a:path>
                <a:path w="8094345" h="1320800">
                  <a:moveTo>
                    <a:pt x="3247121" y="1282716"/>
                  </a:moveTo>
                  <a:lnTo>
                    <a:pt x="3246880" y="1282716"/>
                  </a:lnTo>
                  <a:lnTo>
                    <a:pt x="3261780" y="1283676"/>
                  </a:lnTo>
                  <a:lnTo>
                    <a:pt x="3247121" y="1282716"/>
                  </a:lnTo>
                  <a:close/>
                </a:path>
                <a:path w="8094345" h="1320800">
                  <a:moveTo>
                    <a:pt x="4865748" y="1282716"/>
                  </a:moveTo>
                  <a:lnTo>
                    <a:pt x="4865499" y="1282716"/>
                  </a:lnTo>
                  <a:lnTo>
                    <a:pt x="4850686" y="1283676"/>
                  </a:lnTo>
                  <a:lnTo>
                    <a:pt x="4865748" y="1282716"/>
                  </a:lnTo>
                  <a:close/>
                </a:path>
                <a:path w="8094345" h="1320800">
                  <a:moveTo>
                    <a:pt x="1500982" y="1041481"/>
                  </a:moveTo>
                  <a:lnTo>
                    <a:pt x="1421737" y="1041481"/>
                  </a:lnTo>
                  <a:lnTo>
                    <a:pt x="1495678" y="1054100"/>
                  </a:lnTo>
                  <a:lnTo>
                    <a:pt x="1807210" y="1130300"/>
                  </a:lnTo>
                  <a:lnTo>
                    <a:pt x="1971166" y="1155700"/>
                  </a:lnTo>
                  <a:lnTo>
                    <a:pt x="2675110" y="1257332"/>
                  </a:lnTo>
                  <a:lnTo>
                    <a:pt x="2863583" y="1257332"/>
                  </a:lnTo>
                  <a:lnTo>
                    <a:pt x="2677032" y="1231900"/>
                  </a:lnTo>
                  <a:lnTo>
                    <a:pt x="2494788" y="1219200"/>
                  </a:lnTo>
                  <a:lnTo>
                    <a:pt x="2143252" y="1168400"/>
                  </a:lnTo>
                  <a:lnTo>
                    <a:pt x="1974645" y="1130300"/>
                  </a:lnTo>
                  <a:lnTo>
                    <a:pt x="1811606" y="1105010"/>
                  </a:lnTo>
                  <a:lnTo>
                    <a:pt x="1652904" y="1066800"/>
                  </a:lnTo>
                  <a:lnTo>
                    <a:pt x="1500982" y="1041481"/>
                  </a:lnTo>
                  <a:close/>
                </a:path>
                <a:path w="8094345" h="1320800">
                  <a:moveTo>
                    <a:pt x="5801746" y="1181135"/>
                  </a:moveTo>
                  <a:lnTo>
                    <a:pt x="5801498" y="1181135"/>
                  </a:lnTo>
                  <a:lnTo>
                    <a:pt x="5792610" y="1182436"/>
                  </a:lnTo>
                  <a:lnTo>
                    <a:pt x="5801746" y="1181135"/>
                  </a:lnTo>
                  <a:close/>
                </a:path>
                <a:path w="8094345" h="1320800">
                  <a:moveTo>
                    <a:pt x="12064" y="0"/>
                  </a:moveTo>
                  <a:lnTo>
                    <a:pt x="7493" y="25400"/>
                  </a:lnTo>
                  <a:lnTo>
                    <a:pt x="3937" y="50800"/>
                  </a:lnTo>
                  <a:lnTo>
                    <a:pt x="1396" y="63500"/>
                  </a:lnTo>
                  <a:lnTo>
                    <a:pt x="126" y="88900"/>
                  </a:lnTo>
                  <a:lnTo>
                    <a:pt x="0" y="101600"/>
                  </a:lnTo>
                  <a:lnTo>
                    <a:pt x="888" y="127000"/>
                  </a:lnTo>
                  <a:lnTo>
                    <a:pt x="3047" y="152400"/>
                  </a:lnTo>
                  <a:lnTo>
                    <a:pt x="6350" y="165100"/>
                  </a:lnTo>
                  <a:lnTo>
                    <a:pt x="13588" y="203200"/>
                  </a:lnTo>
                  <a:lnTo>
                    <a:pt x="23494" y="228600"/>
                  </a:lnTo>
                  <a:lnTo>
                    <a:pt x="35940" y="266700"/>
                  </a:lnTo>
                  <a:lnTo>
                    <a:pt x="50926" y="292100"/>
                  </a:lnTo>
                  <a:lnTo>
                    <a:pt x="68452" y="330200"/>
                  </a:lnTo>
                  <a:lnTo>
                    <a:pt x="88391" y="355600"/>
                  </a:lnTo>
                  <a:lnTo>
                    <a:pt x="110616" y="393700"/>
                  </a:lnTo>
                  <a:lnTo>
                    <a:pt x="135516" y="419226"/>
                  </a:lnTo>
                  <a:lnTo>
                    <a:pt x="162306" y="444500"/>
                  </a:lnTo>
                  <a:lnTo>
                    <a:pt x="191643" y="482600"/>
                  </a:lnTo>
                  <a:lnTo>
                    <a:pt x="223427" y="508121"/>
                  </a:lnTo>
                  <a:lnTo>
                    <a:pt x="257216" y="533519"/>
                  </a:lnTo>
                  <a:lnTo>
                    <a:pt x="293164" y="558916"/>
                  </a:lnTo>
                  <a:lnTo>
                    <a:pt x="331209" y="584314"/>
                  </a:lnTo>
                  <a:lnTo>
                    <a:pt x="371530" y="622409"/>
                  </a:lnTo>
                  <a:lnTo>
                    <a:pt x="413638" y="647700"/>
                  </a:lnTo>
                  <a:lnTo>
                    <a:pt x="458088" y="673100"/>
                  </a:lnTo>
                  <a:lnTo>
                    <a:pt x="504444" y="698500"/>
                  </a:lnTo>
                  <a:lnTo>
                    <a:pt x="552957" y="723900"/>
                  </a:lnTo>
                  <a:lnTo>
                    <a:pt x="603250" y="749300"/>
                  </a:lnTo>
                  <a:lnTo>
                    <a:pt x="655777" y="774795"/>
                  </a:lnTo>
                  <a:lnTo>
                    <a:pt x="710009" y="800193"/>
                  </a:lnTo>
                  <a:lnTo>
                    <a:pt x="765809" y="825500"/>
                  </a:lnTo>
                  <a:lnTo>
                    <a:pt x="823932" y="850944"/>
                  </a:lnTo>
                  <a:lnTo>
                    <a:pt x="883412" y="863600"/>
                  </a:lnTo>
                  <a:lnTo>
                    <a:pt x="944752" y="889000"/>
                  </a:lnTo>
                  <a:lnTo>
                    <a:pt x="1072889" y="939822"/>
                  </a:lnTo>
                  <a:lnTo>
                    <a:pt x="1139426" y="952540"/>
                  </a:lnTo>
                  <a:lnTo>
                    <a:pt x="1277112" y="1003300"/>
                  </a:lnTo>
                  <a:lnTo>
                    <a:pt x="1348486" y="1016000"/>
                  </a:lnTo>
                  <a:lnTo>
                    <a:pt x="1421491" y="1041481"/>
                  </a:lnTo>
                  <a:lnTo>
                    <a:pt x="1500490" y="1041481"/>
                  </a:lnTo>
                  <a:lnTo>
                    <a:pt x="1426082" y="1016000"/>
                  </a:lnTo>
                  <a:lnTo>
                    <a:pt x="1353565" y="1003300"/>
                  </a:lnTo>
                  <a:lnTo>
                    <a:pt x="1212835" y="952540"/>
                  </a:lnTo>
                  <a:lnTo>
                    <a:pt x="1213069" y="952540"/>
                  </a:lnTo>
                  <a:lnTo>
                    <a:pt x="1145027" y="939822"/>
                  </a:lnTo>
                  <a:lnTo>
                    <a:pt x="1083039" y="916093"/>
                  </a:lnTo>
                  <a:lnTo>
                    <a:pt x="1014221" y="889000"/>
                  </a:lnTo>
                  <a:lnTo>
                    <a:pt x="951597" y="876399"/>
                  </a:lnTo>
                  <a:lnTo>
                    <a:pt x="893849" y="852487"/>
                  </a:lnTo>
                  <a:lnTo>
                    <a:pt x="830833" y="825500"/>
                  </a:lnTo>
                  <a:lnTo>
                    <a:pt x="781303" y="803728"/>
                  </a:lnTo>
                  <a:lnTo>
                    <a:pt x="780282" y="803265"/>
                  </a:lnTo>
                  <a:lnTo>
                    <a:pt x="773261" y="800193"/>
                  </a:lnTo>
                  <a:lnTo>
                    <a:pt x="773480" y="800193"/>
                  </a:lnTo>
                  <a:lnTo>
                    <a:pt x="717506" y="774795"/>
                  </a:lnTo>
                  <a:lnTo>
                    <a:pt x="717738" y="774795"/>
                  </a:lnTo>
                  <a:lnTo>
                    <a:pt x="663447" y="749300"/>
                  </a:lnTo>
                  <a:lnTo>
                    <a:pt x="663702" y="749300"/>
                  </a:lnTo>
                  <a:lnTo>
                    <a:pt x="612166" y="736699"/>
                  </a:lnTo>
                  <a:lnTo>
                    <a:pt x="611955" y="736699"/>
                  </a:lnTo>
                  <a:lnTo>
                    <a:pt x="561720" y="711200"/>
                  </a:lnTo>
                  <a:lnTo>
                    <a:pt x="513912" y="685904"/>
                  </a:lnTo>
                  <a:lnTo>
                    <a:pt x="467613" y="647700"/>
                  </a:lnTo>
                  <a:lnTo>
                    <a:pt x="429420" y="625686"/>
                  </a:lnTo>
                  <a:lnTo>
                    <a:pt x="428740" y="625276"/>
                  </a:lnTo>
                  <a:lnTo>
                    <a:pt x="423735" y="622409"/>
                  </a:lnTo>
                  <a:lnTo>
                    <a:pt x="423954" y="622409"/>
                  </a:lnTo>
                  <a:lnTo>
                    <a:pt x="386595" y="599888"/>
                  </a:lnTo>
                  <a:lnTo>
                    <a:pt x="386085" y="599563"/>
                  </a:lnTo>
                  <a:lnTo>
                    <a:pt x="381821" y="597012"/>
                  </a:lnTo>
                  <a:lnTo>
                    <a:pt x="382041" y="597012"/>
                  </a:lnTo>
                  <a:lnTo>
                    <a:pt x="346590" y="574488"/>
                  </a:lnTo>
                  <a:lnTo>
                    <a:pt x="346107" y="574163"/>
                  </a:lnTo>
                  <a:lnTo>
                    <a:pt x="342065" y="571614"/>
                  </a:lnTo>
                  <a:lnTo>
                    <a:pt x="342284" y="571614"/>
                  </a:lnTo>
                  <a:lnTo>
                    <a:pt x="308497" y="548922"/>
                  </a:lnTo>
                  <a:lnTo>
                    <a:pt x="308091" y="548631"/>
                  </a:lnTo>
                  <a:lnTo>
                    <a:pt x="304467" y="546217"/>
                  </a:lnTo>
                  <a:lnTo>
                    <a:pt x="304686" y="546217"/>
                  </a:lnTo>
                  <a:lnTo>
                    <a:pt x="269154" y="520820"/>
                  </a:lnTo>
                  <a:lnTo>
                    <a:pt x="269398" y="520820"/>
                  </a:lnTo>
                  <a:lnTo>
                    <a:pt x="235748" y="495327"/>
                  </a:lnTo>
                  <a:lnTo>
                    <a:pt x="235986" y="495327"/>
                  </a:lnTo>
                  <a:lnTo>
                    <a:pt x="203936" y="456397"/>
                  </a:lnTo>
                  <a:lnTo>
                    <a:pt x="175894" y="431800"/>
                  </a:lnTo>
                  <a:lnTo>
                    <a:pt x="176275" y="431800"/>
                  </a:lnTo>
                  <a:lnTo>
                    <a:pt x="149739" y="406526"/>
                  </a:lnTo>
                  <a:lnTo>
                    <a:pt x="149981" y="406526"/>
                  </a:lnTo>
                  <a:lnTo>
                    <a:pt x="125475" y="381000"/>
                  </a:lnTo>
                  <a:lnTo>
                    <a:pt x="125856" y="381000"/>
                  </a:lnTo>
                  <a:lnTo>
                    <a:pt x="103885" y="342900"/>
                  </a:lnTo>
                  <a:lnTo>
                    <a:pt x="104139" y="342900"/>
                  </a:lnTo>
                  <a:lnTo>
                    <a:pt x="84581" y="317500"/>
                  </a:lnTo>
                  <a:lnTo>
                    <a:pt x="84835" y="317500"/>
                  </a:lnTo>
                  <a:lnTo>
                    <a:pt x="67690" y="292100"/>
                  </a:lnTo>
                  <a:lnTo>
                    <a:pt x="67944" y="292100"/>
                  </a:lnTo>
                  <a:lnTo>
                    <a:pt x="53212" y="254000"/>
                  </a:lnTo>
                  <a:lnTo>
                    <a:pt x="53466" y="254000"/>
                  </a:lnTo>
                  <a:lnTo>
                    <a:pt x="41275" y="228600"/>
                  </a:lnTo>
                  <a:lnTo>
                    <a:pt x="41528" y="228600"/>
                  </a:lnTo>
                  <a:lnTo>
                    <a:pt x="35094" y="203200"/>
                  </a:lnTo>
                  <a:lnTo>
                    <a:pt x="32131" y="203200"/>
                  </a:lnTo>
                  <a:lnTo>
                    <a:pt x="25018" y="165100"/>
                  </a:lnTo>
                  <a:lnTo>
                    <a:pt x="21970" y="152400"/>
                  </a:lnTo>
                  <a:lnTo>
                    <a:pt x="19938" y="127000"/>
                  </a:lnTo>
                  <a:lnTo>
                    <a:pt x="19332" y="109678"/>
                  </a:lnTo>
                  <a:lnTo>
                    <a:pt x="19220" y="106478"/>
                  </a:lnTo>
                  <a:lnTo>
                    <a:pt x="19176" y="88900"/>
                  </a:lnTo>
                  <a:lnTo>
                    <a:pt x="20446" y="63500"/>
                  </a:lnTo>
                  <a:lnTo>
                    <a:pt x="22732" y="50800"/>
                  </a:lnTo>
                  <a:lnTo>
                    <a:pt x="26162" y="25400"/>
                  </a:lnTo>
                  <a:lnTo>
                    <a:pt x="30733" y="12700"/>
                  </a:lnTo>
                  <a:lnTo>
                    <a:pt x="12064" y="0"/>
                  </a:lnTo>
                  <a:close/>
                </a:path>
                <a:path w="8094345" h="1320800">
                  <a:moveTo>
                    <a:pt x="7843683" y="508121"/>
                  </a:moveTo>
                  <a:lnTo>
                    <a:pt x="7815417" y="508121"/>
                  </a:lnTo>
                  <a:lnTo>
                    <a:pt x="7781489" y="533519"/>
                  </a:lnTo>
                  <a:lnTo>
                    <a:pt x="7777397" y="536388"/>
                  </a:lnTo>
                  <a:lnTo>
                    <a:pt x="7776888" y="536767"/>
                  </a:lnTo>
                  <a:lnTo>
                    <a:pt x="7745415" y="558916"/>
                  </a:lnTo>
                  <a:lnTo>
                    <a:pt x="7741075" y="561788"/>
                  </a:lnTo>
                  <a:lnTo>
                    <a:pt x="7740531" y="562168"/>
                  </a:lnTo>
                  <a:lnTo>
                    <a:pt x="7707183" y="584314"/>
                  </a:lnTo>
                  <a:lnTo>
                    <a:pt x="7702311" y="587374"/>
                  </a:lnTo>
                  <a:lnTo>
                    <a:pt x="7701657" y="587807"/>
                  </a:lnTo>
                  <a:lnTo>
                    <a:pt x="7666919" y="609711"/>
                  </a:lnTo>
                  <a:lnTo>
                    <a:pt x="7624445" y="635000"/>
                  </a:lnTo>
                  <a:lnTo>
                    <a:pt x="7579916" y="660506"/>
                  </a:lnTo>
                  <a:lnTo>
                    <a:pt x="7574623" y="663388"/>
                  </a:lnTo>
                  <a:lnTo>
                    <a:pt x="7573950" y="663771"/>
                  </a:lnTo>
                  <a:lnTo>
                    <a:pt x="7533432" y="685904"/>
                  </a:lnTo>
                  <a:lnTo>
                    <a:pt x="7485126" y="711200"/>
                  </a:lnTo>
                  <a:lnTo>
                    <a:pt x="7434493" y="736699"/>
                  </a:lnTo>
                  <a:lnTo>
                    <a:pt x="7382256" y="762000"/>
                  </a:lnTo>
                  <a:lnTo>
                    <a:pt x="7327900" y="787400"/>
                  </a:lnTo>
                  <a:lnTo>
                    <a:pt x="7267620" y="814614"/>
                  </a:lnTo>
                  <a:lnTo>
                    <a:pt x="7213727" y="838200"/>
                  </a:lnTo>
                  <a:lnTo>
                    <a:pt x="7154036" y="863600"/>
                  </a:lnTo>
                  <a:lnTo>
                    <a:pt x="7091959" y="876399"/>
                  </a:lnTo>
                  <a:lnTo>
                    <a:pt x="7092193" y="876399"/>
                  </a:lnTo>
                  <a:lnTo>
                    <a:pt x="6963918" y="927100"/>
                  </a:lnTo>
                  <a:lnTo>
                    <a:pt x="6897181" y="939822"/>
                  </a:lnTo>
                  <a:lnTo>
                    <a:pt x="6758812" y="990600"/>
                  </a:lnTo>
                  <a:lnTo>
                    <a:pt x="6687058" y="1003300"/>
                  </a:lnTo>
                  <a:lnTo>
                    <a:pt x="6613779" y="1028700"/>
                  </a:lnTo>
                  <a:lnTo>
                    <a:pt x="6538621" y="1041481"/>
                  </a:lnTo>
                  <a:lnTo>
                    <a:pt x="6618004" y="1041481"/>
                  </a:lnTo>
                  <a:lnTo>
                    <a:pt x="6691883" y="1028700"/>
                  </a:lnTo>
                  <a:lnTo>
                    <a:pt x="6834012" y="977940"/>
                  </a:lnTo>
                  <a:lnTo>
                    <a:pt x="6902831" y="965200"/>
                  </a:lnTo>
                  <a:lnTo>
                    <a:pt x="7034929" y="914442"/>
                  </a:lnTo>
                  <a:lnTo>
                    <a:pt x="7098665" y="901700"/>
                  </a:lnTo>
                  <a:lnTo>
                    <a:pt x="7160271" y="876399"/>
                  </a:lnTo>
                  <a:lnTo>
                    <a:pt x="7220478" y="850944"/>
                  </a:lnTo>
                  <a:lnTo>
                    <a:pt x="7279005" y="825500"/>
                  </a:lnTo>
                  <a:lnTo>
                    <a:pt x="7335185" y="800193"/>
                  </a:lnTo>
                  <a:lnTo>
                    <a:pt x="7334989" y="800193"/>
                  </a:lnTo>
                  <a:lnTo>
                    <a:pt x="7390130" y="787400"/>
                  </a:lnTo>
                  <a:lnTo>
                    <a:pt x="7442834" y="762000"/>
                  </a:lnTo>
                  <a:lnTo>
                    <a:pt x="7493435" y="736699"/>
                  </a:lnTo>
                  <a:lnTo>
                    <a:pt x="7542530" y="711200"/>
                  </a:lnTo>
                  <a:lnTo>
                    <a:pt x="7589200" y="685904"/>
                  </a:lnTo>
                  <a:lnTo>
                    <a:pt x="7634162" y="660506"/>
                  </a:lnTo>
                  <a:lnTo>
                    <a:pt x="7677026" y="622409"/>
                  </a:lnTo>
                  <a:lnTo>
                    <a:pt x="7717863" y="597012"/>
                  </a:lnTo>
                  <a:lnTo>
                    <a:pt x="7756603" y="571614"/>
                  </a:lnTo>
                  <a:lnTo>
                    <a:pt x="7793059" y="546217"/>
                  </a:lnTo>
                  <a:lnTo>
                    <a:pt x="7827608" y="520820"/>
                  </a:lnTo>
                  <a:lnTo>
                    <a:pt x="7843683" y="508121"/>
                  </a:lnTo>
                  <a:close/>
                </a:path>
                <a:path w="8094345" h="1320800">
                  <a:moveTo>
                    <a:pt x="773480" y="800193"/>
                  </a:moveTo>
                  <a:lnTo>
                    <a:pt x="773261" y="800193"/>
                  </a:lnTo>
                  <a:lnTo>
                    <a:pt x="780249" y="803265"/>
                  </a:lnTo>
                  <a:lnTo>
                    <a:pt x="773480" y="800193"/>
                  </a:lnTo>
                  <a:close/>
                </a:path>
                <a:path w="8094345" h="1320800">
                  <a:moveTo>
                    <a:pt x="717738" y="774795"/>
                  </a:moveTo>
                  <a:lnTo>
                    <a:pt x="717506" y="774795"/>
                  </a:lnTo>
                  <a:lnTo>
                    <a:pt x="724256" y="777856"/>
                  </a:lnTo>
                  <a:lnTo>
                    <a:pt x="717738" y="774795"/>
                  </a:lnTo>
                  <a:close/>
                </a:path>
                <a:path w="8094345" h="1320800">
                  <a:moveTo>
                    <a:pt x="7434501" y="736699"/>
                  </a:moveTo>
                  <a:lnTo>
                    <a:pt x="7434254" y="736699"/>
                  </a:lnTo>
                  <a:lnTo>
                    <a:pt x="7427214" y="740228"/>
                  </a:lnTo>
                  <a:lnTo>
                    <a:pt x="7434501" y="736699"/>
                  </a:lnTo>
                  <a:close/>
                </a:path>
                <a:path w="8094345" h="1320800">
                  <a:moveTo>
                    <a:pt x="7533440" y="685904"/>
                  </a:moveTo>
                  <a:lnTo>
                    <a:pt x="7533193" y="685904"/>
                  </a:lnTo>
                  <a:lnTo>
                    <a:pt x="7526709" y="689428"/>
                  </a:lnTo>
                  <a:lnTo>
                    <a:pt x="7533440" y="685904"/>
                  </a:lnTo>
                  <a:close/>
                </a:path>
                <a:path w="8094345" h="1320800">
                  <a:moveTo>
                    <a:pt x="7579925" y="660506"/>
                  </a:moveTo>
                  <a:lnTo>
                    <a:pt x="7579680" y="660506"/>
                  </a:lnTo>
                  <a:lnTo>
                    <a:pt x="7574623" y="663388"/>
                  </a:lnTo>
                  <a:lnTo>
                    <a:pt x="7579925" y="660506"/>
                  </a:lnTo>
                  <a:close/>
                </a:path>
                <a:path w="8094345" h="1320800">
                  <a:moveTo>
                    <a:pt x="423954" y="622409"/>
                  </a:moveTo>
                  <a:lnTo>
                    <a:pt x="423735" y="622409"/>
                  </a:lnTo>
                  <a:lnTo>
                    <a:pt x="428709" y="625276"/>
                  </a:lnTo>
                  <a:lnTo>
                    <a:pt x="423954" y="622409"/>
                  </a:lnTo>
                  <a:close/>
                </a:path>
                <a:path w="8094345" h="1320800">
                  <a:moveTo>
                    <a:pt x="7666929" y="609711"/>
                  </a:moveTo>
                  <a:lnTo>
                    <a:pt x="7666684" y="609711"/>
                  </a:lnTo>
                  <a:lnTo>
                    <a:pt x="7662096" y="612588"/>
                  </a:lnTo>
                  <a:lnTo>
                    <a:pt x="7666929" y="609711"/>
                  </a:lnTo>
                  <a:close/>
                </a:path>
                <a:path w="8094345" h="1320800">
                  <a:moveTo>
                    <a:pt x="382041" y="597012"/>
                  </a:moveTo>
                  <a:lnTo>
                    <a:pt x="381821" y="597012"/>
                  </a:lnTo>
                  <a:lnTo>
                    <a:pt x="386057" y="599563"/>
                  </a:lnTo>
                  <a:lnTo>
                    <a:pt x="382041" y="597012"/>
                  </a:lnTo>
                  <a:close/>
                </a:path>
                <a:path w="8094345" h="1320800">
                  <a:moveTo>
                    <a:pt x="7707193" y="584314"/>
                  </a:moveTo>
                  <a:lnTo>
                    <a:pt x="7706948" y="584314"/>
                  </a:lnTo>
                  <a:lnTo>
                    <a:pt x="7702311" y="587374"/>
                  </a:lnTo>
                  <a:lnTo>
                    <a:pt x="7707193" y="584314"/>
                  </a:lnTo>
                  <a:close/>
                </a:path>
                <a:path w="8094345" h="1320800">
                  <a:moveTo>
                    <a:pt x="342284" y="571614"/>
                  </a:moveTo>
                  <a:lnTo>
                    <a:pt x="342065" y="571614"/>
                  </a:lnTo>
                  <a:lnTo>
                    <a:pt x="346078" y="574163"/>
                  </a:lnTo>
                  <a:lnTo>
                    <a:pt x="342284" y="571614"/>
                  </a:lnTo>
                  <a:close/>
                </a:path>
                <a:path w="8094345" h="1320800">
                  <a:moveTo>
                    <a:pt x="7745426" y="558916"/>
                  </a:moveTo>
                  <a:lnTo>
                    <a:pt x="7745182" y="558916"/>
                  </a:lnTo>
                  <a:lnTo>
                    <a:pt x="7741075" y="561788"/>
                  </a:lnTo>
                  <a:lnTo>
                    <a:pt x="7745426" y="558916"/>
                  </a:lnTo>
                  <a:close/>
                </a:path>
                <a:path w="8094345" h="1320800">
                  <a:moveTo>
                    <a:pt x="304686" y="546217"/>
                  </a:moveTo>
                  <a:lnTo>
                    <a:pt x="304467" y="546217"/>
                  </a:lnTo>
                  <a:lnTo>
                    <a:pt x="308063" y="548631"/>
                  </a:lnTo>
                  <a:lnTo>
                    <a:pt x="304686" y="546217"/>
                  </a:lnTo>
                  <a:close/>
                </a:path>
                <a:path w="8094345" h="1320800">
                  <a:moveTo>
                    <a:pt x="7781500" y="533519"/>
                  </a:moveTo>
                  <a:lnTo>
                    <a:pt x="7781256" y="533519"/>
                  </a:lnTo>
                  <a:lnTo>
                    <a:pt x="7777397" y="536388"/>
                  </a:lnTo>
                  <a:lnTo>
                    <a:pt x="7781500" y="533519"/>
                  </a:lnTo>
                  <a:close/>
                </a:path>
                <a:path w="8094345" h="1320800">
                  <a:moveTo>
                    <a:pt x="269398" y="520820"/>
                  </a:moveTo>
                  <a:lnTo>
                    <a:pt x="269154" y="520820"/>
                  </a:lnTo>
                  <a:lnTo>
                    <a:pt x="273431" y="523875"/>
                  </a:lnTo>
                  <a:lnTo>
                    <a:pt x="269398" y="520820"/>
                  </a:lnTo>
                  <a:close/>
                </a:path>
                <a:path w="8094345" h="1320800">
                  <a:moveTo>
                    <a:pt x="7930515" y="419226"/>
                  </a:moveTo>
                  <a:lnTo>
                    <a:pt x="7903834" y="419226"/>
                  </a:lnTo>
                  <a:lnTo>
                    <a:pt x="7876412" y="444500"/>
                  </a:lnTo>
                  <a:lnTo>
                    <a:pt x="7876794" y="444500"/>
                  </a:lnTo>
                  <a:lnTo>
                    <a:pt x="7847818" y="469160"/>
                  </a:lnTo>
                  <a:lnTo>
                    <a:pt x="7814899" y="508509"/>
                  </a:lnTo>
                  <a:lnTo>
                    <a:pt x="7815416" y="508121"/>
                  </a:lnTo>
                  <a:lnTo>
                    <a:pt x="7843683" y="508121"/>
                  </a:lnTo>
                  <a:lnTo>
                    <a:pt x="7859867" y="495327"/>
                  </a:lnTo>
                  <a:lnTo>
                    <a:pt x="7890002" y="457200"/>
                  </a:lnTo>
                  <a:lnTo>
                    <a:pt x="7917942" y="431800"/>
                  </a:lnTo>
                  <a:lnTo>
                    <a:pt x="7930515" y="419226"/>
                  </a:lnTo>
                  <a:close/>
                </a:path>
                <a:path w="8094345" h="1320800">
                  <a:moveTo>
                    <a:pt x="235986" y="495327"/>
                  </a:moveTo>
                  <a:lnTo>
                    <a:pt x="235748" y="495327"/>
                  </a:lnTo>
                  <a:lnTo>
                    <a:pt x="236379" y="495805"/>
                  </a:lnTo>
                  <a:lnTo>
                    <a:pt x="235986" y="495327"/>
                  </a:lnTo>
                  <a:close/>
                </a:path>
                <a:path w="8094345" h="1320800">
                  <a:moveTo>
                    <a:pt x="7951470" y="355600"/>
                  </a:moveTo>
                  <a:lnTo>
                    <a:pt x="7928483" y="393700"/>
                  </a:lnTo>
                  <a:lnTo>
                    <a:pt x="7928863" y="393700"/>
                  </a:lnTo>
                  <a:lnTo>
                    <a:pt x="7901071" y="421773"/>
                  </a:lnTo>
                  <a:lnTo>
                    <a:pt x="7903834" y="419226"/>
                  </a:lnTo>
                  <a:lnTo>
                    <a:pt x="7930515" y="419226"/>
                  </a:lnTo>
                  <a:lnTo>
                    <a:pt x="7943215" y="406526"/>
                  </a:lnTo>
                  <a:lnTo>
                    <a:pt x="7951089" y="393700"/>
                  </a:lnTo>
                  <a:lnTo>
                    <a:pt x="7966583" y="368300"/>
                  </a:lnTo>
                  <a:lnTo>
                    <a:pt x="7951216" y="368300"/>
                  </a:lnTo>
                  <a:lnTo>
                    <a:pt x="7951470" y="355600"/>
                  </a:lnTo>
                  <a:close/>
                </a:path>
                <a:path w="8094345" h="1320800">
                  <a:moveTo>
                    <a:pt x="149981" y="406526"/>
                  </a:moveTo>
                  <a:lnTo>
                    <a:pt x="149739" y="406526"/>
                  </a:lnTo>
                  <a:lnTo>
                    <a:pt x="152569" y="409222"/>
                  </a:lnTo>
                  <a:lnTo>
                    <a:pt x="149981" y="406526"/>
                  </a:lnTo>
                  <a:close/>
                </a:path>
                <a:path w="8094345" h="1320800">
                  <a:moveTo>
                    <a:pt x="8064665" y="106478"/>
                  </a:moveTo>
                  <a:lnTo>
                    <a:pt x="8045524" y="109678"/>
                  </a:lnTo>
                  <a:lnTo>
                    <a:pt x="8045958" y="127000"/>
                  </a:lnTo>
                  <a:lnTo>
                    <a:pt x="8042656" y="152400"/>
                  </a:lnTo>
                  <a:lnTo>
                    <a:pt x="8036813" y="190500"/>
                  </a:lnTo>
                  <a:lnTo>
                    <a:pt x="8037068" y="190500"/>
                  </a:lnTo>
                  <a:lnTo>
                    <a:pt x="8028685" y="215900"/>
                  </a:lnTo>
                  <a:lnTo>
                    <a:pt x="8017891" y="241300"/>
                  </a:lnTo>
                  <a:lnTo>
                    <a:pt x="8018145" y="241300"/>
                  </a:lnTo>
                  <a:lnTo>
                    <a:pt x="8004809" y="279400"/>
                  </a:lnTo>
                  <a:lnTo>
                    <a:pt x="8005063" y="279400"/>
                  </a:lnTo>
                  <a:lnTo>
                    <a:pt x="7989316" y="304800"/>
                  </a:lnTo>
                  <a:lnTo>
                    <a:pt x="7989570" y="304800"/>
                  </a:lnTo>
                  <a:lnTo>
                    <a:pt x="7971408" y="330200"/>
                  </a:lnTo>
                  <a:lnTo>
                    <a:pt x="7971790" y="330200"/>
                  </a:lnTo>
                  <a:lnTo>
                    <a:pt x="7951216" y="368300"/>
                  </a:lnTo>
                  <a:lnTo>
                    <a:pt x="7966583" y="368300"/>
                  </a:lnTo>
                  <a:lnTo>
                    <a:pt x="7987537" y="342900"/>
                  </a:lnTo>
                  <a:lnTo>
                    <a:pt x="8005953" y="317500"/>
                  </a:lnTo>
                  <a:lnTo>
                    <a:pt x="8022082" y="279400"/>
                  </a:lnTo>
                  <a:lnTo>
                    <a:pt x="8035671" y="254000"/>
                  </a:lnTo>
                  <a:lnTo>
                    <a:pt x="8046974" y="215900"/>
                  </a:lnTo>
                  <a:lnTo>
                    <a:pt x="8055483" y="190500"/>
                  </a:lnTo>
                  <a:lnTo>
                    <a:pt x="8061579" y="152400"/>
                  </a:lnTo>
                  <a:lnTo>
                    <a:pt x="8065008" y="127000"/>
                  </a:lnTo>
                  <a:lnTo>
                    <a:pt x="8064796" y="114300"/>
                  </a:lnTo>
                  <a:lnTo>
                    <a:pt x="8064719" y="109678"/>
                  </a:lnTo>
                  <a:lnTo>
                    <a:pt x="8064665" y="106478"/>
                  </a:lnTo>
                  <a:close/>
                </a:path>
                <a:path w="8094345" h="1320800">
                  <a:moveTo>
                    <a:pt x="31876" y="190500"/>
                  </a:moveTo>
                  <a:lnTo>
                    <a:pt x="32131" y="203200"/>
                  </a:lnTo>
                  <a:lnTo>
                    <a:pt x="35094" y="203200"/>
                  </a:lnTo>
                  <a:lnTo>
                    <a:pt x="31876" y="190500"/>
                  </a:lnTo>
                  <a:close/>
                </a:path>
                <a:path w="8094345" h="1320800">
                  <a:moveTo>
                    <a:pt x="8049895" y="38100"/>
                  </a:moveTo>
                  <a:lnTo>
                    <a:pt x="8017891" y="114300"/>
                  </a:lnTo>
                  <a:lnTo>
                    <a:pt x="8045524" y="109678"/>
                  </a:lnTo>
                  <a:lnTo>
                    <a:pt x="8045444" y="106478"/>
                  </a:lnTo>
                  <a:lnTo>
                    <a:pt x="8045323" y="101600"/>
                  </a:lnTo>
                  <a:lnTo>
                    <a:pt x="8064373" y="88900"/>
                  </a:lnTo>
                  <a:lnTo>
                    <a:pt x="8085048" y="88900"/>
                  </a:lnTo>
                  <a:lnTo>
                    <a:pt x="8049895" y="38100"/>
                  </a:lnTo>
                  <a:close/>
                </a:path>
                <a:path w="8094345" h="1320800">
                  <a:moveTo>
                    <a:pt x="8064373" y="88900"/>
                  </a:moveTo>
                  <a:lnTo>
                    <a:pt x="8045323" y="101600"/>
                  </a:lnTo>
                  <a:lnTo>
                    <a:pt x="8045444" y="106478"/>
                  </a:lnTo>
                  <a:lnTo>
                    <a:pt x="8045524" y="109678"/>
                  </a:lnTo>
                  <a:lnTo>
                    <a:pt x="8064665" y="106478"/>
                  </a:lnTo>
                  <a:lnTo>
                    <a:pt x="8064373" y="88900"/>
                  </a:lnTo>
                  <a:close/>
                </a:path>
                <a:path w="8094345" h="1320800">
                  <a:moveTo>
                    <a:pt x="8085048" y="88900"/>
                  </a:moveTo>
                  <a:lnTo>
                    <a:pt x="8064373" y="88900"/>
                  </a:lnTo>
                  <a:lnTo>
                    <a:pt x="8064584" y="101600"/>
                  </a:lnTo>
                  <a:lnTo>
                    <a:pt x="8064665" y="106478"/>
                  </a:lnTo>
                  <a:lnTo>
                    <a:pt x="8093836" y="101600"/>
                  </a:lnTo>
                  <a:lnTo>
                    <a:pt x="8085048" y="88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622036" y="3962400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570738" y="0"/>
                  </a:moveTo>
                  <a:lnTo>
                    <a:pt x="523928" y="1909"/>
                  </a:lnTo>
                  <a:lnTo>
                    <a:pt x="478160" y="7540"/>
                  </a:lnTo>
                  <a:lnTo>
                    <a:pt x="433581" y="16743"/>
                  </a:lnTo>
                  <a:lnTo>
                    <a:pt x="390339" y="29370"/>
                  </a:lnTo>
                  <a:lnTo>
                    <a:pt x="348579" y="45273"/>
                  </a:lnTo>
                  <a:lnTo>
                    <a:pt x="308449" y="64304"/>
                  </a:lnTo>
                  <a:lnTo>
                    <a:pt x="270095" y="86313"/>
                  </a:lnTo>
                  <a:lnTo>
                    <a:pt x="233665" y="111154"/>
                  </a:lnTo>
                  <a:lnTo>
                    <a:pt x="199306" y="138677"/>
                  </a:lnTo>
                  <a:lnTo>
                    <a:pt x="167163" y="168735"/>
                  </a:lnTo>
                  <a:lnTo>
                    <a:pt x="137385" y="201179"/>
                  </a:lnTo>
                  <a:lnTo>
                    <a:pt x="110118" y="235860"/>
                  </a:lnTo>
                  <a:lnTo>
                    <a:pt x="85508" y="272631"/>
                  </a:lnTo>
                  <a:lnTo>
                    <a:pt x="63703" y="311342"/>
                  </a:lnTo>
                  <a:lnTo>
                    <a:pt x="44850" y="351847"/>
                  </a:lnTo>
                  <a:lnTo>
                    <a:pt x="29096" y="393996"/>
                  </a:lnTo>
                  <a:lnTo>
                    <a:pt x="16586" y="437641"/>
                  </a:lnTo>
                  <a:lnTo>
                    <a:pt x="7469" y="482635"/>
                  </a:lnTo>
                  <a:lnTo>
                    <a:pt x="1891" y="528827"/>
                  </a:lnTo>
                  <a:lnTo>
                    <a:pt x="0" y="576072"/>
                  </a:lnTo>
                  <a:lnTo>
                    <a:pt x="1891" y="623316"/>
                  </a:lnTo>
                  <a:lnTo>
                    <a:pt x="7469" y="669508"/>
                  </a:lnTo>
                  <a:lnTo>
                    <a:pt x="16586" y="714502"/>
                  </a:lnTo>
                  <a:lnTo>
                    <a:pt x="29096" y="758147"/>
                  </a:lnTo>
                  <a:lnTo>
                    <a:pt x="44850" y="800296"/>
                  </a:lnTo>
                  <a:lnTo>
                    <a:pt x="63703" y="840801"/>
                  </a:lnTo>
                  <a:lnTo>
                    <a:pt x="85508" y="879512"/>
                  </a:lnTo>
                  <a:lnTo>
                    <a:pt x="110118" y="916283"/>
                  </a:lnTo>
                  <a:lnTo>
                    <a:pt x="137385" y="950964"/>
                  </a:lnTo>
                  <a:lnTo>
                    <a:pt x="167163" y="983408"/>
                  </a:lnTo>
                  <a:lnTo>
                    <a:pt x="199306" y="1013466"/>
                  </a:lnTo>
                  <a:lnTo>
                    <a:pt x="233665" y="1040989"/>
                  </a:lnTo>
                  <a:lnTo>
                    <a:pt x="270095" y="1065830"/>
                  </a:lnTo>
                  <a:lnTo>
                    <a:pt x="308449" y="1087839"/>
                  </a:lnTo>
                  <a:lnTo>
                    <a:pt x="348579" y="1106870"/>
                  </a:lnTo>
                  <a:lnTo>
                    <a:pt x="390339" y="1122773"/>
                  </a:lnTo>
                  <a:lnTo>
                    <a:pt x="433581" y="1135400"/>
                  </a:lnTo>
                  <a:lnTo>
                    <a:pt x="478160" y="1144603"/>
                  </a:lnTo>
                  <a:lnTo>
                    <a:pt x="523928" y="1150234"/>
                  </a:lnTo>
                  <a:lnTo>
                    <a:pt x="570738" y="1152144"/>
                  </a:lnTo>
                  <a:lnTo>
                    <a:pt x="617547" y="1150234"/>
                  </a:lnTo>
                  <a:lnTo>
                    <a:pt x="663315" y="1144603"/>
                  </a:lnTo>
                  <a:lnTo>
                    <a:pt x="707894" y="1135400"/>
                  </a:lnTo>
                  <a:lnTo>
                    <a:pt x="751136" y="1122773"/>
                  </a:lnTo>
                  <a:lnTo>
                    <a:pt x="792896" y="1106870"/>
                  </a:lnTo>
                  <a:lnTo>
                    <a:pt x="833026" y="1087839"/>
                  </a:lnTo>
                  <a:lnTo>
                    <a:pt x="871380" y="1065830"/>
                  </a:lnTo>
                  <a:lnTo>
                    <a:pt x="907810" y="1040989"/>
                  </a:lnTo>
                  <a:lnTo>
                    <a:pt x="942169" y="1013466"/>
                  </a:lnTo>
                  <a:lnTo>
                    <a:pt x="974312" y="983408"/>
                  </a:lnTo>
                  <a:lnTo>
                    <a:pt x="1004090" y="950964"/>
                  </a:lnTo>
                  <a:lnTo>
                    <a:pt x="1031357" y="916283"/>
                  </a:lnTo>
                  <a:lnTo>
                    <a:pt x="1055967" y="879512"/>
                  </a:lnTo>
                  <a:lnTo>
                    <a:pt x="1077772" y="840801"/>
                  </a:lnTo>
                  <a:lnTo>
                    <a:pt x="1096625" y="800296"/>
                  </a:lnTo>
                  <a:lnTo>
                    <a:pt x="1112379" y="758147"/>
                  </a:lnTo>
                  <a:lnTo>
                    <a:pt x="1124889" y="714502"/>
                  </a:lnTo>
                  <a:lnTo>
                    <a:pt x="1134006" y="669508"/>
                  </a:lnTo>
                  <a:lnTo>
                    <a:pt x="1139584" y="623316"/>
                  </a:lnTo>
                  <a:lnTo>
                    <a:pt x="1141475" y="576072"/>
                  </a:lnTo>
                  <a:lnTo>
                    <a:pt x="1139584" y="528827"/>
                  </a:lnTo>
                  <a:lnTo>
                    <a:pt x="1134006" y="482635"/>
                  </a:lnTo>
                  <a:lnTo>
                    <a:pt x="1124889" y="437641"/>
                  </a:lnTo>
                  <a:lnTo>
                    <a:pt x="1112379" y="393996"/>
                  </a:lnTo>
                  <a:lnTo>
                    <a:pt x="1096625" y="351847"/>
                  </a:lnTo>
                  <a:lnTo>
                    <a:pt x="1077772" y="311342"/>
                  </a:lnTo>
                  <a:lnTo>
                    <a:pt x="1055967" y="272631"/>
                  </a:lnTo>
                  <a:lnTo>
                    <a:pt x="1031357" y="235860"/>
                  </a:lnTo>
                  <a:lnTo>
                    <a:pt x="1004090" y="201179"/>
                  </a:lnTo>
                  <a:lnTo>
                    <a:pt x="974312" y="168735"/>
                  </a:lnTo>
                  <a:lnTo>
                    <a:pt x="942169" y="138677"/>
                  </a:lnTo>
                  <a:lnTo>
                    <a:pt x="907810" y="111154"/>
                  </a:lnTo>
                  <a:lnTo>
                    <a:pt x="871380" y="86313"/>
                  </a:lnTo>
                  <a:lnTo>
                    <a:pt x="833026" y="64304"/>
                  </a:lnTo>
                  <a:lnTo>
                    <a:pt x="792896" y="45273"/>
                  </a:lnTo>
                  <a:lnTo>
                    <a:pt x="751136" y="29370"/>
                  </a:lnTo>
                  <a:lnTo>
                    <a:pt x="707894" y="16743"/>
                  </a:lnTo>
                  <a:lnTo>
                    <a:pt x="663315" y="7540"/>
                  </a:lnTo>
                  <a:lnTo>
                    <a:pt x="617547" y="1909"/>
                  </a:lnTo>
                  <a:lnTo>
                    <a:pt x="570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622036" y="3962400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0" y="576072"/>
                  </a:moveTo>
                  <a:lnTo>
                    <a:pt x="1891" y="528827"/>
                  </a:lnTo>
                  <a:lnTo>
                    <a:pt x="7469" y="482635"/>
                  </a:lnTo>
                  <a:lnTo>
                    <a:pt x="16586" y="437641"/>
                  </a:lnTo>
                  <a:lnTo>
                    <a:pt x="29096" y="393996"/>
                  </a:lnTo>
                  <a:lnTo>
                    <a:pt x="44850" y="351847"/>
                  </a:lnTo>
                  <a:lnTo>
                    <a:pt x="63703" y="311342"/>
                  </a:lnTo>
                  <a:lnTo>
                    <a:pt x="85508" y="272631"/>
                  </a:lnTo>
                  <a:lnTo>
                    <a:pt x="110118" y="235860"/>
                  </a:lnTo>
                  <a:lnTo>
                    <a:pt x="137385" y="201179"/>
                  </a:lnTo>
                  <a:lnTo>
                    <a:pt x="167163" y="168735"/>
                  </a:lnTo>
                  <a:lnTo>
                    <a:pt x="199306" y="138677"/>
                  </a:lnTo>
                  <a:lnTo>
                    <a:pt x="233665" y="111154"/>
                  </a:lnTo>
                  <a:lnTo>
                    <a:pt x="270095" y="86313"/>
                  </a:lnTo>
                  <a:lnTo>
                    <a:pt x="308449" y="64304"/>
                  </a:lnTo>
                  <a:lnTo>
                    <a:pt x="348579" y="45273"/>
                  </a:lnTo>
                  <a:lnTo>
                    <a:pt x="390339" y="29370"/>
                  </a:lnTo>
                  <a:lnTo>
                    <a:pt x="433581" y="16743"/>
                  </a:lnTo>
                  <a:lnTo>
                    <a:pt x="478160" y="7540"/>
                  </a:lnTo>
                  <a:lnTo>
                    <a:pt x="523928" y="1909"/>
                  </a:lnTo>
                  <a:lnTo>
                    <a:pt x="570738" y="0"/>
                  </a:lnTo>
                  <a:lnTo>
                    <a:pt x="617547" y="1909"/>
                  </a:lnTo>
                  <a:lnTo>
                    <a:pt x="663315" y="7540"/>
                  </a:lnTo>
                  <a:lnTo>
                    <a:pt x="707894" y="16743"/>
                  </a:lnTo>
                  <a:lnTo>
                    <a:pt x="751136" y="29370"/>
                  </a:lnTo>
                  <a:lnTo>
                    <a:pt x="792896" y="45273"/>
                  </a:lnTo>
                  <a:lnTo>
                    <a:pt x="833026" y="64304"/>
                  </a:lnTo>
                  <a:lnTo>
                    <a:pt x="871380" y="86313"/>
                  </a:lnTo>
                  <a:lnTo>
                    <a:pt x="907810" y="111154"/>
                  </a:lnTo>
                  <a:lnTo>
                    <a:pt x="942169" y="138677"/>
                  </a:lnTo>
                  <a:lnTo>
                    <a:pt x="974312" y="168735"/>
                  </a:lnTo>
                  <a:lnTo>
                    <a:pt x="1004090" y="201179"/>
                  </a:lnTo>
                  <a:lnTo>
                    <a:pt x="1031357" y="235860"/>
                  </a:lnTo>
                  <a:lnTo>
                    <a:pt x="1055967" y="272631"/>
                  </a:lnTo>
                  <a:lnTo>
                    <a:pt x="1077772" y="311342"/>
                  </a:lnTo>
                  <a:lnTo>
                    <a:pt x="1096625" y="351847"/>
                  </a:lnTo>
                  <a:lnTo>
                    <a:pt x="1112379" y="393996"/>
                  </a:lnTo>
                  <a:lnTo>
                    <a:pt x="1124889" y="437641"/>
                  </a:lnTo>
                  <a:lnTo>
                    <a:pt x="1134006" y="482635"/>
                  </a:lnTo>
                  <a:lnTo>
                    <a:pt x="1139584" y="528827"/>
                  </a:lnTo>
                  <a:lnTo>
                    <a:pt x="1141475" y="576072"/>
                  </a:lnTo>
                  <a:lnTo>
                    <a:pt x="1139584" y="623316"/>
                  </a:lnTo>
                  <a:lnTo>
                    <a:pt x="1134006" y="669508"/>
                  </a:lnTo>
                  <a:lnTo>
                    <a:pt x="1124889" y="714502"/>
                  </a:lnTo>
                  <a:lnTo>
                    <a:pt x="1112379" y="758147"/>
                  </a:lnTo>
                  <a:lnTo>
                    <a:pt x="1096625" y="800296"/>
                  </a:lnTo>
                  <a:lnTo>
                    <a:pt x="1077772" y="840801"/>
                  </a:lnTo>
                  <a:lnTo>
                    <a:pt x="1055967" y="879512"/>
                  </a:lnTo>
                  <a:lnTo>
                    <a:pt x="1031357" y="916283"/>
                  </a:lnTo>
                  <a:lnTo>
                    <a:pt x="1004090" y="950964"/>
                  </a:lnTo>
                  <a:lnTo>
                    <a:pt x="974312" y="983408"/>
                  </a:lnTo>
                  <a:lnTo>
                    <a:pt x="942169" y="1013466"/>
                  </a:lnTo>
                  <a:lnTo>
                    <a:pt x="907810" y="1040989"/>
                  </a:lnTo>
                  <a:lnTo>
                    <a:pt x="871380" y="1065830"/>
                  </a:lnTo>
                  <a:lnTo>
                    <a:pt x="833026" y="1087839"/>
                  </a:lnTo>
                  <a:lnTo>
                    <a:pt x="792896" y="1106870"/>
                  </a:lnTo>
                  <a:lnTo>
                    <a:pt x="751136" y="1122773"/>
                  </a:lnTo>
                  <a:lnTo>
                    <a:pt x="707894" y="1135400"/>
                  </a:lnTo>
                  <a:lnTo>
                    <a:pt x="663315" y="1144603"/>
                  </a:lnTo>
                  <a:lnTo>
                    <a:pt x="617547" y="1150234"/>
                  </a:lnTo>
                  <a:lnTo>
                    <a:pt x="570738" y="1152144"/>
                  </a:lnTo>
                  <a:lnTo>
                    <a:pt x="523928" y="1150234"/>
                  </a:lnTo>
                  <a:lnTo>
                    <a:pt x="478160" y="1144603"/>
                  </a:lnTo>
                  <a:lnTo>
                    <a:pt x="433581" y="1135400"/>
                  </a:lnTo>
                  <a:lnTo>
                    <a:pt x="390339" y="1122773"/>
                  </a:lnTo>
                  <a:lnTo>
                    <a:pt x="348579" y="1106870"/>
                  </a:lnTo>
                  <a:lnTo>
                    <a:pt x="308449" y="1087839"/>
                  </a:lnTo>
                  <a:lnTo>
                    <a:pt x="270095" y="1065830"/>
                  </a:lnTo>
                  <a:lnTo>
                    <a:pt x="233665" y="1040989"/>
                  </a:lnTo>
                  <a:lnTo>
                    <a:pt x="199306" y="1013466"/>
                  </a:lnTo>
                  <a:lnTo>
                    <a:pt x="167163" y="983408"/>
                  </a:lnTo>
                  <a:lnTo>
                    <a:pt x="137385" y="950964"/>
                  </a:lnTo>
                  <a:lnTo>
                    <a:pt x="110118" y="916283"/>
                  </a:lnTo>
                  <a:lnTo>
                    <a:pt x="85508" y="879512"/>
                  </a:lnTo>
                  <a:lnTo>
                    <a:pt x="63703" y="840801"/>
                  </a:lnTo>
                  <a:lnTo>
                    <a:pt x="44850" y="800296"/>
                  </a:lnTo>
                  <a:lnTo>
                    <a:pt x="29096" y="758147"/>
                  </a:lnTo>
                  <a:lnTo>
                    <a:pt x="16586" y="714502"/>
                  </a:lnTo>
                  <a:lnTo>
                    <a:pt x="7469" y="669508"/>
                  </a:lnTo>
                  <a:lnTo>
                    <a:pt x="1891" y="623316"/>
                  </a:lnTo>
                  <a:lnTo>
                    <a:pt x="0" y="576072"/>
                  </a:lnTo>
                  <a:close/>
                </a:path>
              </a:pathLst>
            </a:custGeom>
            <a:ln w="12700">
              <a:solidFill>
                <a:srgbClr val="C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5948807" y="4336160"/>
            <a:ext cx="3638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25">
                <a:latin typeface="Cambria Math"/>
                <a:cs typeface="Cambria Math"/>
              </a:rPr>
              <a:t>𝑞</a:t>
            </a:r>
            <a:r>
              <a:rPr dirty="0" baseline="-15873" sz="2625" spc="-37">
                <a:latin typeface="Cambria Math"/>
                <a:cs typeface="Cambria Math"/>
              </a:rPr>
              <a:t>2</a:t>
            </a:r>
            <a:endParaRPr baseline="-15873" sz="2625">
              <a:latin typeface="Cambria Math"/>
              <a:cs typeface="Cambria Math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750569" y="4474971"/>
            <a:ext cx="6643370" cy="1730375"/>
            <a:chOff x="750569" y="4474971"/>
            <a:chExt cx="6643370" cy="1730375"/>
          </a:xfrm>
        </p:grpSpPr>
        <p:sp>
          <p:nvSpPr>
            <p:cNvPr id="29" name="object 29" descr=""/>
            <p:cNvSpPr/>
            <p:nvPr/>
          </p:nvSpPr>
          <p:spPr>
            <a:xfrm>
              <a:off x="2716403" y="4495164"/>
              <a:ext cx="4677410" cy="1710689"/>
            </a:xfrm>
            <a:custGeom>
              <a:avLst/>
              <a:gdLst/>
              <a:ahLst/>
              <a:cxnLst/>
              <a:rect l="l" t="t" r="r" b="b"/>
              <a:pathLst>
                <a:path w="4677409" h="1710689">
                  <a:moveTo>
                    <a:pt x="228854" y="10033"/>
                  </a:moveTo>
                  <a:lnTo>
                    <a:pt x="254" y="8382"/>
                  </a:lnTo>
                  <a:lnTo>
                    <a:pt x="0" y="36957"/>
                  </a:lnTo>
                  <a:lnTo>
                    <a:pt x="228600" y="38608"/>
                  </a:lnTo>
                  <a:lnTo>
                    <a:pt x="228854" y="10033"/>
                  </a:lnTo>
                  <a:close/>
                </a:path>
                <a:path w="4677409" h="1710689">
                  <a:moveTo>
                    <a:pt x="543179" y="12319"/>
                  </a:moveTo>
                  <a:lnTo>
                    <a:pt x="314579" y="10668"/>
                  </a:lnTo>
                  <a:lnTo>
                    <a:pt x="314325" y="39243"/>
                  </a:lnTo>
                  <a:lnTo>
                    <a:pt x="542925" y="40894"/>
                  </a:lnTo>
                  <a:lnTo>
                    <a:pt x="543179" y="12319"/>
                  </a:lnTo>
                  <a:close/>
                </a:path>
                <a:path w="4677409" h="1710689">
                  <a:moveTo>
                    <a:pt x="857504" y="14605"/>
                  </a:moveTo>
                  <a:lnTo>
                    <a:pt x="628904" y="12954"/>
                  </a:lnTo>
                  <a:lnTo>
                    <a:pt x="628650" y="41529"/>
                  </a:lnTo>
                  <a:lnTo>
                    <a:pt x="857250" y="43180"/>
                  </a:lnTo>
                  <a:lnTo>
                    <a:pt x="857504" y="14605"/>
                  </a:lnTo>
                  <a:close/>
                </a:path>
                <a:path w="4677409" h="1710689">
                  <a:moveTo>
                    <a:pt x="1171829" y="16764"/>
                  </a:moveTo>
                  <a:lnTo>
                    <a:pt x="943229" y="15113"/>
                  </a:lnTo>
                  <a:lnTo>
                    <a:pt x="942975" y="43688"/>
                  </a:lnTo>
                  <a:lnTo>
                    <a:pt x="1171575" y="45339"/>
                  </a:lnTo>
                  <a:lnTo>
                    <a:pt x="1171829" y="16764"/>
                  </a:lnTo>
                  <a:close/>
                </a:path>
                <a:path w="4677409" h="1710689">
                  <a:moveTo>
                    <a:pt x="1486027" y="19050"/>
                  </a:moveTo>
                  <a:lnTo>
                    <a:pt x="1257554" y="17399"/>
                  </a:lnTo>
                  <a:lnTo>
                    <a:pt x="1257300" y="45974"/>
                  </a:lnTo>
                  <a:lnTo>
                    <a:pt x="1485900" y="47625"/>
                  </a:lnTo>
                  <a:lnTo>
                    <a:pt x="1486027" y="19050"/>
                  </a:lnTo>
                  <a:close/>
                </a:path>
                <a:path w="4677409" h="1710689">
                  <a:moveTo>
                    <a:pt x="1800352" y="21209"/>
                  </a:moveTo>
                  <a:lnTo>
                    <a:pt x="1571752" y="19685"/>
                  </a:lnTo>
                  <a:lnTo>
                    <a:pt x="1571625" y="48260"/>
                  </a:lnTo>
                  <a:lnTo>
                    <a:pt x="1800225" y="49784"/>
                  </a:lnTo>
                  <a:lnTo>
                    <a:pt x="1800352" y="21209"/>
                  </a:lnTo>
                  <a:close/>
                </a:path>
                <a:path w="4677409" h="1710689">
                  <a:moveTo>
                    <a:pt x="2114677" y="23495"/>
                  </a:moveTo>
                  <a:lnTo>
                    <a:pt x="1886077" y="21844"/>
                  </a:lnTo>
                  <a:lnTo>
                    <a:pt x="1885950" y="50419"/>
                  </a:lnTo>
                  <a:lnTo>
                    <a:pt x="2114550" y="52070"/>
                  </a:lnTo>
                  <a:lnTo>
                    <a:pt x="2114677" y="23495"/>
                  </a:lnTo>
                  <a:close/>
                </a:path>
                <a:path w="4677409" h="1710689">
                  <a:moveTo>
                    <a:pt x="2429002" y="25781"/>
                  </a:moveTo>
                  <a:lnTo>
                    <a:pt x="2200402" y="24130"/>
                  </a:lnTo>
                  <a:lnTo>
                    <a:pt x="2200275" y="52705"/>
                  </a:lnTo>
                  <a:lnTo>
                    <a:pt x="2428875" y="54356"/>
                  </a:lnTo>
                  <a:lnTo>
                    <a:pt x="2429002" y="25781"/>
                  </a:lnTo>
                  <a:close/>
                </a:path>
                <a:path w="4677409" h="1710689">
                  <a:moveTo>
                    <a:pt x="2743327" y="27940"/>
                  </a:moveTo>
                  <a:lnTo>
                    <a:pt x="2514727" y="26289"/>
                  </a:lnTo>
                  <a:lnTo>
                    <a:pt x="2514600" y="54864"/>
                  </a:lnTo>
                  <a:lnTo>
                    <a:pt x="2743200" y="56515"/>
                  </a:lnTo>
                  <a:lnTo>
                    <a:pt x="2743327" y="27940"/>
                  </a:lnTo>
                  <a:close/>
                </a:path>
                <a:path w="4677409" h="1710689">
                  <a:moveTo>
                    <a:pt x="2905887" y="43434"/>
                  </a:moveTo>
                  <a:lnTo>
                    <a:pt x="2876639" y="28575"/>
                  </a:lnTo>
                  <a:lnTo>
                    <a:pt x="2820416" y="0"/>
                  </a:lnTo>
                  <a:lnTo>
                    <a:pt x="2819908" y="85725"/>
                  </a:lnTo>
                  <a:lnTo>
                    <a:pt x="2877997" y="57150"/>
                  </a:lnTo>
                  <a:lnTo>
                    <a:pt x="2905887" y="43434"/>
                  </a:lnTo>
                  <a:close/>
                </a:path>
                <a:path w="4677409" h="1710689">
                  <a:moveTo>
                    <a:pt x="3892169" y="1439265"/>
                  </a:moveTo>
                  <a:lnTo>
                    <a:pt x="3888219" y="1427810"/>
                  </a:lnTo>
                  <a:lnTo>
                    <a:pt x="3867696" y="1435201"/>
                  </a:lnTo>
                  <a:lnTo>
                    <a:pt x="3849725" y="1445907"/>
                  </a:lnTo>
                  <a:lnTo>
                    <a:pt x="3821417" y="1477289"/>
                  </a:lnTo>
                  <a:lnTo>
                    <a:pt x="3803993" y="1519250"/>
                  </a:lnTo>
                  <a:lnTo>
                    <a:pt x="3798265" y="1567561"/>
                  </a:lnTo>
                  <a:lnTo>
                    <a:pt x="3798189" y="1569046"/>
                  </a:lnTo>
                  <a:lnTo>
                    <a:pt x="3799636" y="1594993"/>
                  </a:lnTo>
                  <a:lnTo>
                    <a:pt x="3811206" y="1640865"/>
                  </a:lnTo>
                  <a:lnTo>
                    <a:pt x="3834206" y="1678089"/>
                  </a:lnTo>
                  <a:lnTo>
                    <a:pt x="3867683" y="1702765"/>
                  </a:lnTo>
                  <a:lnTo>
                    <a:pt x="3888219" y="1710131"/>
                  </a:lnTo>
                  <a:lnTo>
                    <a:pt x="3891788" y="1698675"/>
                  </a:lnTo>
                  <a:lnTo>
                    <a:pt x="3875659" y="1691551"/>
                  </a:lnTo>
                  <a:lnTo>
                    <a:pt x="3861765" y="1681632"/>
                  </a:lnTo>
                  <a:lnTo>
                    <a:pt x="3833266" y="1635404"/>
                  </a:lnTo>
                  <a:lnTo>
                    <a:pt x="3824884" y="1592465"/>
                  </a:lnTo>
                  <a:lnTo>
                    <a:pt x="3823843" y="1567561"/>
                  </a:lnTo>
                  <a:lnTo>
                    <a:pt x="3824884" y="1543481"/>
                  </a:lnTo>
                  <a:lnTo>
                    <a:pt x="3833266" y="1501686"/>
                  </a:lnTo>
                  <a:lnTo>
                    <a:pt x="3861854" y="1456182"/>
                  </a:lnTo>
                  <a:lnTo>
                    <a:pt x="3875875" y="1446364"/>
                  </a:lnTo>
                  <a:lnTo>
                    <a:pt x="3892169" y="1439265"/>
                  </a:lnTo>
                  <a:close/>
                </a:path>
                <a:path w="4677409" h="1710689">
                  <a:moveTo>
                    <a:pt x="4677283" y="1569046"/>
                  </a:moveTo>
                  <a:lnTo>
                    <a:pt x="4675835" y="1543481"/>
                  </a:lnTo>
                  <a:lnTo>
                    <a:pt x="4675822" y="1543164"/>
                  </a:lnTo>
                  <a:lnTo>
                    <a:pt x="4671453" y="1519250"/>
                  </a:lnTo>
                  <a:lnTo>
                    <a:pt x="4653915" y="1477289"/>
                  </a:lnTo>
                  <a:lnTo>
                    <a:pt x="4625619" y="1445907"/>
                  </a:lnTo>
                  <a:lnTo>
                    <a:pt x="4587240" y="1427810"/>
                  </a:lnTo>
                  <a:lnTo>
                    <a:pt x="4583176" y="1439265"/>
                  </a:lnTo>
                  <a:lnTo>
                    <a:pt x="4599533" y="1446364"/>
                  </a:lnTo>
                  <a:lnTo>
                    <a:pt x="4613592" y="1456182"/>
                  </a:lnTo>
                  <a:lnTo>
                    <a:pt x="4642116" y="1501686"/>
                  </a:lnTo>
                  <a:lnTo>
                    <a:pt x="4650410" y="1543164"/>
                  </a:lnTo>
                  <a:lnTo>
                    <a:pt x="4651502" y="1567561"/>
                  </a:lnTo>
                  <a:lnTo>
                    <a:pt x="4650448" y="1592465"/>
                  </a:lnTo>
                  <a:lnTo>
                    <a:pt x="4642066" y="1635404"/>
                  </a:lnTo>
                  <a:lnTo>
                    <a:pt x="4613592" y="1681632"/>
                  </a:lnTo>
                  <a:lnTo>
                    <a:pt x="4583684" y="1698675"/>
                  </a:lnTo>
                  <a:lnTo>
                    <a:pt x="4587240" y="1710131"/>
                  </a:lnTo>
                  <a:lnTo>
                    <a:pt x="4625733" y="1692084"/>
                  </a:lnTo>
                  <a:lnTo>
                    <a:pt x="4654042" y="1660791"/>
                  </a:lnTo>
                  <a:lnTo>
                    <a:pt x="4671466" y="1618919"/>
                  </a:lnTo>
                  <a:lnTo>
                    <a:pt x="4675822" y="1594993"/>
                  </a:lnTo>
                  <a:lnTo>
                    <a:pt x="4677283" y="156904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50569" y="4474971"/>
              <a:ext cx="824230" cy="85725"/>
            </a:xfrm>
            <a:custGeom>
              <a:avLst/>
              <a:gdLst/>
              <a:ahLst/>
              <a:cxnLst/>
              <a:rect l="l" t="t" r="r" b="b"/>
              <a:pathLst>
                <a:path w="824230" h="85725">
                  <a:moveTo>
                    <a:pt x="738124" y="0"/>
                  </a:moveTo>
                  <a:lnTo>
                    <a:pt x="738124" y="85725"/>
                  </a:lnTo>
                  <a:lnTo>
                    <a:pt x="795358" y="57150"/>
                  </a:lnTo>
                  <a:lnTo>
                    <a:pt x="752348" y="57150"/>
                  </a:lnTo>
                  <a:lnTo>
                    <a:pt x="752348" y="28575"/>
                  </a:lnTo>
                  <a:lnTo>
                    <a:pt x="795189" y="28575"/>
                  </a:lnTo>
                  <a:lnTo>
                    <a:pt x="738124" y="0"/>
                  </a:lnTo>
                  <a:close/>
                </a:path>
                <a:path w="824230" h="85725">
                  <a:moveTo>
                    <a:pt x="738124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738124" y="57150"/>
                  </a:lnTo>
                  <a:lnTo>
                    <a:pt x="738124" y="28575"/>
                  </a:lnTo>
                  <a:close/>
                </a:path>
                <a:path w="824230" h="85725">
                  <a:moveTo>
                    <a:pt x="795189" y="28575"/>
                  </a:moveTo>
                  <a:lnTo>
                    <a:pt x="752348" y="28575"/>
                  </a:lnTo>
                  <a:lnTo>
                    <a:pt x="752348" y="57150"/>
                  </a:lnTo>
                  <a:lnTo>
                    <a:pt x="795358" y="57150"/>
                  </a:lnTo>
                  <a:lnTo>
                    <a:pt x="823849" y="42925"/>
                  </a:lnTo>
                  <a:lnTo>
                    <a:pt x="795189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2.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5">
                <a:latin typeface="Franklin Gothic Medium"/>
                <a:cs typeface="Franklin Gothic Medium"/>
              </a:rPr>
              <a:t>Remove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repair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damage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recovering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paths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4751070" y="5854755"/>
            <a:ext cx="1750060" cy="38735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2400">
                <a:latin typeface="Cambria Math"/>
                <a:cs typeface="Cambria Math"/>
              </a:rPr>
              <a:t>∅</a:t>
            </a:r>
            <a:r>
              <a:rPr dirty="0" sz="2400" spc="-6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314" sz="3600">
                <a:solidFill>
                  <a:srgbClr val="C00000"/>
                </a:solidFill>
                <a:latin typeface="Franklin Gothic Medium"/>
                <a:cs typeface="Franklin Gothic Medium"/>
              </a:rPr>
              <a:t>(0</a:t>
            </a:r>
            <a:r>
              <a:rPr dirty="0" baseline="2314" sz="3600" spc="-15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baseline="2314" sz="36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baseline="2314" sz="3600" spc="-7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314" sz="3600" spc="-30">
                <a:solidFill>
                  <a:srgbClr val="C00000"/>
                </a:solidFill>
                <a:latin typeface="Cambria Math"/>
                <a:cs typeface="Cambria Math"/>
              </a:rPr>
              <a:t>1)</a:t>
            </a:r>
            <a:r>
              <a:rPr dirty="0" baseline="30158" sz="262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314" sz="3600" spc="-3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endParaRPr baseline="2314" sz="3600">
              <a:latin typeface="Cambria Math"/>
              <a:cs typeface="Cambria Math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408544" y="5854755"/>
            <a:ext cx="281305" cy="3765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45"/>
              </a:lnSpc>
            </a:pPr>
            <a:r>
              <a:rPr dirty="0" sz="1750" spc="-2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-20833" sz="3600" spc="-37">
                <a:solidFill>
                  <a:srgbClr val="C00000"/>
                </a:solidFill>
                <a:latin typeface="Franklin Gothic Medium"/>
                <a:cs typeface="Franklin Gothic Medium"/>
              </a:rPr>
              <a:t>ε</a:t>
            </a:r>
            <a:endParaRPr baseline="-20833" sz="3600">
              <a:latin typeface="Franklin Gothic Medium"/>
              <a:cs typeface="Franklin Gothic Medium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602348" y="5901995"/>
            <a:ext cx="704850" cy="330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45"/>
              </a:lnSpc>
            </a:pP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0</a:t>
            </a:r>
            <a:r>
              <a:rPr dirty="0" sz="2400" spc="-1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3309873" y="4065778"/>
            <a:ext cx="12738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C00000"/>
                </a:solidFill>
                <a:latin typeface="Franklin Gothic Medium"/>
                <a:cs typeface="Franklin Gothic Medium"/>
              </a:rPr>
              <a:t>(0</a:t>
            </a:r>
            <a:r>
              <a:rPr dirty="0" sz="2400" spc="-85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1)</a:t>
            </a:r>
            <a:r>
              <a:rPr dirty="0" baseline="28571" sz="262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400" spc="-2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566417" y="3933190"/>
            <a:ext cx="1155700" cy="1168400"/>
            <a:chOff x="1566417" y="3933190"/>
            <a:chExt cx="1155700" cy="1168400"/>
          </a:xfrm>
        </p:grpSpPr>
        <p:sp>
          <p:nvSpPr>
            <p:cNvPr id="10" name="object 10" descr=""/>
            <p:cNvSpPr/>
            <p:nvPr/>
          </p:nvSpPr>
          <p:spPr>
            <a:xfrm>
              <a:off x="1572767" y="3939540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571500" y="0"/>
                  </a:moveTo>
                  <a:lnTo>
                    <a:pt x="524632" y="1914"/>
                  </a:lnTo>
                  <a:lnTo>
                    <a:pt x="478808" y="7559"/>
                  </a:lnTo>
                  <a:lnTo>
                    <a:pt x="434173" y="16784"/>
                  </a:lnTo>
                  <a:lnTo>
                    <a:pt x="390875" y="29443"/>
                  </a:lnTo>
                  <a:lnTo>
                    <a:pt x="349061" y="45386"/>
                  </a:lnTo>
                  <a:lnTo>
                    <a:pt x="308878" y="64465"/>
                  </a:lnTo>
                  <a:lnTo>
                    <a:pt x="270474" y="86530"/>
                  </a:lnTo>
                  <a:lnTo>
                    <a:pt x="233994" y="111434"/>
                  </a:lnTo>
                  <a:lnTo>
                    <a:pt x="199588" y="139028"/>
                  </a:lnTo>
                  <a:lnTo>
                    <a:pt x="167401" y="169163"/>
                  </a:lnTo>
                  <a:lnTo>
                    <a:pt x="137582" y="201691"/>
                  </a:lnTo>
                  <a:lnTo>
                    <a:pt x="110276" y="236463"/>
                  </a:lnTo>
                  <a:lnTo>
                    <a:pt x="85632" y="273331"/>
                  </a:lnTo>
                  <a:lnTo>
                    <a:pt x="63796" y="312145"/>
                  </a:lnTo>
                  <a:lnTo>
                    <a:pt x="44916" y="352758"/>
                  </a:lnTo>
                  <a:lnTo>
                    <a:pt x="29138" y="395020"/>
                  </a:lnTo>
                  <a:lnTo>
                    <a:pt x="16611" y="438784"/>
                  </a:lnTo>
                  <a:lnTo>
                    <a:pt x="7480" y="483900"/>
                  </a:lnTo>
                  <a:lnTo>
                    <a:pt x="1894" y="530220"/>
                  </a:lnTo>
                  <a:lnTo>
                    <a:pt x="0" y="577596"/>
                  </a:lnTo>
                  <a:lnTo>
                    <a:pt x="1894" y="624971"/>
                  </a:lnTo>
                  <a:lnTo>
                    <a:pt x="7480" y="671291"/>
                  </a:lnTo>
                  <a:lnTo>
                    <a:pt x="16611" y="716407"/>
                  </a:lnTo>
                  <a:lnTo>
                    <a:pt x="29138" y="760171"/>
                  </a:lnTo>
                  <a:lnTo>
                    <a:pt x="44916" y="802433"/>
                  </a:lnTo>
                  <a:lnTo>
                    <a:pt x="63796" y="843046"/>
                  </a:lnTo>
                  <a:lnTo>
                    <a:pt x="85632" y="881860"/>
                  </a:lnTo>
                  <a:lnTo>
                    <a:pt x="110276" y="918728"/>
                  </a:lnTo>
                  <a:lnTo>
                    <a:pt x="137582" y="953500"/>
                  </a:lnTo>
                  <a:lnTo>
                    <a:pt x="167401" y="986028"/>
                  </a:lnTo>
                  <a:lnTo>
                    <a:pt x="199588" y="1016163"/>
                  </a:lnTo>
                  <a:lnTo>
                    <a:pt x="233994" y="1043757"/>
                  </a:lnTo>
                  <a:lnTo>
                    <a:pt x="270474" y="1068661"/>
                  </a:lnTo>
                  <a:lnTo>
                    <a:pt x="308878" y="1090726"/>
                  </a:lnTo>
                  <a:lnTo>
                    <a:pt x="349061" y="1109805"/>
                  </a:lnTo>
                  <a:lnTo>
                    <a:pt x="390875" y="1125748"/>
                  </a:lnTo>
                  <a:lnTo>
                    <a:pt x="434173" y="1138407"/>
                  </a:lnTo>
                  <a:lnTo>
                    <a:pt x="478808" y="1147632"/>
                  </a:lnTo>
                  <a:lnTo>
                    <a:pt x="524632" y="1153277"/>
                  </a:lnTo>
                  <a:lnTo>
                    <a:pt x="571500" y="1155192"/>
                  </a:lnTo>
                  <a:lnTo>
                    <a:pt x="618367" y="1153277"/>
                  </a:lnTo>
                  <a:lnTo>
                    <a:pt x="664191" y="1147632"/>
                  </a:lnTo>
                  <a:lnTo>
                    <a:pt x="708826" y="1138407"/>
                  </a:lnTo>
                  <a:lnTo>
                    <a:pt x="752124" y="1125748"/>
                  </a:lnTo>
                  <a:lnTo>
                    <a:pt x="793938" y="1109805"/>
                  </a:lnTo>
                  <a:lnTo>
                    <a:pt x="834121" y="1090726"/>
                  </a:lnTo>
                  <a:lnTo>
                    <a:pt x="872525" y="1068661"/>
                  </a:lnTo>
                  <a:lnTo>
                    <a:pt x="909005" y="1043757"/>
                  </a:lnTo>
                  <a:lnTo>
                    <a:pt x="943411" y="1016163"/>
                  </a:lnTo>
                  <a:lnTo>
                    <a:pt x="975598" y="986028"/>
                  </a:lnTo>
                  <a:lnTo>
                    <a:pt x="1005417" y="953500"/>
                  </a:lnTo>
                  <a:lnTo>
                    <a:pt x="1032723" y="918728"/>
                  </a:lnTo>
                  <a:lnTo>
                    <a:pt x="1057367" y="881860"/>
                  </a:lnTo>
                  <a:lnTo>
                    <a:pt x="1079203" y="843046"/>
                  </a:lnTo>
                  <a:lnTo>
                    <a:pt x="1098083" y="802433"/>
                  </a:lnTo>
                  <a:lnTo>
                    <a:pt x="1113861" y="760171"/>
                  </a:lnTo>
                  <a:lnTo>
                    <a:pt x="1126388" y="716407"/>
                  </a:lnTo>
                  <a:lnTo>
                    <a:pt x="1135519" y="671291"/>
                  </a:lnTo>
                  <a:lnTo>
                    <a:pt x="1141105" y="624971"/>
                  </a:lnTo>
                  <a:lnTo>
                    <a:pt x="1143000" y="577596"/>
                  </a:lnTo>
                  <a:lnTo>
                    <a:pt x="1141105" y="530220"/>
                  </a:lnTo>
                  <a:lnTo>
                    <a:pt x="1135519" y="483900"/>
                  </a:lnTo>
                  <a:lnTo>
                    <a:pt x="1126388" y="438784"/>
                  </a:lnTo>
                  <a:lnTo>
                    <a:pt x="1113861" y="395020"/>
                  </a:lnTo>
                  <a:lnTo>
                    <a:pt x="1098083" y="352758"/>
                  </a:lnTo>
                  <a:lnTo>
                    <a:pt x="1079203" y="312145"/>
                  </a:lnTo>
                  <a:lnTo>
                    <a:pt x="1057367" y="273331"/>
                  </a:lnTo>
                  <a:lnTo>
                    <a:pt x="1032723" y="236463"/>
                  </a:lnTo>
                  <a:lnTo>
                    <a:pt x="1005417" y="201691"/>
                  </a:lnTo>
                  <a:lnTo>
                    <a:pt x="975598" y="169163"/>
                  </a:lnTo>
                  <a:lnTo>
                    <a:pt x="943411" y="139028"/>
                  </a:lnTo>
                  <a:lnTo>
                    <a:pt x="909005" y="111434"/>
                  </a:lnTo>
                  <a:lnTo>
                    <a:pt x="872525" y="86530"/>
                  </a:lnTo>
                  <a:lnTo>
                    <a:pt x="834121" y="64465"/>
                  </a:lnTo>
                  <a:lnTo>
                    <a:pt x="793938" y="45386"/>
                  </a:lnTo>
                  <a:lnTo>
                    <a:pt x="752124" y="29443"/>
                  </a:lnTo>
                  <a:lnTo>
                    <a:pt x="708826" y="16784"/>
                  </a:lnTo>
                  <a:lnTo>
                    <a:pt x="664191" y="7559"/>
                  </a:lnTo>
                  <a:lnTo>
                    <a:pt x="618367" y="191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572767" y="3939540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0" y="577596"/>
                  </a:moveTo>
                  <a:lnTo>
                    <a:pt x="1894" y="530220"/>
                  </a:lnTo>
                  <a:lnTo>
                    <a:pt x="7480" y="483900"/>
                  </a:lnTo>
                  <a:lnTo>
                    <a:pt x="16611" y="438784"/>
                  </a:lnTo>
                  <a:lnTo>
                    <a:pt x="29138" y="395020"/>
                  </a:lnTo>
                  <a:lnTo>
                    <a:pt x="44916" y="352758"/>
                  </a:lnTo>
                  <a:lnTo>
                    <a:pt x="63796" y="312145"/>
                  </a:lnTo>
                  <a:lnTo>
                    <a:pt x="85632" y="273331"/>
                  </a:lnTo>
                  <a:lnTo>
                    <a:pt x="110276" y="236463"/>
                  </a:lnTo>
                  <a:lnTo>
                    <a:pt x="137582" y="201691"/>
                  </a:lnTo>
                  <a:lnTo>
                    <a:pt x="167401" y="169163"/>
                  </a:lnTo>
                  <a:lnTo>
                    <a:pt x="199588" y="139028"/>
                  </a:lnTo>
                  <a:lnTo>
                    <a:pt x="233994" y="111434"/>
                  </a:lnTo>
                  <a:lnTo>
                    <a:pt x="270474" y="86530"/>
                  </a:lnTo>
                  <a:lnTo>
                    <a:pt x="308878" y="64465"/>
                  </a:lnTo>
                  <a:lnTo>
                    <a:pt x="349061" y="45386"/>
                  </a:lnTo>
                  <a:lnTo>
                    <a:pt x="390875" y="29443"/>
                  </a:lnTo>
                  <a:lnTo>
                    <a:pt x="434173" y="16784"/>
                  </a:lnTo>
                  <a:lnTo>
                    <a:pt x="478808" y="7559"/>
                  </a:lnTo>
                  <a:lnTo>
                    <a:pt x="524632" y="1914"/>
                  </a:lnTo>
                  <a:lnTo>
                    <a:pt x="571500" y="0"/>
                  </a:lnTo>
                  <a:lnTo>
                    <a:pt x="618367" y="1914"/>
                  </a:lnTo>
                  <a:lnTo>
                    <a:pt x="664191" y="7559"/>
                  </a:lnTo>
                  <a:lnTo>
                    <a:pt x="708826" y="16784"/>
                  </a:lnTo>
                  <a:lnTo>
                    <a:pt x="752124" y="29443"/>
                  </a:lnTo>
                  <a:lnTo>
                    <a:pt x="793938" y="45386"/>
                  </a:lnTo>
                  <a:lnTo>
                    <a:pt x="834121" y="64465"/>
                  </a:lnTo>
                  <a:lnTo>
                    <a:pt x="872525" y="86530"/>
                  </a:lnTo>
                  <a:lnTo>
                    <a:pt x="909005" y="111434"/>
                  </a:lnTo>
                  <a:lnTo>
                    <a:pt x="943411" y="139028"/>
                  </a:lnTo>
                  <a:lnTo>
                    <a:pt x="975598" y="169163"/>
                  </a:lnTo>
                  <a:lnTo>
                    <a:pt x="1005417" y="201691"/>
                  </a:lnTo>
                  <a:lnTo>
                    <a:pt x="1032723" y="236463"/>
                  </a:lnTo>
                  <a:lnTo>
                    <a:pt x="1057367" y="273331"/>
                  </a:lnTo>
                  <a:lnTo>
                    <a:pt x="1079203" y="312145"/>
                  </a:lnTo>
                  <a:lnTo>
                    <a:pt x="1098083" y="352758"/>
                  </a:lnTo>
                  <a:lnTo>
                    <a:pt x="1113861" y="395020"/>
                  </a:lnTo>
                  <a:lnTo>
                    <a:pt x="1126388" y="438784"/>
                  </a:lnTo>
                  <a:lnTo>
                    <a:pt x="1135519" y="483900"/>
                  </a:lnTo>
                  <a:lnTo>
                    <a:pt x="1141105" y="530220"/>
                  </a:lnTo>
                  <a:lnTo>
                    <a:pt x="1143000" y="577596"/>
                  </a:lnTo>
                  <a:lnTo>
                    <a:pt x="1141105" y="624971"/>
                  </a:lnTo>
                  <a:lnTo>
                    <a:pt x="1135519" y="671291"/>
                  </a:lnTo>
                  <a:lnTo>
                    <a:pt x="1126388" y="716407"/>
                  </a:lnTo>
                  <a:lnTo>
                    <a:pt x="1113861" y="760171"/>
                  </a:lnTo>
                  <a:lnTo>
                    <a:pt x="1098083" y="802433"/>
                  </a:lnTo>
                  <a:lnTo>
                    <a:pt x="1079203" y="843046"/>
                  </a:lnTo>
                  <a:lnTo>
                    <a:pt x="1057367" y="881860"/>
                  </a:lnTo>
                  <a:lnTo>
                    <a:pt x="1032723" y="918728"/>
                  </a:lnTo>
                  <a:lnTo>
                    <a:pt x="1005417" y="953500"/>
                  </a:lnTo>
                  <a:lnTo>
                    <a:pt x="975598" y="986028"/>
                  </a:lnTo>
                  <a:lnTo>
                    <a:pt x="943411" y="1016163"/>
                  </a:lnTo>
                  <a:lnTo>
                    <a:pt x="909005" y="1043757"/>
                  </a:lnTo>
                  <a:lnTo>
                    <a:pt x="872525" y="1068661"/>
                  </a:lnTo>
                  <a:lnTo>
                    <a:pt x="834121" y="1090726"/>
                  </a:lnTo>
                  <a:lnTo>
                    <a:pt x="793938" y="1109805"/>
                  </a:lnTo>
                  <a:lnTo>
                    <a:pt x="752124" y="1125748"/>
                  </a:lnTo>
                  <a:lnTo>
                    <a:pt x="708826" y="1138407"/>
                  </a:lnTo>
                  <a:lnTo>
                    <a:pt x="664191" y="1147632"/>
                  </a:lnTo>
                  <a:lnTo>
                    <a:pt x="618367" y="1153277"/>
                  </a:lnTo>
                  <a:lnTo>
                    <a:pt x="571500" y="1155192"/>
                  </a:lnTo>
                  <a:lnTo>
                    <a:pt x="524632" y="1153277"/>
                  </a:lnTo>
                  <a:lnTo>
                    <a:pt x="478808" y="1147632"/>
                  </a:lnTo>
                  <a:lnTo>
                    <a:pt x="434173" y="1138407"/>
                  </a:lnTo>
                  <a:lnTo>
                    <a:pt x="390875" y="1125748"/>
                  </a:lnTo>
                  <a:lnTo>
                    <a:pt x="349061" y="1109805"/>
                  </a:lnTo>
                  <a:lnTo>
                    <a:pt x="308878" y="1090726"/>
                  </a:lnTo>
                  <a:lnTo>
                    <a:pt x="270474" y="1068661"/>
                  </a:lnTo>
                  <a:lnTo>
                    <a:pt x="233994" y="1043757"/>
                  </a:lnTo>
                  <a:lnTo>
                    <a:pt x="199588" y="1016163"/>
                  </a:lnTo>
                  <a:lnTo>
                    <a:pt x="167401" y="986028"/>
                  </a:lnTo>
                  <a:lnTo>
                    <a:pt x="137582" y="953500"/>
                  </a:lnTo>
                  <a:lnTo>
                    <a:pt x="110276" y="918728"/>
                  </a:lnTo>
                  <a:lnTo>
                    <a:pt x="85632" y="881860"/>
                  </a:lnTo>
                  <a:lnTo>
                    <a:pt x="63796" y="843046"/>
                  </a:lnTo>
                  <a:lnTo>
                    <a:pt x="44916" y="802433"/>
                  </a:lnTo>
                  <a:lnTo>
                    <a:pt x="29138" y="760171"/>
                  </a:lnTo>
                  <a:lnTo>
                    <a:pt x="16611" y="716407"/>
                  </a:lnTo>
                  <a:lnTo>
                    <a:pt x="7480" y="671291"/>
                  </a:lnTo>
                  <a:lnTo>
                    <a:pt x="1894" y="624971"/>
                  </a:lnTo>
                  <a:lnTo>
                    <a:pt x="0" y="57759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2024633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9498838" y="3953002"/>
            <a:ext cx="1154430" cy="1165225"/>
            <a:chOff x="9498838" y="3953002"/>
            <a:chExt cx="1154430" cy="1165225"/>
          </a:xfrm>
        </p:grpSpPr>
        <p:sp>
          <p:nvSpPr>
            <p:cNvPr id="14" name="object 14" descr=""/>
            <p:cNvSpPr/>
            <p:nvPr/>
          </p:nvSpPr>
          <p:spPr>
            <a:xfrm>
              <a:off x="9505188" y="3959352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570737" y="0"/>
                  </a:moveTo>
                  <a:lnTo>
                    <a:pt x="523928" y="1909"/>
                  </a:lnTo>
                  <a:lnTo>
                    <a:pt x="478160" y="7540"/>
                  </a:lnTo>
                  <a:lnTo>
                    <a:pt x="433581" y="16743"/>
                  </a:lnTo>
                  <a:lnTo>
                    <a:pt x="390339" y="29370"/>
                  </a:lnTo>
                  <a:lnTo>
                    <a:pt x="348579" y="45273"/>
                  </a:lnTo>
                  <a:lnTo>
                    <a:pt x="308449" y="64304"/>
                  </a:lnTo>
                  <a:lnTo>
                    <a:pt x="270095" y="86313"/>
                  </a:lnTo>
                  <a:lnTo>
                    <a:pt x="233665" y="111154"/>
                  </a:lnTo>
                  <a:lnTo>
                    <a:pt x="199306" y="138677"/>
                  </a:lnTo>
                  <a:lnTo>
                    <a:pt x="167163" y="168735"/>
                  </a:lnTo>
                  <a:lnTo>
                    <a:pt x="137385" y="201179"/>
                  </a:lnTo>
                  <a:lnTo>
                    <a:pt x="110118" y="235860"/>
                  </a:lnTo>
                  <a:lnTo>
                    <a:pt x="85508" y="272631"/>
                  </a:lnTo>
                  <a:lnTo>
                    <a:pt x="63703" y="311342"/>
                  </a:lnTo>
                  <a:lnTo>
                    <a:pt x="44850" y="351847"/>
                  </a:lnTo>
                  <a:lnTo>
                    <a:pt x="29096" y="393996"/>
                  </a:lnTo>
                  <a:lnTo>
                    <a:pt x="16586" y="437641"/>
                  </a:lnTo>
                  <a:lnTo>
                    <a:pt x="7469" y="482635"/>
                  </a:lnTo>
                  <a:lnTo>
                    <a:pt x="1891" y="528827"/>
                  </a:lnTo>
                  <a:lnTo>
                    <a:pt x="0" y="576072"/>
                  </a:lnTo>
                  <a:lnTo>
                    <a:pt x="1891" y="623316"/>
                  </a:lnTo>
                  <a:lnTo>
                    <a:pt x="7469" y="669508"/>
                  </a:lnTo>
                  <a:lnTo>
                    <a:pt x="16586" y="714502"/>
                  </a:lnTo>
                  <a:lnTo>
                    <a:pt x="29096" y="758147"/>
                  </a:lnTo>
                  <a:lnTo>
                    <a:pt x="44850" y="800296"/>
                  </a:lnTo>
                  <a:lnTo>
                    <a:pt x="63703" y="840801"/>
                  </a:lnTo>
                  <a:lnTo>
                    <a:pt x="85508" y="879512"/>
                  </a:lnTo>
                  <a:lnTo>
                    <a:pt x="110118" y="916283"/>
                  </a:lnTo>
                  <a:lnTo>
                    <a:pt x="137385" y="950964"/>
                  </a:lnTo>
                  <a:lnTo>
                    <a:pt x="167163" y="983408"/>
                  </a:lnTo>
                  <a:lnTo>
                    <a:pt x="199306" y="1013466"/>
                  </a:lnTo>
                  <a:lnTo>
                    <a:pt x="233665" y="1040989"/>
                  </a:lnTo>
                  <a:lnTo>
                    <a:pt x="270095" y="1065830"/>
                  </a:lnTo>
                  <a:lnTo>
                    <a:pt x="308449" y="1087839"/>
                  </a:lnTo>
                  <a:lnTo>
                    <a:pt x="348579" y="1106870"/>
                  </a:lnTo>
                  <a:lnTo>
                    <a:pt x="390339" y="1122773"/>
                  </a:lnTo>
                  <a:lnTo>
                    <a:pt x="433581" y="1135400"/>
                  </a:lnTo>
                  <a:lnTo>
                    <a:pt x="478160" y="1144603"/>
                  </a:lnTo>
                  <a:lnTo>
                    <a:pt x="523928" y="1150234"/>
                  </a:lnTo>
                  <a:lnTo>
                    <a:pt x="570737" y="1152144"/>
                  </a:lnTo>
                  <a:lnTo>
                    <a:pt x="617547" y="1150234"/>
                  </a:lnTo>
                  <a:lnTo>
                    <a:pt x="663315" y="1144603"/>
                  </a:lnTo>
                  <a:lnTo>
                    <a:pt x="707894" y="1135400"/>
                  </a:lnTo>
                  <a:lnTo>
                    <a:pt x="751136" y="1122773"/>
                  </a:lnTo>
                  <a:lnTo>
                    <a:pt x="792896" y="1106870"/>
                  </a:lnTo>
                  <a:lnTo>
                    <a:pt x="833026" y="1087839"/>
                  </a:lnTo>
                  <a:lnTo>
                    <a:pt x="871380" y="1065830"/>
                  </a:lnTo>
                  <a:lnTo>
                    <a:pt x="907810" y="1040989"/>
                  </a:lnTo>
                  <a:lnTo>
                    <a:pt x="942169" y="1013466"/>
                  </a:lnTo>
                  <a:lnTo>
                    <a:pt x="974312" y="983408"/>
                  </a:lnTo>
                  <a:lnTo>
                    <a:pt x="1004090" y="950964"/>
                  </a:lnTo>
                  <a:lnTo>
                    <a:pt x="1031357" y="916283"/>
                  </a:lnTo>
                  <a:lnTo>
                    <a:pt x="1055967" y="879512"/>
                  </a:lnTo>
                  <a:lnTo>
                    <a:pt x="1077772" y="840801"/>
                  </a:lnTo>
                  <a:lnTo>
                    <a:pt x="1096625" y="800296"/>
                  </a:lnTo>
                  <a:lnTo>
                    <a:pt x="1112379" y="758147"/>
                  </a:lnTo>
                  <a:lnTo>
                    <a:pt x="1124889" y="714502"/>
                  </a:lnTo>
                  <a:lnTo>
                    <a:pt x="1134006" y="669508"/>
                  </a:lnTo>
                  <a:lnTo>
                    <a:pt x="1139584" y="623316"/>
                  </a:lnTo>
                  <a:lnTo>
                    <a:pt x="1141476" y="576072"/>
                  </a:lnTo>
                  <a:lnTo>
                    <a:pt x="1139584" y="528827"/>
                  </a:lnTo>
                  <a:lnTo>
                    <a:pt x="1134006" y="482635"/>
                  </a:lnTo>
                  <a:lnTo>
                    <a:pt x="1124889" y="437641"/>
                  </a:lnTo>
                  <a:lnTo>
                    <a:pt x="1112379" y="393996"/>
                  </a:lnTo>
                  <a:lnTo>
                    <a:pt x="1096625" y="351847"/>
                  </a:lnTo>
                  <a:lnTo>
                    <a:pt x="1077772" y="311342"/>
                  </a:lnTo>
                  <a:lnTo>
                    <a:pt x="1055967" y="272631"/>
                  </a:lnTo>
                  <a:lnTo>
                    <a:pt x="1031357" y="235860"/>
                  </a:lnTo>
                  <a:lnTo>
                    <a:pt x="1004090" y="201179"/>
                  </a:lnTo>
                  <a:lnTo>
                    <a:pt x="974312" y="168735"/>
                  </a:lnTo>
                  <a:lnTo>
                    <a:pt x="942169" y="138677"/>
                  </a:lnTo>
                  <a:lnTo>
                    <a:pt x="907810" y="111154"/>
                  </a:lnTo>
                  <a:lnTo>
                    <a:pt x="871380" y="86313"/>
                  </a:lnTo>
                  <a:lnTo>
                    <a:pt x="833026" y="64304"/>
                  </a:lnTo>
                  <a:lnTo>
                    <a:pt x="792896" y="45273"/>
                  </a:lnTo>
                  <a:lnTo>
                    <a:pt x="751136" y="29370"/>
                  </a:lnTo>
                  <a:lnTo>
                    <a:pt x="707894" y="16743"/>
                  </a:lnTo>
                  <a:lnTo>
                    <a:pt x="663315" y="7540"/>
                  </a:lnTo>
                  <a:lnTo>
                    <a:pt x="617547" y="1909"/>
                  </a:lnTo>
                  <a:lnTo>
                    <a:pt x="5707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505188" y="3959352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0" y="576072"/>
                  </a:moveTo>
                  <a:lnTo>
                    <a:pt x="1891" y="528827"/>
                  </a:lnTo>
                  <a:lnTo>
                    <a:pt x="7469" y="482635"/>
                  </a:lnTo>
                  <a:lnTo>
                    <a:pt x="16586" y="437641"/>
                  </a:lnTo>
                  <a:lnTo>
                    <a:pt x="29096" y="393996"/>
                  </a:lnTo>
                  <a:lnTo>
                    <a:pt x="44850" y="351847"/>
                  </a:lnTo>
                  <a:lnTo>
                    <a:pt x="63703" y="311342"/>
                  </a:lnTo>
                  <a:lnTo>
                    <a:pt x="85508" y="272631"/>
                  </a:lnTo>
                  <a:lnTo>
                    <a:pt x="110118" y="235860"/>
                  </a:lnTo>
                  <a:lnTo>
                    <a:pt x="137385" y="201179"/>
                  </a:lnTo>
                  <a:lnTo>
                    <a:pt x="167163" y="168735"/>
                  </a:lnTo>
                  <a:lnTo>
                    <a:pt x="199306" y="138677"/>
                  </a:lnTo>
                  <a:lnTo>
                    <a:pt x="233665" y="111154"/>
                  </a:lnTo>
                  <a:lnTo>
                    <a:pt x="270095" y="86313"/>
                  </a:lnTo>
                  <a:lnTo>
                    <a:pt x="308449" y="64304"/>
                  </a:lnTo>
                  <a:lnTo>
                    <a:pt x="348579" y="45273"/>
                  </a:lnTo>
                  <a:lnTo>
                    <a:pt x="390339" y="29370"/>
                  </a:lnTo>
                  <a:lnTo>
                    <a:pt x="433581" y="16743"/>
                  </a:lnTo>
                  <a:lnTo>
                    <a:pt x="478160" y="7540"/>
                  </a:lnTo>
                  <a:lnTo>
                    <a:pt x="523928" y="1909"/>
                  </a:lnTo>
                  <a:lnTo>
                    <a:pt x="570737" y="0"/>
                  </a:lnTo>
                  <a:lnTo>
                    <a:pt x="617547" y="1909"/>
                  </a:lnTo>
                  <a:lnTo>
                    <a:pt x="663315" y="7540"/>
                  </a:lnTo>
                  <a:lnTo>
                    <a:pt x="707894" y="16743"/>
                  </a:lnTo>
                  <a:lnTo>
                    <a:pt x="751136" y="29370"/>
                  </a:lnTo>
                  <a:lnTo>
                    <a:pt x="792896" y="45273"/>
                  </a:lnTo>
                  <a:lnTo>
                    <a:pt x="833026" y="64304"/>
                  </a:lnTo>
                  <a:lnTo>
                    <a:pt x="871380" y="86313"/>
                  </a:lnTo>
                  <a:lnTo>
                    <a:pt x="907810" y="111154"/>
                  </a:lnTo>
                  <a:lnTo>
                    <a:pt x="942169" y="138677"/>
                  </a:lnTo>
                  <a:lnTo>
                    <a:pt x="974312" y="168735"/>
                  </a:lnTo>
                  <a:lnTo>
                    <a:pt x="1004090" y="201179"/>
                  </a:lnTo>
                  <a:lnTo>
                    <a:pt x="1031357" y="235860"/>
                  </a:lnTo>
                  <a:lnTo>
                    <a:pt x="1055967" y="272631"/>
                  </a:lnTo>
                  <a:lnTo>
                    <a:pt x="1077772" y="311342"/>
                  </a:lnTo>
                  <a:lnTo>
                    <a:pt x="1096625" y="351847"/>
                  </a:lnTo>
                  <a:lnTo>
                    <a:pt x="1112379" y="393996"/>
                  </a:lnTo>
                  <a:lnTo>
                    <a:pt x="1124889" y="437641"/>
                  </a:lnTo>
                  <a:lnTo>
                    <a:pt x="1134006" y="482635"/>
                  </a:lnTo>
                  <a:lnTo>
                    <a:pt x="1139584" y="528827"/>
                  </a:lnTo>
                  <a:lnTo>
                    <a:pt x="1141476" y="576072"/>
                  </a:lnTo>
                  <a:lnTo>
                    <a:pt x="1139584" y="623316"/>
                  </a:lnTo>
                  <a:lnTo>
                    <a:pt x="1134006" y="669508"/>
                  </a:lnTo>
                  <a:lnTo>
                    <a:pt x="1124889" y="714502"/>
                  </a:lnTo>
                  <a:lnTo>
                    <a:pt x="1112379" y="758147"/>
                  </a:lnTo>
                  <a:lnTo>
                    <a:pt x="1096625" y="800296"/>
                  </a:lnTo>
                  <a:lnTo>
                    <a:pt x="1077772" y="840801"/>
                  </a:lnTo>
                  <a:lnTo>
                    <a:pt x="1055967" y="879512"/>
                  </a:lnTo>
                  <a:lnTo>
                    <a:pt x="1031357" y="916283"/>
                  </a:lnTo>
                  <a:lnTo>
                    <a:pt x="1004090" y="950964"/>
                  </a:lnTo>
                  <a:lnTo>
                    <a:pt x="974312" y="983408"/>
                  </a:lnTo>
                  <a:lnTo>
                    <a:pt x="942169" y="1013466"/>
                  </a:lnTo>
                  <a:lnTo>
                    <a:pt x="907810" y="1040989"/>
                  </a:lnTo>
                  <a:lnTo>
                    <a:pt x="871380" y="1065830"/>
                  </a:lnTo>
                  <a:lnTo>
                    <a:pt x="833026" y="1087839"/>
                  </a:lnTo>
                  <a:lnTo>
                    <a:pt x="792896" y="1106870"/>
                  </a:lnTo>
                  <a:lnTo>
                    <a:pt x="751136" y="1122773"/>
                  </a:lnTo>
                  <a:lnTo>
                    <a:pt x="707894" y="1135400"/>
                  </a:lnTo>
                  <a:lnTo>
                    <a:pt x="663315" y="1144603"/>
                  </a:lnTo>
                  <a:lnTo>
                    <a:pt x="617547" y="1150234"/>
                  </a:lnTo>
                  <a:lnTo>
                    <a:pt x="570737" y="1152144"/>
                  </a:lnTo>
                  <a:lnTo>
                    <a:pt x="523928" y="1150234"/>
                  </a:lnTo>
                  <a:lnTo>
                    <a:pt x="478160" y="1144603"/>
                  </a:lnTo>
                  <a:lnTo>
                    <a:pt x="433581" y="1135400"/>
                  </a:lnTo>
                  <a:lnTo>
                    <a:pt x="390339" y="1122773"/>
                  </a:lnTo>
                  <a:lnTo>
                    <a:pt x="348579" y="1106870"/>
                  </a:lnTo>
                  <a:lnTo>
                    <a:pt x="308449" y="1087839"/>
                  </a:lnTo>
                  <a:lnTo>
                    <a:pt x="270095" y="1065830"/>
                  </a:lnTo>
                  <a:lnTo>
                    <a:pt x="233665" y="1040989"/>
                  </a:lnTo>
                  <a:lnTo>
                    <a:pt x="199306" y="1013466"/>
                  </a:lnTo>
                  <a:lnTo>
                    <a:pt x="167163" y="983408"/>
                  </a:lnTo>
                  <a:lnTo>
                    <a:pt x="137385" y="950964"/>
                  </a:lnTo>
                  <a:lnTo>
                    <a:pt x="110118" y="916283"/>
                  </a:lnTo>
                  <a:lnTo>
                    <a:pt x="85508" y="879512"/>
                  </a:lnTo>
                  <a:lnTo>
                    <a:pt x="63703" y="840801"/>
                  </a:lnTo>
                  <a:lnTo>
                    <a:pt x="44850" y="800296"/>
                  </a:lnTo>
                  <a:lnTo>
                    <a:pt x="29096" y="758147"/>
                  </a:lnTo>
                  <a:lnTo>
                    <a:pt x="16586" y="714502"/>
                  </a:lnTo>
                  <a:lnTo>
                    <a:pt x="7469" y="669508"/>
                  </a:lnTo>
                  <a:lnTo>
                    <a:pt x="1891" y="623316"/>
                  </a:lnTo>
                  <a:lnTo>
                    <a:pt x="0" y="57607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9943338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750569" y="4033773"/>
            <a:ext cx="9822180" cy="2371725"/>
            <a:chOff x="750569" y="4033773"/>
            <a:chExt cx="9822180" cy="2371725"/>
          </a:xfrm>
        </p:grpSpPr>
        <p:sp>
          <p:nvSpPr>
            <p:cNvPr id="18" name="object 18" descr=""/>
            <p:cNvSpPr/>
            <p:nvPr/>
          </p:nvSpPr>
          <p:spPr>
            <a:xfrm>
              <a:off x="9585960" y="4040123"/>
              <a:ext cx="980440" cy="989330"/>
            </a:xfrm>
            <a:custGeom>
              <a:avLst/>
              <a:gdLst/>
              <a:ahLst/>
              <a:cxnLst/>
              <a:rect l="l" t="t" r="r" b="b"/>
              <a:pathLst>
                <a:path w="980440" h="989329">
                  <a:moveTo>
                    <a:pt x="0" y="494538"/>
                  </a:moveTo>
                  <a:lnTo>
                    <a:pt x="2242" y="446902"/>
                  </a:lnTo>
                  <a:lnTo>
                    <a:pt x="8833" y="400550"/>
                  </a:lnTo>
                  <a:lnTo>
                    <a:pt x="19567" y="355687"/>
                  </a:lnTo>
                  <a:lnTo>
                    <a:pt x="34239" y="312521"/>
                  </a:lnTo>
                  <a:lnTo>
                    <a:pt x="52644" y="271260"/>
                  </a:lnTo>
                  <a:lnTo>
                    <a:pt x="74576" y="232109"/>
                  </a:lnTo>
                  <a:lnTo>
                    <a:pt x="99831" y="195277"/>
                  </a:lnTo>
                  <a:lnTo>
                    <a:pt x="128203" y="160969"/>
                  </a:lnTo>
                  <a:lnTo>
                    <a:pt x="159487" y="129394"/>
                  </a:lnTo>
                  <a:lnTo>
                    <a:pt x="193477" y="100758"/>
                  </a:lnTo>
                  <a:lnTo>
                    <a:pt x="229970" y="75269"/>
                  </a:lnTo>
                  <a:lnTo>
                    <a:pt x="268758" y="53132"/>
                  </a:lnTo>
                  <a:lnTo>
                    <a:pt x="309638" y="34557"/>
                  </a:lnTo>
                  <a:lnTo>
                    <a:pt x="352404" y="19749"/>
                  </a:lnTo>
                  <a:lnTo>
                    <a:pt x="396851" y="8915"/>
                  </a:lnTo>
                  <a:lnTo>
                    <a:pt x="442773" y="2263"/>
                  </a:lnTo>
                  <a:lnTo>
                    <a:pt x="489966" y="0"/>
                  </a:lnTo>
                  <a:lnTo>
                    <a:pt x="537158" y="2263"/>
                  </a:lnTo>
                  <a:lnTo>
                    <a:pt x="583080" y="8915"/>
                  </a:lnTo>
                  <a:lnTo>
                    <a:pt x="627527" y="19749"/>
                  </a:lnTo>
                  <a:lnTo>
                    <a:pt x="670293" y="34557"/>
                  </a:lnTo>
                  <a:lnTo>
                    <a:pt x="711173" y="53132"/>
                  </a:lnTo>
                  <a:lnTo>
                    <a:pt x="749961" y="75269"/>
                  </a:lnTo>
                  <a:lnTo>
                    <a:pt x="786454" y="100758"/>
                  </a:lnTo>
                  <a:lnTo>
                    <a:pt x="820444" y="129394"/>
                  </a:lnTo>
                  <a:lnTo>
                    <a:pt x="851728" y="160969"/>
                  </a:lnTo>
                  <a:lnTo>
                    <a:pt x="880100" y="195277"/>
                  </a:lnTo>
                  <a:lnTo>
                    <a:pt x="905355" y="232109"/>
                  </a:lnTo>
                  <a:lnTo>
                    <a:pt x="927287" y="271260"/>
                  </a:lnTo>
                  <a:lnTo>
                    <a:pt x="945692" y="312521"/>
                  </a:lnTo>
                  <a:lnTo>
                    <a:pt x="960364" y="355687"/>
                  </a:lnTo>
                  <a:lnTo>
                    <a:pt x="971098" y="400550"/>
                  </a:lnTo>
                  <a:lnTo>
                    <a:pt x="977689" y="446902"/>
                  </a:lnTo>
                  <a:lnTo>
                    <a:pt x="979932" y="494538"/>
                  </a:lnTo>
                  <a:lnTo>
                    <a:pt x="977689" y="542173"/>
                  </a:lnTo>
                  <a:lnTo>
                    <a:pt x="971098" y="588525"/>
                  </a:lnTo>
                  <a:lnTo>
                    <a:pt x="960364" y="633388"/>
                  </a:lnTo>
                  <a:lnTo>
                    <a:pt x="945692" y="676554"/>
                  </a:lnTo>
                  <a:lnTo>
                    <a:pt x="927287" y="717815"/>
                  </a:lnTo>
                  <a:lnTo>
                    <a:pt x="905355" y="756966"/>
                  </a:lnTo>
                  <a:lnTo>
                    <a:pt x="880100" y="793798"/>
                  </a:lnTo>
                  <a:lnTo>
                    <a:pt x="851728" y="828106"/>
                  </a:lnTo>
                  <a:lnTo>
                    <a:pt x="820444" y="859681"/>
                  </a:lnTo>
                  <a:lnTo>
                    <a:pt x="786454" y="888317"/>
                  </a:lnTo>
                  <a:lnTo>
                    <a:pt x="749961" y="913806"/>
                  </a:lnTo>
                  <a:lnTo>
                    <a:pt x="711173" y="935943"/>
                  </a:lnTo>
                  <a:lnTo>
                    <a:pt x="670293" y="954518"/>
                  </a:lnTo>
                  <a:lnTo>
                    <a:pt x="627527" y="969326"/>
                  </a:lnTo>
                  <a:lnTo>
                    <a:pt x="583080" y="980160"/>
                  </a:lnTo>
                  <a:lnTo>
                    <a:pt x="537158" y="986812"/>
                  </a:lnTo>
                  <a:lnTo>
                    <a:pt x="489966" y="989076"/>
                  </a:lnTo>
                  <a:lnTo>
                    <a:pt x="442773" y="986812"/>
                  </a:lnTo>
                  <a:lnTo>
                    <a:pt x="396851" y="980160"/>
                  </a:lnTo>
                  <a:lnTo>
                    <a:pt x="352404" y="969326"/>
                  </a:lnTo>
                  <a:lnTo>
                    <a:pt x="309638" y="954518"/>
                  </a:lnTo>
                  <a:lnTo>
                    <a:pt x="268758" y="935943"/>
                  </a:lnTo>
                  <a:lnTo>
                    <a:pt x="229970" y="913806"/>
                  </a:lnTo>
                  <a:lnTo>
                    <a:pt x="193477" y="888317"/>
                  </a:lnTo>
                  <a:lnTo>
                    <a:pt x="159487" y="859681"/>
                  </a:lnTo>
                  <a:lnTo>
                    <a:pt x="128203" y="828106"/>
                  </a:lnTo>
                  <a:lnTo>
                    <a:pt x="99831" y="793798"/>
                  </a:lnTo>
                  <a:lnTo>
                    <a:pt x="74576" y="756966"/>
                  </a:lnTo>
                  <a:lnTo>
                    <a:pt x="52644" y="717815"/>
                  </a:lnTo>
                  <a:lnTo>
                    <a:pt x="34239" y="676554"/>
                  </a:lnTo>
                  <a:lnTo>
                    <a:pt x="19567" y="633388"/>
                  </a:lnTo>
                  <a:lnTo>
                    <a:pt x="8833" y="588525"/>
                  </a:lnTo>
                  <a:lnTo>
                    <a:pt x="2242" y="542173"/>
                  </a:lnTo>
                  <a:lnTo>
                    <a:pt x="0" y="4945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50570" y="4474971"/>
              <a:ext cx="9378315" cy="1930400"/>
            </a:xfrm>
            <a:custGeom>
              <a:avLst/>
              <a:gdLst/>
              <a:ahLst/>
              <a:cxnLst/>
              <a:rect l="l" t="t" r="r" b="b"/>
              <a:pathLst>
                <a:path w="9378315" h="1930400">
                  <a:moveTo>
                    <a:pt x="823849" y="42926"/>
                  </a:moveTo>
                  <a:lnTo>
                    <a:pt x="795185" y="28575"/>
                  </a:lnTo>
                  <a:lnTo>
                    <a:pt x="738124" y="0"/>
                  </a:lnTo>
                  <a:lnTo>
                    <a:pt x="738124" y="28575"/>
                  </a:lnTo>
                  <a:lnTo>
                    <a:pt x="0" y="28575"/>
                  </a:lnTo>
                  <a:lnTo>
                    <a:pt x="0" y="57150"/>
                  </a:lnTo>
                  <a:lnTo>
                    <a:pt x="738124" y="57150"/>
                  </a:lnTo>
                  <a:lnTo>
                    <a:pt x="738124" y="85725"/>
                  </a:lnTo>
                  <a:lnTo>
                    <a:pt x="795350" y="57150"/>
                  </a:lnTo>
                  <a:lnTo>
                    <a:pt x="823849" y="42926"/>
                  </a:lnTo>
                  <a:close/>
                </a:path>
                <a:path w="9378315" h="1930400">
                  <a:moveTo>
                    <a:pt x="9378315" y="710920"/>
                  </a:moveTo>
                  <a:lnTo>
                    <a:pt x="9369527" y="698220"/>
                  </a:lnTo>
                  <a:lnTo>
                    <a:pt x="9334373" y="647420"/>
                  </a:lnTo>
                  <a:lnTo>
                    <a:pt x="9302369" y="723620"/>
                  </a:lnTo>
                  <a:lnTo>
                    <a:pt x="9329991" y="719010"/>
                  </a:lnTo>
                  <a:lnTo>
                    <a:pt x="9330436" y="736320"/>
                  </a:lnTo>
                  <a:lnTo>
                    <a:pt x="9327134" y="761720"/>
                  </a:lnTo>
                  <a:lnTo>
                    <a:pt x="9321292" y="799820"/>
                  </a:lnTo>
                  <a:lnTo>
                    <a:pt x="9321546" y="799820"/>
                  </a:lnTo>
                  <a:lnTo>
                    <a:pt x="9313164" y="825220"/>
                  </a:lnTo>
                  <a:lnTo>
                    <a:pt x="9302369" y="850620"/>
                  </a:lnTo>
                  <a:lnTo>
                    <a:pt x="9302623" y="850620"/>
                  </a:lnTo>
                  <a:lnTo>
                    <a:pt x="9289288" y="888720"/>
                  </a:lnTo>
                  <a:lnTo>
                    <a:pt x="9289542" y="888720"/>
                  </a:lnTo>
                  <a:lnTo>
                    <a:pt x="9273794" y="914120"/>
                  </a:lnTo>
                  <a:lnTo>
                    <a:pt x="9274048" y="914120"/>
                  </a:lnTo>
                  <a:lnTo>
                    <a:pt x="9255887" y="939520"/>
                  </a:lnTo>
                  <a:lnTo>
                    <a:pt x="9256268" y="939520"/>
                  </a:lnTo>
                  <a:lnTo>
                    <a:pt x="9235694" y="977620"/>
                  </a:lnTo>
                  <a:lnTo>
                    <a:pt x="9235948" y="964920"/>
                  </a:lnTo>
                  <a:lnTo>
                    <a:pt x="9212961" y="1003020"/>
                  </a:lnTo>
                  <a:lnTo>
                    <a:pt x="9213342" y="1003020"/>
                  </a:lnTo>
                  <a:lnTo>
                    <a:pt x="9185542" y="1031100"/>
                  </a:lnTo>
                  <a:lnTo>
                    <a:pt x="9160891" y="1053820"/>
                  </a:lnTo>
                  <a:lnTo>
                    <a:pt x="9161272" y="1053820"/>
                  </a:lnTo>
                  <a:lnTo>
                    <a:pt x="9132291" y="1078484"/>
                  </a:lnTo>
                  <a:lnTo>
                    <a:pt x="9099372" y="1117841"/>
                  </a:lnTo>
                  <a:lnTo>
                    <a:pt x="9065971" y="1142847"/>
                  </a:lnTo>
                  <a:lnTo>
                    <a:pt x="9065730" y="1142847"/>
                  </a:lnTo>
                  <a:lnTo>
                    <a:pt x="9061869" y="1145717"/>
                  </a:lnTo>
                  <a:lnTo>
                    <a:pt x="9061361" y="1146098"/>
                  </a:lnTo>
                  <a:lnTo>
                    <a:pt x="9029903" y="1168247"/>
                  </a:lnTo>
                  <a:lnTo>
                    <a:pt x="9029649" y="1168247"/>
                  </a:lnTo>
                  <a:lnTo>
                    <a:pt x="9025547" y="1171117"/>
                  </a:lnTo>
                  <a:lnTo>
                    <a:pt x="9025001" y="1171498"/>
                  </a:lnTo>
                  <a:lnTo>
                    <a:pt x="8991663" y="1193647"/>
                  </a:lnTo>
                  <a:lnTo>
                    <a:pt x="8991422" y="1193647"/>
                  </a:lnTo>
                  <a:lnTo>
                    <a:pt x="8986787" y="1196695"/>
                  </a:lnTo>
                  <a:lnTo>
                    <a:pt x="8986126" y="1197140"/>
                  </a:lnTo>
                  <a:lnTo>
                    <a:pt x="8951404" y="1219034"/>
                  </a:lnTo>
                  <a:lnTo>
                    <a:pt x="8951150" y="1219034"/>
                  </a:lnTo>
                  <a:lnTo>
                    <a:pt x="8946845" y="1221740"/>
                  </a:lnTo>
                  <a:lnTo>
                    <a:pt x="8946566" y="1221917"/>
                  </a:lnTo>
                  <a:lnTo>
                    <a:pt x="8908923" y="1244320"/>
                  </a:lnTo>
                  <a:lnTo>
                    <a:pt x="8864397" y="1269834"/>
                  </a:lnTo>
                  <a:lnTo>
                    <a:pt x="8864155" y="1269834"/>
                  </a:lnTo>
                  <a:lnTo>
                    <a:pt x="8859101" y="1272717"/>
                  </a:lnTo>
                  <a:lnTo>
                    <a:pt x="8858428" y="1273098"/>
                  </a:lnTo>
                  <a:lnTo>
                    <a:pt x="8817915" y="1295234"/>
                  </a:lnTo>
                  <a:lnTo>
                    <a:pt x="8817661" y="1295234"/>
                  </a:lnTo>
                  <a:lnTo>
                    <a:pt x="8811209" y="1298740"/>
                  </a:lnTo>
                  <a:lnTo>
                    <a:pt x="8769604" y="1320520"/>
                  </a:lnTo>
                  <a:lnTo>
                    <a:pt x="8718969" y="1346022"/>
                  </a:lnTo>
                  <a:lnTo>
                    <a:pt x="8718728" y="1346022"/>
                  </a:lnTo>
                  <a:lnTo>
                    <a:pt x="8712035" y="1349387"/>
                  </a:lnTo>
                  <a:lnTo>
                    <a:pt x="8711692" y="1349552"/>
                  </a:lnTo>
                  <a:lnTo>
                    <a:pt x="8666734" y="1371320"/>
                  </a:lnTo>
                  <a:lnTo>
                    <a:pt x="8612378" y="1396720"/>
                  </a:lnTo>
                  <a:lnTo>
                    <a:pt x="8552091" y="1423936"/>
                  </a:lnTo>
                  <a:lnTo>
                    <a:pt x="8498205" y="1447520"/>
                  </a:lnTo>
                  <a:lnTo>
                    <a:pt x="8438515" y="1472920"/>
                  </a:lnTo>
                  <a:lnTo>
                    <a:pt x="8376437" y="1485722"/>
                  </a:lnTo>
                  <a:lnTo>
                    <a:pt x="8376666" y="1485722"/>
                  </a:lnTo>
                  <a:lnTo>
                    <a:pt x="8248396" y="1536420"/>
                  </a:lnTo>
                  <a:lnTo>
                    <a:pt x="8181657" y="1549146"/>
                  </a:lnTo>
                  <a:lnTo>
                    <a:pt x="8043291" y="1599920"/>
                  </a:lnTo>
                  <a:lnTo>
                    <a:pt x="7971536" y="1612620"/>
                  </a:lnTo>
                  <a:lnTo>
                    <a:pt x="7898257" y="1638020"/>
                  </a:lnTo>
                  <a:lnTo>
                    <a:pt x="7823098" y="1650809"/>
                  </a:lnTo>
                  <a:lnTo>
                    <a:pt x="7823327" y="1650809"/>
                  </a:lnTo>
                  <a:lnTo>
                    <a:pt x="7747254" y="1676120"/>
                  </a:lnTo>
                  <a:lnTo>
                    <a:pt x="7590409" y="1701520"/>
                  </a:lnTo>
                  <a:lnTo>
                    <a:pt x="7427722" y="1739620"/>
                  </a:lnTo>
                  <a:lnTo>
                    <a:pt x="7259701" y="1765020"/>
                  </a:lnTo>
                  <a:lnTo>
                    <a:pt x="6537325" y="1866658"/>
                  </a:lnTo>
                  <a:lnTo>
                    <a:pt x="5950966" y="1904720"/>
                  </a:lnTo>
                  <a:lnTo>
                    <a:pt x="5747893" y="1904720"/>
                  </a:lnTo>
                  <a:lnTo>
                    <a:pt x="5541645" y="1917420"/>
                  </a:lnTo>
                  <a:lnTo>
                    <a:pt x="4927727" y="1917420"/>
                  </a:lnTo>
                  <a:lnTo>
                    <a:pt x="4531347" y="1892046"/>
                  </a:lnTo>
                  <a:lnTo>
                    <a:pt x="4546257" y="1892998"/>
                  </a:lnTo>
                  <a:lnTo>
                    <a:pt x="4531588" y="1892046"/>
                  </a:lnTo>
                  <a:lnTo>
                    <a:pt x="4148302" y="1866658"/>
                  </a:lnTo>
                  <a:lnTo>
                    <a:pt x="4148061" y="1866658"/>
                  </a:lnTo>
                  <a:lnTo>
                    <a:pt x="3961511" y="1841220"/>
                  </a:lnTo>
                  <a:lnTo>
                    <a:pt x="3779266" y="1828520"/>
                  </a:lnTo>
                  <a:lnTo>
                    <a:pt x="3427730" y="1777720"/>
                  </a:lnTo>
                  <a:lnTo>
                    <a:pt x="3259112" y="1739620"/>
                  </a:lnTo>
                  <a:lnTo>
                    <a:pt x="3096082" y="1714334"/>
                  </a:lnTo>
                  <a:lnTo>
                    <a:pt x="2937383" y="1676120"/>
                  </a:lnTo>
                  <a:lnTo>
                    <a:pt x="2785453" y="1650809"/>
                  </a:lnTo>
                  <a:lnTo>
                    <a:pt x="2784957" y="1650809"/>
                  </a:lnTo>
                  <a:lnTo>
                    <a:pt x="2710561" y="1625320"/>
                  </a:lnTo>
                  <a:lnTo>
                    <a:pt x="2638044" y="1612620"/>
                  </a:lnTo>
                  <a:lnTo>
                    <a:pt x="2497302" y="1561871"/>
                  </a:lnTo>
                  <a:lnTo>
                    <a:pt x="2497544" y="1561871"/>
                  </a:lnTo>
                  <a:lnTo>
                    <a:pt x="2429497" y="1549146"/>
                  </a:lnTo>
                  <a:lnTo>
                    <a:pt x="2367508" y="1525422"/>
                  </a:lnTo>
                  <a:lnTo>
                    <a:pt x="2298700" y="1498320"/>
                  </a:lnTo>
                  <a:lnTo>
                    <a:pt x="2236063" y="1485722"/>
                  </a:lnTo>
                  <a:lnTo>
                    <a:pt x="2178316" y="1461820"/>
                  </a:lnTo>
                  <a:lnTo>
                    <a:pt x="2115312" y="1434820"/>
                  </a:lnTo>
                  <a:lnTo>
                    <a:pt x="2065769" y="1413052"/>
                  </a:lnTo>
                  <a:lnTo>
                    <a:pt x="2064753" y="1412595"/>
                  </a:lnTo>
                  <a:lnTo>
                    <a:pt x="2063750" y="1412163"/>
                  </a:lnTo>
                  <a:lnTo>
                    <a:pt x="2057958" y="1409522"/>
                  </a:lnTo>
                  <a:lnTo>
                    <a:pt x="2001977" y="1384122"/>
                  </a:lnTo>
                  <a:lnTo>
                    <a:pt x="2008733" y="1387182"/>
                  </a:lnTo>
                  <a:lnTo>
                    <a:pt x="2002205" y="1384122"/>
                  </a:lnTo>
                  <a:lnTo>
                    <a:pt x="1947913" y="1358620"/>
                  </a:lnTo>
                  <a:lnTo>
                    <a:pt x="1948180" y="1358620"/>
                  </a:lnTo>
                  <a:lnTo>
                    <a:pt x="1896643" y="1346022"/>
                  </a:lnTo>
                  <a:lnTo>
                    <a:pt x="1896427" y="1346022"/>
                  </a:lnTo>
                  <a:lnTo>
                    <a:pt x="1846199" y="1320520"/>
                  </a:lnTo>
                  <a:lnTo>
                    <a:pt x="1798383" y="1295234"/>
                  </a:lnTo>
                  <a:lnTo>
                    <a:pt x="1752092" y="1257020"/>
                  </a:lnTo>
                  <a:lnTo>
                    <a:pt x="1713890" y="1235011"/>
                  </a:lnTo>
                  <a:lnTo>
                    <a:pt x="1713217" y="1234605"/>
                  </a:lnTo>
                  <a:lnTo>
                    <a:pt x="1712455" y="1234186"/>
                  </a:lnTo>
                  <a:lnTo>
                    <a:pt x="1708429" y="1231734"/>
                  </a:lnTo>
                  <a:lnTo>
                    <a:pt x="1671066" y="1209217"/>
                  </a:lnTo>
                  <a:lnTo>
                    <a:pt x="1670558" y="1208887"/>
                  </a:lnTo>
                  <a:lnTo>
                    <a:pt x="1670100" y="1208620"/>
                  </a:lnTo>
                  <a:lnTo>
                    <a:pt x="1666506" y="1206334"/>
                  </a:lnTo>
                  <a:lnTo>
                    <a:pt x="1631061" y="1183817"/>
                  </a:lnTo>
                  <a:lnTo>
                    <a:pt x="1630578" y="1183487"/>
                  </a:lnTo>
                  <a:lnTo>
                    <a:pt x="1630146" y="1183220"/>
                  </a:lnTo>
                  <a:lnTo>
                    <a:pt x="1626755" y="1180947"/>
                  </a:lnTo>
                  <a:lnTo>
                    <a:pt x="1592973" y="1158252"/>
                  </a:lnTo>
                  <a:lnTo>
                    <a:pt x="1592567" y="1157960"/>
                  </a:lnTo>
                  <a:lnTo>
                    <a:pt x="1592199" y="1157719"/>
                  </a:lnTo>
                  <a:lnTo>
                    <a:pt x="1589163" y="1155547"/>
                  </a:lnTo>
                  <a:lnTo>
                    <a:pt x="1557909" y="1133208"/>
                  </a:lnTo>
                  <a:lnTo>
                    <a:pt x="1553870" y="1130147"/>
                  </a:lnTo>
                  <a:lnTo>
                    <a:pt x="1520215" y="1104658"/>
                  </a:lnTo>
                  <a:lnTo>
                    <a:pt x="1520850" y="1105128"/>
                  </a:lnTo>
                  <a:lnTo>
                    <a:pt x="1520456" y="1104658"/>
                  </a:lnTo>
                  <a:lnTo>
                    <a:pt x="1488401" y="1065720"/>
                  </a:lnTo>
                  <a:lnTo>
                    <a:pt x="1460373" y="1041120"/>
                  </a:lnTo>
                  <a:lnTo>
                    <a:pt x="1460754" y="1041120"/>
                  </a:lnTo>
                  <a:lnTo>
                    <a:pt x="1437043" y="1018552"/>
                  </a:lnTo>
                  <a:lnTo>
                    <a:pt x="1434452" y="1015847"/>
                  </a:lnTo>
                  <a:lnTo>
                    <a:pt x="1409954" y="990320"/>
                  </a:lnTo>
                  <a:lnTo>
                    <a:pt x="1410335" y="990320"/>
                  </a:lnTo>
                  <a:lnTo>
                    <a:pt x="1388364" y="952220"/>
                  </a:lnTo>
                  <a:lnTo>
                    <a:pt x="1388618" y="952220"/>
                  </a:lnTo>
                  <a:lnTo>
                    <a:pt x="1369060" y="926820"/>
                  </a:lnTo>
                  <a:lnTo>
                    <a:pt x="1369314" y="926820"/>
                  </a:lnTo>
                  <a:lnTo>
                    <a:pt x="1352169" y="901420"/>
                  </a:lnTo>
                  <a:lnTo>
                    <a:pt x="1352423" y="901420"/>
                  </a:lnTo>
                  <a:lnTo>
                    <a:pt x="1337691" y="863320"/>
                  </a:lnTo>
                  <a:lnTo>
                    <a:pt x="1337945" y="863320"/>
                  </a:lnTo>
                  <a:lnTo>
                    <a:pt x="1325753" y="837920"/>
                  </a:lnTo>
                  <a:lnTo>
                    <a:pt x="1326007" y="837920"/>
                  </a:lnTo>
                  <a:lnTo>
                    <a:pt x="1319568" y="812520"/>
                  </a:lnTo>
                  <a:lnTo>
                    <a:pt x="1316355" y="799820"/>
                  </a:lnTo>
                  <a:lnTo>
                    <a:pt x="1316609" y="812520"/>
                  </a:lnTo>
                  <a:lnTo>
                    <a:pt x="1309497" y="774420"/>
                  </a:lnTo>
                  <a:lnTo>
                    <a:pt x="1306449" y="761720"/>
                  </a:lnTo>
                  <a:lnTo>
                    <a:pt x="1304417" y="736320"/>
                  </a:lnTo>
                  <a:lnTo>
                    <a:pt x="1303807" y="719010"/>
                  </a:lnTo>
                  <a:lnTo>
                    <a:pt x="1303693" y="715810"/>
                  </a:lnTo>
                  <a:lnTo>
                    <a:pt x="1303655" y="698220"/>
                  </a:lnTo>
                  <a:lnTo>
                    <a:pt x="1304925" y="672820"/>
                  </a:lnTo>
                  <a:lnTo>
                    <a:pt x="1307211" y="660120"/>
                  </a:lnTo>
                  <a:lnTo>
                    <a:pt x="1310640" y="634720"/>
                  </a:lnTo>
                  <a:lnTo>
                    <a:pt x="1315212" y="622020"/>
                  </a:lnTo>
                  <a:lnTo>
                    <a:pt x="1296543" y="609320"/>
                  </a:lnTo>
                  <a:lnTo>
                    <a:pt x="1291971" y="634720"/>
                  </a:lnTo>
                  <a:lnTo>
                    <a:pt x="1288415" y="660120"/>
                  </a:lnTo>
                  <a:lnTo>
                    <a:pt x="1285875" y="672820"/>
                  </a:lnTo>
                  <a:lnTo>
                    <a:pt x="1284605" y="698220"/>
                  </a:lnTo>
                  <a:lnTo>
                    <a:pt x="1284478" y="710920"/>
                  </a:lnTo>
                  <a:lnTo>
                    <a:pt x="1285367" y="736320"/>
                  </a:lnTo>
                  <a:lnTo>
                    <a:pt x="1287526" y="761720"/>
                  </a:lnTo>
                  <a:lnTo>
                    <a:pt x="1290828" y="774420"/>
                  </a:lnTo>
                  <a:lnTo>
                    <a:pt x="1298067" y="812520"/>
                  </a:lnTo>
                  <a:lnTo>
                    <a:pt x="1307973" y="837920"/>
                  </a:lnTo>
                  <a:lnTo>
                    <a:pt x="1320419" y="876020"/>
                  </a:lnTo>
                  <a:lnTo>
                    <a:pt x="1335405" y="901420"/>
                  </a:lnTo>
                  <a:lnTo>
                    <a:pt x="1352931" y="939520"/>
                  </a:lnTo>
                  <a:lnTo>
                    <a:pt x="1372870" y="964920"/>
                  </a:lnTo>
                  <a:lnTo>
                    <a:pt x="1395095" y="1003020"/>
                  </a:lnTo>
                  <a:lnTo>
                    <a:pt x="1419987" y="1028547"/>
                  </a:lnTo>
                  <a:lnTo>
                    <a:pt x="1446784" y="1053820"/>
                  </a:lnTo>
                  <a:lnTo>
                    <a:pt x="1476121" y="1091920"/>
                  </a:lnTo>
                  <a:lnTo>
                    <a:pt x="1507896" y="1117447"/>
                  </a:lnTo>
                  <a:lnTo>
                    <a:pt x="1541691" y="1142847"/>
                  </a:lnTo>
                  <a:lnTo>
                    <a:pt x="1577632" y="1168247"/>
                  </a:lnTo>
                  <a:lnTo>
                    <a:pt x="1615681" y="1193647"/>
                  </a:lnTo>
                  <a:lnTo>
                    <a:pt x="1656003" y="1231734"/>
                  </a:lnTo>
                  <a:lnTo>
                    <a:pt x="1698117" y="1257020"/>
                  </a:lnTo>
                  <a:lnTo>
                    <a:pt x="1742567" y="1282420"/>
                  </a:lnTo>
                  <a:lnTo>
                    <a:pt x="1788922" y="1307820"/>
                  </a:lnTo>
                  <a:lnTo>
                    <a:pt x="1837436" y="1333220"/>
                  </a:lnTo>
                  <a:lnTo>
                    <a:pt x="1887728" y="1358620"/>
                  </a:lnTo>
                  <a:lnTo>
                    <a:pt x="1940255" y="1384122"/>
                  </a:lnTo>
                  <a:lnTo>
                    <a:pt x="1994484" y="1409522"/>
                  </a:lnTo>
                  <a:lnTo>
                    <a:pt x="2050288" y="1434820"/>
                  </a:lnTo>
                  <a:lnTo>
                    <a:pt x="2108403" y="1460271"/>
                  </a:lnTo>
                  <a:lnTo>
                    <a:pt x="2167890" y="1472920"/>
                  </a:lnTo>
                  <a:lnTo>
                    <a:pt x="2229231" y="1498320"/>
                  </a:lnTo>
                  <a:lnTo>
                    <a:pt x="2357361" y="1549146"/>
                  </a:lnTo>
                  <a:lnTo>
                    <a:pt x="2423896" y="1561871"/>
                  </a:lnTo>
                  <a:lnTo>
                    <a:pt x="2561590" y="1612620"/>
                  </a:lnTo>
                  <a:lnTo>
                    <a:pt x="2632964" y="1625320"/>
                  </a:lnTo>
                  <a:lnTo>
                    <a:pt x="2705963" y="1650809"/>
                  </a:lnTo>
                  <a:lnTo>
                    <a:pt x="2706205" y="1650809"/>
                  </a:lnTo>
                  <a:lnTo>
                    <a:pt x="2780157" y="1663420"/>
                  </a:lnTo>
                  <a:lnTo>
                    <a:pt x="3091688" y="1739620"/>
                  </a:lnTo>
                  <a:lnTo>
                    <a:pt x="3255645" y="1765020"/>
                  </a:lnTo>
                  <a:lnTo>
                    <a:pt x="3959580" y="1866658"/>
                  </a:lnTo>
                  <a:lnTo>
                    <a:pt x="3959834" y="1866658"/>
                  </a:lnTo>
                  <a:lnTo>
                    <a:pt x="4146092" y="1879333"/>
                  </a:lnTo>
                  <a:lnTo>
                    <a:pt x="4336288" y="1904720"/>
                  </a:lnTo>
                  <a:lnTo>
                    <a:pt x="4530090" y="1917420"/>
                  </a:lnTo>
                  <a:lnTo>
                    <a:pt x="4727067" y="1917420"/>
                  </a:lnTo>
                  <a:lnTo>
                    <a:pt x="4927092" y="1930120"/>
                  </a:lnTo>
                  <a:lnTo>
                    <a:pt x="5748401" y="1930120"/>
                  </a:lnTo>
                  <a:lnTo>
                    <a:pt x="6539357" y="1879333"/>
                  </a:lnTo>
                  <a:lnTo>
                    <a:pt x="6727190" y="1853920"/>
                  </a:lnTo>
                  <a:lnTo>
                    <a:pt x="6910578" y="1841220"/>
                  </a:lnTo>
                  <a:lnTo>
                    <a:pt x="7262495" y="1790458"/>
                  </a:lnTo>
                  <a:lnTo>
                    <a:pt x="7431151" y="1752320"/>
                  </a:lnTo>
                  <a:lnTo>
                    <a:pt x="7594219" y="1726920"/>
                  </a:lnTo>
                  <a:lnTo>
                    <a:pt x="7751445" y="1688820"/>
                  </a:lnTo>
                  <a:lnTo>
                    <a:pt x="7828026" y="1676120"/>
                  </a:lnTo>
                  <a:lnTo>
                    <a:pt x="7902702" y="1650809"/>
                  </a:lnTo>
                  <a:lnTo>
                    <a:pt x="7902473" y="1650809"/>
                  </a:lnTo>
                  <a:lnTo>
                    <a:pt x="7976362" y="1638020"/>
                  </a:lnTo>
                  <a:lnTo>
                    <a:pt x="8118488" y="1587271"/>
                  </a:lnTo>
                  <a:lnTo>
                    <a:pt x="8187309" y="1574520"/>
                  </a:lnTo>
                  <a:lnTo>
                    <a:pt x="8319402" y="1523771"/>
                  </a:lnTo>
                  <a:lnTo>
                    <a:pt x="8383143" y="1511020"/>
                  </a:lnTo>
                  <a:lnTo>
                    <a:pt x="8444738" y="1485722"/>
                  </a:lnTo>
                  <a:lnTo>
                    <a:pt x="8504949" y="1460271"/>
                  </a:lnTo>
                  <a:lnTo>
                    <a:pt x="8563483" y="1434820"/>
                  </a:lnTo>
                  <a:lnTo>
                    <a:pt x="8619655" y="1409522"/>
                  </a:lnTo>
                  <a:lnTo>
                    <a:pt x="8619465" y="1409522"/>
                  </a:lnTo>
                  <a:lnTo>
                    <a:pt x="8674608" y="1396720"/>
                  </a:lnTo>
                  <a:lnTo>
                    <a:pt x="8727313" y="1371320"/>
                  </a:lnTo>
                  <a:lnTo>
                    <a:pt x="8777910" y="1346022"/>
                  </a:lnTo>
                  <a:lnTo>
                    <a:pt x="8827008" y="1320520"/>
                  </a:lnTo>
                  <a:lnTo>
                    <a:pt x="8873668" y="1295234"/>
                  </a:lnTo>
                  <a:lnTo>
                    <a:pt x="8918638" y="1269834"/>
                  </a:lnTo>
                  <a:lnTo>
                    <a:pt x="8961501" y="1231734"/>
                  </a:lnTo>
                  <a:lnTo>
                    <a:pt x="9002331" y="1206334"/>
                  </a:lnTo>
                  <a:lnTo>
                    <a:pt x="9041079" y="1180947"/>
                  </a:lnTo>
                  <a:lnTo>
                    <a:pt x="9077528" y="1155547"/>
                  </a:lnTo>
                  <a:lnTo>
                    <a:pt x="9112085" y="1130147"/>
                  </a:lnTo>
                  <a:lnTo>
                    <a:pt x="9128150" y="1117447"/>
                  </a:lnTo>
                  <a:lnTo>
                    <a:pt x="9144343" y="1104658"/>
                  </a:lnTo>
                  <a:lnTo>
                    <a:pt x="9174480" y="1066520"/>
                  </a:lnTo>
                  <a:lnTo>
                    <a:pt x="9202420" y="1041120"/>
                  </a:lnTo>
                  <a:lnTo>
                    <a:pt x="9214993" y="1028547"/>
                  </a:lnTo>
                  <a:lnTo>
                    <a:pt x="9227693" y="1015847"/>
                  </a:lnTo>
                  <a:lnTo>
                    <a:pt x="9235567" y="1003020"/>
                  </a:lnTo>
                  <a:lnTo>
                    <a:pt x="9251061" y="977620"/>
                  </a:lnTo>
                  <a:lnTo>
                    <a:pt x="9272016" y="952220"/>
                  </a:lnTo>
                  <a:lnTo>
                    <a:pt x="9290431" y="926820"/>
                  </a:lnTo>
                  <a:lnTo>
                    <a:pt x="9306560" y="888720"/>
                  </a:lnTo>
                  <a:lnTo>
                    <a:pt x="9320149" y="863320"/>
                  </a:lnTo>
                  <a:lnTo>
                    <a:pt x="9331452" y="825220"/>
                  </a:lnTo>
                  <a:lnTo>
                    <a:pt x="9339961" y="799820"/>
                  </a:lnTo>
                  <a:lnTo>
                    <a:pt x="9346057" y="761720"/>
                  </a:lnTo>
                  <a:lnTo>
                    <a:pt x="9349486" y="736320"/>
                  </a:lnTo>
                  <a:lnTo>
                    <a:pt x="9349270" y="723620"/>
                  </a:lnTo>
                  <a:lnTo>
                    <a:pt x="9349194" y="719010"/>
                  </a:lnTo>
                  <a:lnTo>
                    <a:pt x="9349143" y="715810"/>
                  </a:lnTo>
                  <a:lnTo>
                    <a:pt x="9378315" y="7109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514591" y="5922975"/>
              <a:ext cx="879475" cy="282575"/>
            </a:xfrm>
            <a:custGeom>
              <a:avLst/>
              <a:gdLst/>
              <a:ahLst/>
              <a:cxnLst/>
              <a:rect l="l" t="t" r="r" b="b"/>
              <a:pathLst>
                <a:path w="879475" h="282575">
                  <a:moveTo>
                    <a:pt x="789051" y="0"/>
                  </a:moveTo>
                  <a:lnTo>
                    <a:pt x="784986" y="11455"/>
                  </a:lnTo>
                  <a:lnTo>
                    <a:pt x="801350" y="18549"/>
                  </a:lnTo>
                  <a:lnTo>
                    <a:pt x="815403" y="28365"/>
                  </a:lnTo>
                  <a:lnTo>
                    <a:pt x="843936" y="73874"/>
                  </a:lnTo>
                  <a:lnTo>
                    <a:pt x="852222" y="115349"/>
                  </a:lnTo>
                  <a:lnTo>
                    <a:pt x="853312" y="139750"/>
                  </a:lnTo>
                  <a:lnTo>
                    <a:pt x="852265" y="164648"/>
                  </a:lnTo>
                  <a:lnTo>
                    <a:pt x="843883" y="207582"/>
                  </a:lnTo>
                  <a:lnTo>
                    <a:pt x="815403" y="253822"/>
                  </a:lnTo>
                  <a:lnTo>
                    <a:pt x="785494" y="270865"/>
                  </a:lnTo>
                  <a:lnTo>
                    <a:pt x="789051" y="282321"/>
                  </a:lnTo>
                  <a:lnTo>
                    <a:pt x="827547" y="264261"/>
                  </a:lnTo>
                  <a:lnTo>
                    <a:pt x="855852" y="232981"/>
                  </a:lnTo>
                  <a:lnTo>
                    <a:pt x="873283" y="191109"/>
                  </a:lnTo>
                  <a:lnTo>
                    <a:pt x="879093" y="141236"/>
                  </a:lnTo>
                  <a:lnTo>
                    <a:pt x="877656" y="115661"/>
                  </a:lnTo>
                  <a:lnTo>
                    <a:pt x="877639" y="115349"/>
                  </a:lnTo>
                  <a:lnTo>
                    <a:pt x="865967" y="69472"/>
                  </a:lnTo>
                  <a:lnTo>
                    <a:pt x="842843" y="32127"/>
                  </a:lnTo>
                  <a:lnTo>
                    <a:pt x="809505" y="7386"/>
                  </a:lnTo>
                  <a:lnTo>
                    <a:pt x="789051" y="0"/>
                  </a:lnTo>
                  <a:close/>
                </a:path>
                <a:path w="879475" h="282575">
                  <a:moveTo>
                    <a:pt x="90042" y="0"/>
                  </a:moveTo>
                  <a:lnTo>
                    <a:pt x="51546" y="18095"/>
                  </a:lnTo>
                  <a:lnTo>
                    <a:pt x="23240" y="49479"/>
                  </a:lnTo>
                  <a:lnTo>
                    <a:pt x="5810" y="91428"/>
                  </a:lnTo>
                  <a:lnTo>
                    <a:pt x="83" y="139750"/>
                  </a:lnTo>
                  <a:lnTo>
                    <a:pt x="0" y="141236"/>
                  </a:lnTo>
                  <a:lnTo>
                    <a:pt x="1450" y="167173"/>
                  </a:lnTo>
                  <a:lnTo>
                    <a:pt x="13019" y="213045"/>
                  </a:lnTo>
                  <a:lnTo>
                    <a:pt x="36018" y="250274"/>
                  </a:lnTo>
                  <a:lnTo>
                    <a:pt x="69494" y="274943"/>
                  </a:lnTo>
                  <a:lnTo>
                    <a:pt x="90042" y="282321"/>
                  </a:lnTo>
                  <a:lnTo>
                    <a:pt x="93599" y="270865"/>
                  </a:lnTo>
                  <a:lnTo>
                    <a:pt x="77475" y="263738"/>
                  </a:lnTo>
                  <a:lnTo>
                    <a:pt x="63579" y="253822"/>
                  </a:lnTo>
                  <a:lnTo>
                    <a:pt x="35083" y="207582"/>
                  </a:lnTo>
                  <a:lnTo>
                    <a:pt x="26701" y="164648"/>
                  </a:lnTo>
                  <a:lnTo>
                    <a:pt x="25653" y="139750"/>
                  </a:lnTo>
                  <a:lnTo>
                    <a:pt x="26701" y="115661"/>
                  </a:lnTo>
                  <a:lnTo>
                    <a:pt x="35083" y="73874"/>
                  </a:lnTo>
                  <a:lnTo>
                    <a:pt x="63674" y="28365"/>
                  </a:lnTo>
                  <a:lnTo>
                    <a:pt x="93979" y="11455"/>
                  </a:lnTo>
                  <a:lnTo>
                    <a:pt x="9004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2.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5">
                <a:latin typeface="Franklin Gothic Medium"/>
                <a:cs typeface="Franklin Gothic Medium"/>
              </a:rPr>
              <a:t>Remove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state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and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repair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55">
                <a:latin typeface="Franklin Gothic Medium"/>
                <a:cs typeface="Franklin Gothic Medium"/>
              </a:rPr>
              <a:t>damage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by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recovering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all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paths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751070" y="5854755"/>
            <a:ext cx="1750060" cy="38735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2400">
                <a:latin typeface="Cambria Math"/>
                <a:cs typeface="Cambria Math"/>
              </a:rPr>
              <a:t>∅</a:t>
            </a:r>
            <a:r>
              <a:rPr dirty="0" sz="2400" spc="-6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314" sz="3600">
                <a:solidFill>
                  <a:srgbClr val="C00000"/>
                </a:solidFill>
                <a:latin typeface="Franklin Gothic Medium"/>
                <a:cs typeface="Franklin Gothic Medium"/>
              </a:rPr>
              <a:t>(0</a:t>
            </a:r>
            <a:r>
              <a:rPr dirty="0" baseline="2314" sz="3600" spc="-15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baseline="2314" sz="36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baseline="2314" sz="3600" spc="-7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314" sz="3600" spc="-30">
                <a:solidFill>
                  <a:srgbClr val="C00000"/>
                </a:solidFill>
                <a:latin typeface="Cambria Math"/>
                <a:cs typeface="Cambria Math"/>
              </a:rPr>
              <a:t>1)</a:t>
            </a:r>
            <a:r>
              <a:rPr dirty="0" baseline="30158" sz="262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2314" sz="3600" spc="-3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endParaRPr baseline="2314" sz="3600">
              <a:latin typeface="Cambria Math"/>
              <a:cs typeface="Cambria Math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408544" y="5854755"/>
            <a:ext cx="281305" cy="3765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45"/>
              </a:lnSpc>
            </a:pPr>
            <a:r>
              <a:rPr dirty="0" sz="1750" spc="-25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baseline="-20833" sz="3600" spc="-37">
                <a:solidFill>
                  <a:srgbClr val="C00000"/>
                </a:solidFill>
                <a:latin typeface="Franklin Gothic Medium"/>
                <a:cs typeface="Franklin Gothic Medium"/>
              </a:rPr>
              <a:t>ε</a:t>
            </a:r>
            <a:endParaRPr baseline="-20833" sz="3600">
              <a:latin typeface="Franklin Gothic Medium"/>
              <a:cs typeface="Franklin Gothic Medium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602348" y="5901995"/>
            <a:ext cx="704850" cy="330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445"/>
              </a:lnSpc>
            </a:pP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0</a:t>
            </a:r>
            <a:r>
              <a:rPr dirty="0" sz="2400" spc="-1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400" spc="-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/>
              <a:t>GNFA</a:t>
            </a:r>
            <a:r>
              <a:rPr dirty="0" sz="4000" spc="-150"/>
              <a:t> </a:t>
            </a:r>
            <a:r>
              <a:rPr dirty="0" sz="4000" spc="-10"/>
              <a:t>conversion</a:t>
            </a:r>
            <a:r>
              <a:rPr dirty="0" sz="4000" spc="-160"/>
              <a:t> </a:t>
            </a:r>
            <a:r>
              <a:rPr dirty="0" sz="4000"/>
              <a:t>to</a:t>
            </a:r>
            <a:r>
              <a:rPr dirty="0" sz="4000" spc="-150"/>
              <a:t> </a:t>
            </a:r>
            <a:r>
              <a:rPr dirty="0" sz="4000" spc="-55"/>
              <a:t>Regular</a:t>
            </a:r>
            <a:r>
              <a:rPr dirty="0" sz="4000" spc="-145"/>
              <a:t> </a:t>
            </a:r>
            <a:r>
              <a:rPr dirty="0" sz="4000"/>
              <a:t>Expressions:</a:t>
            </a:r>
            <a:r>
              <a:rPr dirty="0" sz="4000" spc="-13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134611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Regular</a:t>
            </a:r>
            <a:endParaRPr sz="180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Expressions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483096" y="772668"/>
            <a:ext cx="1574800" cy="6083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8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Finite</a:t>
            </a:r>
            <a:endParaRPr sz="1800">
              <a:latin typeface="Franklin Gothic Medium"/>
              <a:cs typeface="Franklin Gothic Medium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Automata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853429" y="929386"/>
            <a:ext cx="485140" cy="247650"/>
            <a:chOff x="5853429" y="929386"/>
            <a:chExt cx="485140" cy="247650"/>
          </a:xfrm>
        </p:grpSpPr>
        <p:sp>
          <p:nvSpPr>
            <p:cNvPr id="6" name="object 6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117348" y="0"/>
                  </a:moveTo>
                  <a:lnTo>
                    <a:pt x="0" y="117348"/>
                  </a:lnTo>
                  <a:lnTo>
                    <a:pt x="117348" y="234696"/>
                  </a:lnTo>
                  <a:lnTo>
                    <a:pt x="117348" y="176022"/>
                  </a:lnTo>
                  <a:lnTo>
                    <a:pt x="472440" y="176022"/>
                  </a:lnTo>
                  <a:lnTo>
                    <a:pt x="472440" y="58674"/>
                  </a:lnTo>
                  <a:lnTo>
                    <a:pt x="117348" y="58674"/>
                  </a:lnTo>
                  <a:lnTo>
                    <a:pt x="1173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59779" y="935736"/>
              <a:ext cx="472440" cy="234950"/>
            </a:xfrm>
            <a:custGeom>
              <a:avLst/>
              <a:gdLst/>
              <a:ahLst/>
              <a:cxnLst/>
              <a:rect l="l" t="t" r="r" b="b"/>
              <a:pathLst>
                <a:path w="472439" h="234950">
                  <a:moveTo>
                    <a:pt x="472440" y="176022"/>
                  </a:moveTo>
                  <a:lnTo>
                    <a:pt x="117348" y="176022"/>
                  </a:lnTo>
                  <a:lnTo>
                    <a:pt x="117348" y="234696"/>
                  </a:lnTo>
                  <a:lnTo>
                    <a:pt x="0" y="117348"/>
                  </a:lnTo>
                  <a:lnTo>
                    <a:pt x="117348" y="0"/>
                  </a:lnTo>
                  <a:lnTo>
                    <a:pt x="117348" y="58674"/>
                  </a:lnTo>
                  <a:lnTo>
                    <a:pt x="472440" y="58674"/>
                  </a:lnTo>
                  <a:lnTo>
                    <a:pt x="472440" y="1760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69442" y="1595119"/>
            <a:ext cx="740473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Franklin Gothic Medium"/>
                <a:cs typeface="Franklin Gothic Medium"/>
              </a:rPr>
              <a:t>Convert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10">
                <a:latin typeface="Franklin Gothic Medium"/>
                <a:cs typeface="Franklin Gothic Medium"/>
              </a:rPr>
              <a:t>DFA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equivalent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Regular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472941" y="3933190"/>
            <a:ext cx="1155700" cy="1168400"/>
            <a:chOff x="3472941" y="3933190"/>
            <a:chExt cx="1155700" cy="1168400"/>
          </a:xfrm>
        </p:grpSpPr>
        <p:sp>
          <p:nvSpPr>
            <p:cNvPr id="10" name="object 10" descr=""/>
            <p:cNvSpPr/>
            <p:nvPr/>
          </p:nvSpPr>
          <p:spPr>
            <a:xfrm>
              <a:off x="3479291" y="3939540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571500" y="0"/>
                  </a:moveTo>
                  <a:lnTo>
                    <a:pt x="524632" y="1914"/>
                  </a:lnTo>
                  <a:lnTo>
                    <a:pt x="478808" y="7559"/>
                  </a:lnTo>
                  <a:lnTo>
                    <a:pt x="434173" y="16784"/>
                  </a:lnTo>
                  <a:lnTo>
                    <a:pt x="390875" y="29443"/>
                  </a:lnTo>
                  <a:lnTo>
                    <a:pt x="349061" y="45386"/>
                  </a:lnTo>
                  <a:lnTo>
                    <a:pt x="308878" y="64465"/>
                  </a:lnTo>
                  <a:lnTo>
                    <a:pt x="270474" y="86530"/>
                  </a:lnTo>
                  <a:lnTo>
                    <a:pt x="233994" y="111434"/>
                  </a:lnTo>
                  <a:lnTo>
                    <a:pt x="199588" y="139028"/>
                  </a:lnTo>
                  <a:lnTo>
                    <a:pt x="167401" y="169163"/>
                  </a:lnTo>
                  <a:lnTo>
                    <a:pt x="137582" y="201691"/>
                  </a:lnTo>
                  <a:lnTo>
                    <a:pt x="110276" y="236463"/>
                  </a:lnTo>
                  <a:lnTo>
                    <a:pt x="85632" y="273331"/>
                  </a:lnTo>
                  <a:lnTo>
                    <a:pt x="63796" y="312145"/>
                  </a:lnTo>
                  <a:lnTo>
                    <a:pt x="44916" y="352758"/>
                  </a:lnTo>
                  <a:lnTo>
                    <a:pt x="29138" y="395020"/>
                  </a:lnTo>
                  <a:lnTo>
                    <a:pt x="16611" y="438784"/>
                  </a:lnTo>
                  <a:lnTo>
                    <a:pt x="7480" y="483900"/>
                  </a:lnTo>
                  <a:lnTo>
                    <a:pt x="1894" y="530220"/>
                  </a:lnTo>
                  <a:lnTo>
                    <a:pt x="0" y="577596"/>
                  </a:lnTo>
                  <a:lnTo>
                    <a:pt x="1894" y="624971"/>
                  </a:lnTo>
                  <a:lnTo>
                    <a:pt x="7480" y="671291"/>
                  </a:lnTo>
                  <a:lnTo>
                    <a:pt x="16611" y="716407"/>
                  </a:lnTo>
                  <a:lnTo>
                    <a:pt x="29138" y="760171"/>
                  </a:lnTo>
                  <a:lnTo>
                    <a:pt x="44916" y="802433"/>
                  </a:lnTo>
                  <a:lnTo>
                    <a:pt x="63796" y="843046"/>
                  </a:lnTo>
                  <a:lnTo>
                    <a:pt x="85632" y="881860"/>
                  </a:lnTo>
                  <a:lnTo>
                    <a:pt x="110276" y="918728"/>
                  </a:lnTo>
                  <a:lnTo>
                    <a:pt x="137582" y="953500"/>
                  </a:lnTo>
                  <a:lnTo>
                    <a:pt x="167401" y="986028"/>
                  </a:lnTo>
                  <a:lnTo>
                    <a:pt x="199588" y="1016163"/>
                  </a:lnTo>
                  <a:lnTo>
                    <a:pt x="233994" y="1043757"/>
                  </a:lnTo>
                  <a:lnTo>
                    <a:pt x="270474" y="1068661"/>
                  </a:lnTo>
                  <a:lnTo>
                    <a:pt x="308878" y="1090726"/>
                  </a:lnTo>
                  <a:lnTo>
                    <a:pt x="349061" y="1109805"/>
                  </a:lnTo>
                  <a:lnTo>
                    <a:pt x="390875" y="1125748"/>
                  </a:lnTo>
                  <a:lnTo>
                    <a:pt x="434173" y="1138407"/>
                  </a:lnTo>
                  <a:lnTo>
                    <a:pt x="478808" y="1147632"/>
                  </a:lnTo>
                  <a:lnTo>
                    <a:pt x="524632" y="1153277"/>
                  </a:lnTo>
                  <a:lnTo>
                    <a:pt x="571500" y="1155192"/>
                  </a:lnTo>
                  <a:lnTo>
                    <a:pt x="618367" y="1153277"/>
                  </a:lnTo>
                  <a:lnTo>
                    <a:pt x="664191" y="1147632"/>
                  </a:lnTo>
                  <a:lnTo>
                    <a:pt x="708826" y="1138407"/>
                  </a:lnTo>
                  <a:lnTo>
                    <a:pt x="752124" y="1125748"/>
                  </a:lnTo>
                  <a:lnTo>
                    <a:pt x="793938" y="1109805"/>
                  </a:lnTo>
                  <a:lnTo>
                    <a:pt x="834121" y="1090726"/>
                  </a:lnTo>
                  <a:lnTo>
                    <a:pt x="872525" y="1068661"/>
                  </a:lnTo>
                  <a:lnTo>
                    <a:pt x="909005" y="1043757"/>
                  </a:lnTo>
                  <a:lnTo>
                    <a:pt x="943411" y="1016163"/>
                  </a:lnTo>
                  <a:lnTo>
                    <a:pt x="975598" y="986028"/>
                  </a:lnTo>
                  <a:lnTo>
                    <a:pt x="1005417" y="953500"/>
                  </a:lnTo>
                  <a:lnTo>
                    <a:pt x="1032723" y="918728"/>
                  </a:lnTo>
                  <a:lnTo>
                    <a:pt x="1057367" y="881860"/>
                  </a:lnTo>
                  <a:lnTo>
                    <a:pt x="1079203" y="843046"/>
                  </a:lnTo>
                  <a:lnTo>
                    <a:pt x="1098083" y="802433"/>
                  </a:lnTo>
                  <a:lnTo>
                    <a:pt x="1113861" y="760171"/>
                  </a:lnTo>
                  <a:lnTo>
                    <a:pt x="1126388" y="716407"/>
                  </a:lnTo>
                  <a:lnTo>
                    <a:pt x="1135519" y="671291"/>
                  </a:lnTo>
                  <a:lnTo>
                    <a:pt x="1141105" y="624971"/>
                  </a:lnTo>
                  <a:lnTo>
                    <a:pt x="1143000" y="577596"/>
                  </a:lnTo>
                  <a:lnTo>
                    <a:pt x="1141105" y="530220"/>
                  </a:lnTo>
                  <a:lnTo>
                    <a:pt x="1135519" y="483900"/>
                  </a:lnTo>
                  <a:lnTo>
                    <a:pt x="1126388" y="438784"/>
                  </a:lnTo>
                  <a:lnTo>
                    <a:pt x="1113861" y="395020"/>
                  </a:lnTo>
                  <a:lnTo>
                    <a:pt x="1098083" y="352758"/>
                  </a:lnTo>
                  <a:lnTo>
                    <a:pt x="1079203" y="312145"/>
                  </a:lnTo>
                  <a:lnTo>
                    <a:pt x="1057367" y="273331"/>
                  </a:lnTo>
                  <a:lnTo>
                    <a:pt x="1032723" y="236463"/>
                  </a:lnTo>
                  <a:lnTo>
                    <a:pt x="1005417" y="201691"/>
                  </a:lnTo>
                  <a:lnTo>
                    <a:pt x="975598" y="169163"/>
                  </a:lnTo>
                  <a:lnTo>
                    <a:pt x="943411" y="139028"/>
                  </a:lnTo>
                  <a:lnTo>
                    <a:pt x="909005" y="111434"/>
                  </a:lnTo>
                  <a:lnTo>
                    <a:pt x="872525" y="86530"/>
                  </a:lnTo>
                  <a:lnTo>
                    <a:pt x="834121" y="64465"/>
                  </a:lnTo>
                  <a:lnTo>
                    <a:pt x="793938" y="45386"/>
                  </a:lnTo>
                  <a:lnTo>
                    <a:pt x="752124" y="29443"/>
                  </a:lnTo>
                  <a:lnTo>
                    <a:pt x="708826" y="16784"/>
                  </a:lnTo>
                  <a:lnTo>
                    <a:pt x="664191" y="7559"/>
                  </a:lnTo>
                  <a:lnTo>
                    <a:pt x="618367" y="191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479291" y="3939540"/>
              <a:ext cx="1143000" cy="1155700"/>
            </a:xfrm>
            <a:custGeom>
              <a:avLst/>
              <a:gdLst/>
              <a:ahLst/>
              <a:cxnLst/>
              <a:rect l="l" t="t" r="r" b="b"/>
              <a:pathLst>
                <a:path w="1143000" h="1155700">
                  <a:moveTo>
                    <a:pt x="0" y="577596"/>
                  </a:moveTo>
                  <a:lnTo>
                    <a:pt x="1894" y="530220"/>
                  </a:lnTo>
                  <a:lnTo>
                    <a:pt x="7480" y="483900"/>
                  </a:lnTo>
                  <a:lnTo>
                    <a:pt x="16611" y="438784"/>
                  </a:lnTo>
                  <a:lnTo>
                    <a:pt x="29138" y="395020"/>
                  </a:lnTo>
                  <a:lnTo>
                    <a:pt x="44916" y="352758"/>
                  </a:lnTo>
                  <a:lnTo>
                    <a:pt x="63796" y="312145"/>
                  </a:lnTo>
                  <a:lnTo>
                    <a:pt x="85632" y="273331"/>
                  </a:lnTo>
                  <a:lnTo>
                    <a:pt x="110276" y="236463"/>
                  </a:lnTo>
                  <a:lnTo>
                    <a:pt x="137582" y="201691"/>
                  </a:lnTo>
                  <a:lnTo>
                    <a:pt x="167401" y="169163"/>
                  </a:lnTo>
                  <a:lnTo>
                    <a:pt x="199588" y="139028"/>
                  </a:lnTo>
                  <a:lnTo>
                    <a:pt x="233994" y="111434"/>
                  </a:lnTo>
                  <a:lnTo>
                    <a:pt x="270474" y="86530"/>
                  </a:lnTo>
                  <a:lnTo>
                    <a:pt x="308878" y="64465"/>
                  </a:lnTo>
                  <a:lnTo>
                    <a:pt x="349061" y="45386"/>
                  </a:lnTo>
                  <a:lnTo>
                    <a:pt x="390875" y="29443"/>
                  </a:lnTo>
                  <a:lnTo>
                    <a:pt x="434173" y="16784"/>
                  </a:lnTo>
                  <a:lnTo>
                    <a:pt x="478808" y="7559"/>
                  </a:lnTo>
                  <a:lnTo>
                    <a:pt x="524632" y="1914"/>
                  </a:lnTo>
                  <a:lnTo>
                    <a:pt x="571500" y="0"/>
                  </a:lnTo>
                  <a:lnTo>
                    <a:pt x="618367" y="1914"/>
                  </a:lnTo>
                  <a:lnTo>
                    <a:pt x="664191" y="7559"/>
                  </a:lnTo>
                  <a:lnTo>
                    <a:pt x="708826" y="16784"/>
                  </a:lnTo>
                  <a:lnTo>
                    <a:pt x="752124" y="29443"/>
                  </a:lnTo>
                  <a:lnTo>
                    <a:pt x="793938" y="45386"/>
                  </a:lnTo>
                  <a:lnTo>
                    <a:pt x="834121" y="64465"/>
                  </a:lnTo>
                  <a:lnTo>
                    <a:pt x="872525" y="86530"/>
                  </a:lnTo>
                  <a:lnTo>
                    <a:pt x="909005" y="111434"/>
                  </a:lnTo>
                  <a:lnTo>
                    <a:pt x="943411" y="139028"/>
                  </a:lnTo>
                  <a:lnTo>
                    <a:pt x="975598" y="169163"/>
                  </a:lnTo>
                  <a:lnTo>
                    <a:pt x="1005417" y="201691"/>
                  </a:lnTo>
                  <a:lnTo>
                    <a:pt x="1032723" y="236463"/>
                  </a:lnTo>
                  <a:lnTo>
                    <a:pt x="1057367" y="273331"/>
                  </a:lnTo>
                  <a:lnTo>
                    <a:pt x="1079203" y="312145"/>
                  </a:lnTo>
                  <a:lnTo>
                    <a:pt x="1098083" y="352758"/>
                  </a:lnTo>
                  <a:lnTo>
                    <a:pt x="1113861" y="395020"/>
                  </a:lnTo>
                  <a:lnTo>
                    <a:pt x="1126388" y="438784"/>
                  </a:lnTo>
                  <a:lnTo>
                    <a:pt x="1135519" y="483900"/>
                  </a:lnTo>
                  <a:lnTo>
                    <a:pt x="1141105" y="530220"/>
                  </a:lnTo>
                  <a:lnTo>
                    <a:pt x="1143000" y="577596"/>
                  </a:lnTo>
                  <a:lnTo>
                    <a:pt x="1141105" y="624971"/>
                  </a:lnTo>
                  <a:lnTo>
                    <a:pt x="1135519" y="671291"/>
                  </a:lnTo>
                  <a:lnTo>
                    <a:pt x="1126388" y="716407"/>
                  </a:lnTo>
                  <a:lnTo>
                    <a:pt x="1113861" y="760171"/>
                  </a:lnTo>
                  <a:lnTo>
                    <a:pt x="1098083" y="802433"/>
                  </a:lnTo>
                  <a:lnTo>
                    <a:pt x="1079203" y="843046"/>
                  </a:lnTo>
                  <a:lnTo>
                    <a:pt x="1057367" y="881860"/>
                  </a:lnTo>
                  <a:lnTo>
                    <a:pt x="1032723" y="918728"/>
                  </a:lnTo>
                  <a:lnTo>
                    <a:pt x="1005417" y="953500"/>
                  </a:lnTo>
                  <a:lnTo>
                    <a:pt x="975598" y="986028"/>
                  </a:lnTo>
                  <a:lnTo>
                    <a:pt x="943411" y="1016163"/>
                  </a:lnTo>
                  <a:lnTo>
                    <a:pt x="909005" y="1043757"/>
                  </a:lnTo>
                  <a:lnTo>
                    <a:pt x="872525" y="1068661"/>
                  </a:lnTo>
                  <a:lnTo>
                    <a:pt x="834121" y="1090726"/>
                  </a:lnTo>
                  <a:lnTo>
                    <a:pt x="793938" y="1109805"/>
                  </a:lnTo>
                  <a:lnTo>
                    <a:pt x="752124" y="1125748"/>
                  </a:lnTo>
                  <a:lnTo>
                    <a:pt x="708826" y="1138407"/>
                  </a:lnTo>
                  <a:lnTo>
                    <a:pt x="664191" y="1147632"/>
                  </a:lnTo>
                  <a:lnTo>
                    <a:pt x="618367" y="1153277"/>
                  </a:lnTo>
                  <a:lnTo>
                    <a:pt x="571500" y="1155192"/>
                  </a:lnTo>
                  <a:lnTo>
                    <a:pt x="524632" y="1153277"/>
                  </a:lnTo>
                  <a:lnTo>
                    <a:pt x="478808" y="1147632"/>
                  </a:lnTo>
                  <a:lnTo>
                    <a:pt x="434173" y="1138407"/>
                  </a:lnTo>
                  <a:lnTo>
                    <a:pt x="390875" y="1125748"/>
                  </a:lnTo>
                  <a:lnTo>
                    <a:pt x="349061" y="1109805"/>
                  </a:lnTo>
                  <a:lnTo>
                    <a:pt x="308878" y="1090726"/>
                  </a:lnTo>
                  <a:lnTo>
                    <a:pt x="270474" y="1068661"/>
                  </a:lnTo>
                  <a:lnTo>
                    <a:pt x="233994" y="1043757"/>
                  </a:lnTo>
                  <a:lnTo>
                    <a:pt x="199588" y="1016163"/>
                  </a:lnTo>
                  <a:lnTo>
                    <a:pt x="167401" y="986028"/>
                  </a:lnTo>
                  <a:lnTo>
                    <a:pt x="137582" y="953500"/>
                  </a:lnTo>
                  <a:lnTo>
                    <a:pt x="110276" y="918728"/>
                  </a:lnTo>
                  <a:lnTo>
                    <a:pt x="85632" y="881860"/>
                  </a:lnTo>
                  <a:lnTo>
                    <a:pt x="63796" y="843046"/>
                  </a:lnTo>
                  <a:lnTo>
                    <a:pt x="44916" y="802433"/>
                  </a:lnTo>
                  <a:lnTo>
                    <a:pt x="29138" y="760171"/>
                  </a:lnTo>
                  <a:lnTo>
                    <a:pt x="16611" y="716407"/>
                  </a:lnTo>
                  <a:lnTo>
                    <a:pt x="7480" y="671291"/>
                  </a:lnTo>
                  <a:lnTo>
                    <a:pt x="1894" y="624971"/>
                  </a:lnTo>
                  <a:lnTo>
                    <a:pt x="0" y="57759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930522" y="4315155"/>
            <a:ext cx="1663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𝑠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8051038" y="3953002"/>
            <a:ext cx="1154430" cy="1165225"/>
            <a:chOff x="8051038" y="3953002"/>
            <a:chExt cx="1154430" cy="1165225"/>
          </a:xfrm>
        </p:grpSpPr>
        <p:sp>
          <p:nvSpPr>
            <p:cNvPr id="14" name="object 14" descr=""/>
            <p:cNvSpPr/>
            <p:nvPr/>
          </p:nvSpPr>
          <p:spPr>
            <a:xfrm>
              <a:off x="8057388" y="3959352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570737" y="0"/>
                  </a:moveTo>
                  <a:lnTo>
                    <a:pt x="523928" y="1909"/>
                  </a:lnTo>
                  <a:lnTo>
                    <a:pt x="478160" y="7540"/>
                  </a:lnTo>
                  <a:lnTo>
                    <a:pt x="433581" y="16743"/>
                  </a:lnTo>
                  <a:lnTo>
                    <a:pt x="390339" y="29370"/>
                  </a:lnTo>
                  <a:lnTo>
                    <a:pt x="348579" y="45273"/>
                  </a:lnTo>
                  <a:lnTo>
                    <a:pt x="308449" y="64304"/>
                  </a:lnTo>
                  <a:lnTo>
                    <a:pt x="270095" y="86313"/>
                  </a:lnTo>
                  <a:lnTo>
                    <a:pt x="233665" y="111154"/>
                  </a:lnTo>
                  <a:lnTo>
                    <a:pt x="199306" y="138677"/>
                  </a:lnTo>
                  <a:lnTo>
                    <a:pt x="167163" y="168735"/>
                  </a:lnTo>
                  <a:lnTo>
                    <a:pt x="137385" y="201179"/>
                  </a:lnTo>
                  <a:lnTo>
                    <a:pt x="110118" y="235860"/>
                  </a:lnTo>
                  <a:lnTo>
                    <a:pt x="85508" y="272631"/>
                  </a:lnTo>
                  <a:lnTo>
                    <a:pt x="63703" y="311342"/>
                  </a:lnTo>
                  <a:lnTo>
                    <a:pt x="44850" y="351847"/>
                  </a:lnTo>
                  <a:lnTo>
                    <a:pt x="29096" y="393996"/>
                  </a:lnTo>
                  <a:lnTo>
                    <a:pt x="16586" y="437641"/>
                  </a:lnTo>
                  <a:lnTo>
                    <a:pt x="7469" y="482635"/>
                  </a:lnTo>
                  <a:lnTo>
                    <a:pt x="1891" y="528827"/>
                  </a:lnTo>
                  <a:lnTo>
                    <a:pt x="0" y="576072"/>
                  </a:lnTo>
                  <a:lnTo>
                    <a:pt x="1891" y="623316"/>
                  </a:lnTo>
                  <a:lnTo>
                    <a:pt x="7469" y="669508"/>
                  </a:lnTo>
                  <a:lnTo>
                    <a:pt x="16586" y="714502"/>
                  </a:lnTo>
                  <a:lnTo>
                    <a:pt x="29096" y="758147"/>
                  </a:lnTo>
                  <a:lnTo>
                    <a:pt x="44850" y="800296"/>
                  </a:lnTo>
                  <a:lnTo>
                    <a:pt x="63703" y="840801"/>
                  </a:lnTo>
                  <a:lnTo>
                    <a:pt x="85508" y="879512"/>
                  </a:lnTo>
                  <a:lnTo>
                    <a:pt x="110118" y="916283"/>
                  </a:lnTo>
                  <a:lnTo>
                    <a:pt x="137385" y="950964"/>
                  </a:lnTo>
                  <a:lnTo>
                    <a:pt x="167163" y="983408"/>
                  </a:lnTo>
                  <a:lnTo>
                    <a:pt x="199306" y="1013466"/>
                  </a:lnTo>
                  <a:lnTo>
                    <a:pt x="233665" y="1040989"/>
                  </a:lnTo>
                  <a:lnTo>
                    <a:pt x="270095" y="1065830"/>
                  </a:lnTo>
                  <a:lnTo>
                    <a:pt x="308449" y="1087839"/>
                  </a:lnTo>
                  <a:lnTo>
                    <a:pt x="348579" y="1106870"/>
                  </a:lnTo>
                  <a:lnTo>
                    <a:pt x="390339" y="1122773"/>
                  </a:lnTo>
                  <a:lnTo>
                    <a:pt x="433581" y="1135400"/>
                  </a:lnTo>
                  <a:lnTo>
                    <a:pt x="478160" y="1144603"/>
                  </a:lnTo>
                  <a:lnTo>
                    <a:pt x="523928" y="1150234"/>
                  </a:lnTo>
                  <a:lnTo>
                    <a:pt x="570737" y="1152144"/>
                  </a:lnTo>
                  <a:lnTo>
                    <a:pt x="617547" y="1150234"/>
                  </a:lnTo>
                  <a:lnTo>
                    <a:pt x="663315" y="1144603"/>
                  </a:lnTo>
                  <a:lnTo>
                    <a:pt x="707894" y="1135400"/>
                  </a:lnTo>
                  <a:lnTo>
                    <a:pt x="751136" y="1122773"/>
                  </a:lnTo>
                  <a:lnTo>
                    <a:pt x="792896" y="1106870"/>
                  </a:lnTo>
                  <a:lnTo>
                    <a:pt x="833026" y="1087839"/>
                  </a:lnTo>
                  <a:lnTo>
                    <a:pt x="871380" y="1065830"/>
                  </a:lnTo>
                  <a:lnTo>
                    <a:pt x="907810" y="1040989"/>
                  </a:lnTo>
                  <a:lnTo>
                    <a:pt x="942169" y="1013466"/>
                  </a:lnTo>
                  <a:lnTo>
                    <a:pt x="974312" y="983408"/>
                  </a:lnTo>
                  <a:lnTo>
                    <a:pt x="1004090" y="950964"/>
                  </a:lnTo>
                  <a:lnTo>
                    <a:pt x="1031357" y="916283"/>
                  </a:lnTo>
                  <a:lnTo>
                    <a:pt x="1055967" y="879512"/>
                  </a:lnTo>
                  <a:lnTo>
                    <a:pt x="1077772" y="840801"/>
                  </a:lnTo>
                  <a:lnTo>
                    <a:pt x="1096625" y="800296"/>
                  </a:lnTo>
                  <a:lnTo>
                    <a:pt x="1112379" y="758147"/>
                  </a:lnTo>
                  <a:lnTo>
                    <a:pt x="1124889" y="714502"/>
                  </a:lnTo>
                  <a:lnTo>
                    <a:pt x="1134006" y="669508"/>
                  </a:lnTo>
                  <a:lnTo>
                    <a:pt x="1139584" y="623316"/>
                  </a:lnTo>
                  <a:lnTo>
                    <a:pt x="1141476" y="576072"/>
                  </a:lnTo>
                  <a:lnTo>
                    <a:pt x="1139584" y="528827"/>
                  </a:lnTo>
                  <a:lnTo>
                    <a:pt x="1134006" y="482635"/>
                  </a:lnTo>
                  <a:lnTo>
                    <a:pt x="1124889" y="437641"/>
                  </a:lnTo>
                  <a:lnTo>
                    <a:pt x="1112379" y="393996"/>
                  </a:lnTo>
                  <a:lnTo>
                    <a:pt x="1096625" y="351847"/>
                  </a:lnTo>
                  <a:lnTo>
                    <a:pt x="1077772" y="311342"/>
                  </a:lnTo>
                  <a:lnTo>
                    <a:pt x="1055967" y="272631"/>
                  </a:lnTo>
                  <a:lnTo>
                    <a:pt x="1031357" y="235860"/>
                  </a:lnTo>
                  <a:lnTo>
                    <a:pt x="1004090" y="201179"/>
                  </a:lnTo>
                  <a:lnTo>
                    <a:pt x="974312" y="168735"/>
                  </a:lnTo>
                  <a:lnTo>
                    <a:pt x="942169" y="138677"/>
                  </a:lnTo>
                  <a:lnTo>
                    <a:pt x="907810" y="111154"/>
                  </a:lnTo>
                  <a:lnTo>
                    <a:pt x="871380" y="86313"/>
                  </a:lnTo>
                  <a:lnTo>
                    <a:pt x="833026" y="64304"/>
                  </a:lnTo>
                  <a:lnTo>
                    <a:pt x="792896" y="45273"/>
                  </a:lnTo>
                  <a:lnTo>
                    <a:pt x="751136" y="29370"/>
                  </a:lnTo>
                  <a:lnTo>
                    <a:pt x="707894" y="16743"/>
                  </a:lnTo>
                  <a:lnTo>
                    <a:pt x="663315" y="7540"/>
                  </a:lnTo>
                  <a:lnTo>
                    <a:pt x="617547" y="1909"/>
                  </a:lnTo>
                  <a:lnTo>
                    <a:pt x="5707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057388" y="3959352"/>
              <a:ext cx="1141730" cy="1152525"/>
            </a:xfrm>
            <a:custGeom>
              <a:avLst/>
              <a:gdLst/>
              <a:ahLst/>
              <a:cxnLst/>
              <a:rect l="l" t="t" r="r" b="b"/>
              <a:pathLst>
                <a:path w="1141729" h="1152525">
                  <a:moveTo>
                    <a:pt x="0" y="576072"/>
                  </a:moveTo>
                  <a:lnTo>
                    <a:pt x="1891" y="528827"/>
                  </a:lnTo>
                  <a:lnTo>
                    <a:pt x="7469" y="482635"/>
                  </a:lnTo>
                  <a:lnTo>
                    <a:pt x="16586" y="437641"/>
                  </a:lnTo>
                  <a:lnTo>
                    <a:pt x="29096" y="393996"/>
                  </a:lnTo>
                  <a:lnTo>
                    <a:pt x="44850" y="351847"/>
                  </a:lnTo>
                  <a:lnTo>
                    <a:pt x="63703" y="311342"/>
                  </a:lnTo>
                  <a:lnTo>
                    <a:pt x="85508" y="272631"/>
                  </a:lnTo>
                  <a:lnTo>
                    <a:pt x="110118" y="235860"/>
                  </a:lnTo>
                  <a:lnTo>
                    <a:pt x="137385" y="201179"/>
                  </a:lnTo>
                  <a:lnTo>
                    <a:pt x="167163" y="168735"/>
                  </a:lnTo>
                  <a:lnTo>
                    <a:pt x="199306" y="138677"/>
                  </a:lnTo>
                  <a:lnTo>
                    <a:pt x="233665" y="111154"/>
                  </a:lnTo>
                  <a:lnTo>
                    <a:pt x="270095" y="86313"/>
                  </a:lnTo>
                  <a:lnTo>
                    <a:pt x="308449" y="64304"/>
                  </a:lnTo>
                  <a:lnTo>
                    <a:pt x="348579" y="45273"/>
                  </a:lnTo>
                  <a:lnTo>
                    <a:pt x="390339" y="29370"/>
                  </a:lnTo>
                  <a:lnTo>
                    <a:pt x="433581" y="16743"/>
                  </a:lnTo>
                  <a:lnTo>
                    <a:pt x="478160" y="7540"/>
                  </a:lnTo>
                  <a:lnTo>
                    <a:pt x="523928" y="1909"/>
                  </a:lnTo>
                  <a:lnTo>
                    <a:pt x="570737" y="0"/>
                  </a:lnTo>
                  <a:lnTo>
                    <a:pt x="617547" y="1909"/>
                  </a:lnTo>
                  <a:lnTo>
                    <a:pt x="663315" y="7540"/>
                  </a:lnTo>
                  <a:lnTo>
                    <a:pt x="707894" y="16743"/>
                  </a:lnTo>
                  <a:lnTo>
                    <a:pt x="751136" y="29370"/>
                  </a:lnTo>
                  <a:lnTo>
                    <a:pt x="792896" y="45273"/>
                  </a:lnTo>
                  <a:lnTo>
                    <a:pt x="833026" y="64304"/>
                  </a:lnTo>
                  <a:lnTo>
                    <a:pt x="871380" y="86313"/>
                  </a:lnTo>
                  <a:lnTo>
                    <a:pt x="907810" y="111154"/>
                  </a:lnTo>
                  <a:lnTo>
                    <a:pt x="942169" y="138677"/>
                  </a:lnTo>
                  <a:lnTo>
                    <a:pt x="974312" y="168735"/>
                  </a:lnTo>
                  <a:lnTo>
                    <a:pt x="1004090" y="201179"/>
                  </a:lnTo>
                  <a:lnTo>
                    <a:pt x="1031357" y="235860"/>
                  </a:lnTo>
                  <a:lnTo>
                    <a:pt x="1055967" y="272631"/>
                  </a:lnTo>
                  <a:lnTo>
                    <a:pt x="1077772" y="311342"/>
                  </a:lnTo>
                  <a:lnTo>
                    <a:pt x="1096625" y="351847"/>
                  </a:lnTo>
                  <a:lnTo>
                    <a:pt x="1112379" y="393996"/>
                  </a:lnTo>
                  <a:lnTo>
                    <a:pt x="1124889" y="437641"/>
                  </a:lnTo>
                  <a:lnTo>
                    <a:pt x="1134006" y="482635"/>
                  </a:lnTo>
                  <a:lnTo>
                    <a:pt x="1139584" y="528827"/>
                  </a:lnTo>
                  <a:lnTo>
                    <a:pt x="1141476" y="576072"/>
                  </a:lnTo>
                  <a:lnTo>
                    <a:pt x="1139584" y="623316"/>
                  </a:lnTo>
                  <a:lnTo>
                    <a:pt x="1134006" y="669508"/>
                  </a:lnTo>
                  <a:lnTo>
                    <a:pt x="1124889" y="714502"/>
                  </a:lnTo>
                  <a:lnTo>
                    <a:pt x="1112379" y="758147"/>
                  </a:lnTo>
                  <a:lnTo>
                    <a:pt x="1096625" y="800296"/>
                  </a:lnTo>
                  <a:lnTo>
                    <a:pt x="1077772" y="840801"/>
                  </a:lnTo>
                  <a:lnTo>
                    <a:pt x="1055967" y="879512"/>
                  </a:lnTo>
                  <a:lnTo>
                    <a:pt x="1031357" y="916283"/>
                  </a:lnTo>
                  <a:lnTo>
                    <a:pt x="1004090" y="950964"/>
                  </a:lnTo>
                  <a:lnTo>
                    <a:pt x="974312" y="983408"/>
                  </a:lnTo>
                  <a:lnTo>
                    <a:pt x="942169" y="1013466"/>
                  </a:lnTo>
                  <a:lnTo>
                    <a:pt x="907810" y="1040989"/>
                  </a:lnTo>
                  <a:lnTo>
                    <a:pt x="871380" y="1065830"/>
                  </a:lnTo>
                  <a:lnTo>
                    <a:pt x="833026" y="1087839"/>
                  </a:lnTo>
                  <a:lnTo>
                    <a:pt x="792896" y="1106870"/>
                  </a:lnTo>
                  <a:lnTo>
                    <a:pt x="751136" y="1122773"/>
                  </a:lnTo>
                  <a:lnTo>
                    <a:pt x="707894" y="1135400"/>
                  </a:lnTo>
                  <a:lnTo>
                    <a:pt x="663315" y="1144603"/>
                  </a:lnTo>
                  <a:lnTo>
                    <a:pt x="617547" y="1150234"/>
                  </a:lnTo>
                  <a:lnTo>
                    <a:pt x="570737" y="1152144"/>
                  </a:lnTo>
                  <a:lnTo>
                    <a:pt x="523928" y="1150234"/>
                  </a:lnTo>
                  <a:lnTo>
                    <a:pt x="478160" y="1144603"/>
                  </a:lnTo>
                  <a:lnTo>
                    <a:pt x="433581" y="1135400"/>
                  </a:lnTo>
                  <a:lnTo>
                    <a:pt x="390339" y="1122773"/>
                  </a:lnTo>
                  <a:lnTo>
                    <a:pt x="348579" y="1106870"/>
                  </a:lnTo>
                  <a:lnTo>
                    <a:pt x="308449" y="1087839"/>
                  </a:lnTo>
                  <a:lnTo>
                    <a:pt x="270095" y="1065830"/>
                  </a:lnTo>
                  <a:lnTo>
                    <a:pt x="233665" y="1040989"/>
                  </a:lnTo>
                  <a:lnTo>
                    <a:pt x="199306" y="1013466"/>
                  </a:lnTo>
                  <a:lnTo>
                    <a:pt x="167163" y="983408"/>
                  </a:lnTo>
                  <a:lnTo>
                    <a:pt x="137385" y="950964"/>
                  </a:lnTo>
                  <a:lnTo>
                    <a:pt x="110118" y="916283"/>
                  </a:lnTo>
                  <a:lnTo>
                    <a:pt x="85508" y="879512"/>
                  </a:lnTo>
                  <a:lnTo>
                    <a:pt x="63703" y="840801"/>
                  </a:lnTo>
                  <a:lnTo>
                    <a:pt x="44850" y="800296"/>
                  </a:lnTo>
                  <a:lnTo>
                    <a:pt x="29096" y="758147"/>
                  </a:lnTo>
                  <a:lnTo>
                    <a:pt x="16586" y="714502"/>
                  </a:lnTo>
                  <a:lnTo>
                    <a:pt x="7469" y="669508"/>
                  </a:lnTo>
                  <a:lnTo>
                    <a:pt x="1891" y="623316"/>
                  </a:lnTo>
                  <a:lnTo>
                    <a:pt x="0" y="57607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8495156" y="4332808"/>
            <a:ext cx="19367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2655570" y="4033773"/>
            <a:ext cx="6469380" cy="1002030"/>
            <a:chOff x="2655570" y="4033773"/>
            <a:chExt cx="6469380" cy="1002030"/>
          </a:xfrm>
        </p:grpSpPr>
        <p:sp>
          <p:nvSpPr>
            <p:cNvPr id="18" name="object 18" descr=""/>
            <p:cNvSpPr/>
            <p:nvPr/>
          </p:nvSpPr>
          <p:spPr>
            <a:xfrm>
              <a:off x="8138160" y="4040123"/>
              <a:ext cx="980440" cy="989330"/>
            </a:xfrm>
            <a:custGeom>
              <a:avLst/>
              <a:gdLst/>
              <a:ahLst/>
              <a:cxnLst/>
              <a:rect l="l" t="t" r="r" b="b"/>
              <a:pathLst>
                <a:path w="980440" h="989329">
                  <a:moveTo>
                    <a:pt x="0" y="494538"/>
                  </a:moveTo>
                  <a:lnTo>
                    <a:pt x="2242" y="446902"/>
                  </a:lnTo>
                  <a:lnTo>
                    <a:pt x="8833" y="400550"/>
                  </a:lnTo>
                  <a:lnTo>
                    <a:pt x="19567" y="355687"/>
                  </a:lnTo>
                  <a:lnTo>
                    <a:pt x="34239" y="312521"/>
                  </a:lnTo>
                  <a:lnTo>
                    <a:pt x="52644" y="271260"/>
                  </a:lnTo>
                  <a:lnTo>
                    <a:pt x="74576" y="232109"/>
                  </a:lnTo>
                  <a:lnTo>
                    <a:pt x="99831" y="195277"/>
                  </a:lnTo>
                  <a:lnTo>
                    <a:pt x="128203" y="160969"/>
                  </a:lnTo>
                  <a:lnTo>
                    <a:pt x="159487" y="129394"/>
                  </a:lnTo>
                  <a:lnTo>
                    <a:pt x="193477" y="100758"/>
                  </a:lnTo>
                  <a:lnTo>
                    <a:pt x="229970" y="75269"/>
                  </a:lnTo>
                  <a:lnTo>
                    <a:pt x="268758" y="53132"/>
                  </a:lnTo>
                  <a:lnTo>
                    <a:pt x="309638" y="34557"/>
                  </a:lnTo>
                  <a:lnTo>
                    <a:pt x="352404" y="19749"/>
                  </a:lnTo>
                  <a:lnTo>
                    <a:pt x="396851" y="8915"/>
                  </a:lnTo>
                  <a:lnTo>
                    <a:pt x="442773" y="2263"/>
                  </a:lnTo>
                  <a:lnTo>
                    <a:pt x="489966" y="0"/>
                  </a:lnTo>
                  <a:lnTo>
                    <a:pt x="537158" y="2263"/>
                  </a:lnTo>
                  <a:lnTo>
                    <a:pt x="583080" y="8915"/>
                  </a:lnTo>
                  <a:lnTo>
                    <a:pt x="627527" y="19749"/>
                  </a:lnTo>
                  <a:lnTo>
                    <a:pt x="670293" y="34557"/>
                  </a:lnTo>
                  <a:lnTo>
                    <a:pt x="711173" y="53132"/>
                  </a:lnTo>
                  <a:lnTo>
                    <a:pt x="749961" y="75269"/>
                  </a:lnTo>
                  <a:lnTo>
                    <a:pt x="786454" y="100758"/>
                  </a:lnTo>
                  <a:lnTo>
                    <a:pt x="820444" y="129394"/>
                  </a:lnTo>
                  <a:lnTo>
                    <a:pt x="851728" y="160969"/>
                  </a:lnTo>
                  <a:lnTo>
                    <a:pt x="880100" y="195277"/>
                  </a:lnTo>
                  <a:lnTo>
                    <a:pt x="905355" y="232109"/>
                  </a:lnTo>
                  <a:lnTo>
                    <a:pt x="927287" y="271260"/>
                  </a:lnTo>
                  <a:lnTo>
                    <a:pt x="945692" y="312521"/>
                  </a:lnTo>
                  <a:lnTo>
                    <a:pt x="960364" y="355687"/>
                  </a:lnTo>
                  <a:lnTo>
                    <a:pt x="971098" y="400550"/>
                  </a:lnTo>
                  <a:lnTo>
                    <a:pt x="977689" y="446902"/>
                  </a:lnTo>
                  <a:lnTo>
                    <a:pt x="979932" y="494538"/>
                  </a:lnTo>
                  <a:lnTo>
                    <a:pt x="977689" y="542173"/>
                  </a:lnTo>
                  <a:lnTo>
                    <a:pt x="971098" y="588525"/>
                  </a:lnTo>
                  <a:lnTo>
                    <a:pt x="960364" y="633388"/>
                  </a:lnTo>
                  <a:lnTo>
                    <a:pt x="945692" y="676554"/>
                  </a:lnTo>
                  <a:lnTo>
                    <a:pt x="927287" y="717815"/>
                  </a:lnTo>
                  <a:lnTo>
                    <a:pt x="905355" y="756966"/>
                  </a:lnTo>
                  <a:lnTo>
                    <a:pt x="880100" y="793798"/>
                  </a:lnTo>
                  <a:lnTo>
                    <a:pt x="851728" y="828106"/>
                  </a:lnTo>
                  <a:lnTo>
                    <a:pt x="820444" y="859681"/>
                  </a:lnTo>
                  <a:lnTo>
                    <a:pt x="786454" y="888317"/>
                  </a:lnTo>
                  <a:lnTo>
                    <a:pt x="749961" y="913806"/>
                  </a:lnTo>
                  <a:lnTo>
                    <a:pt x="711173" y="935943"/>
                  </a:lnTo>
                  <a:lnTo>
                    <a:pt x="670293" y="954518"/>
                  </a:lnTo>
                  <a:lnTo>
                    <a:pt x="627527" y="969326"/>
                  </a:lnTo>
                  <a:lnTo>
                    <a:pt x="583080" y="980160"/>
                  </a:lnTo>
                  <a:lnTo>
                    <a:pt x="537158" y="986812"/>
                  </a:lnTo>
                  <a:lnTo>
                    <a:pt x="489966" y="989076"/>
                  </a:lnTo>
                  <a:lnTo>
                    <a:pt x="442773" y="986812"/>
                  </a:lnTo>
                  <a:lnTo>
                    <a:pt x="396851" y="980160"/>
                  </a:lnTo>
                  <a:lnTo>
                    <a:pt x="352404" y="969326"/>
                  </a:lnTo>
                  <a:lnTo>
                    <a:pt x="309638" y="954518"/>
                  </a:lnTo>
                  <a:lnTo>
                    <a:pt x="268758" y="935943"/>
                  </a:lnTo>
                  <a:lnTo>
                    <a:pt x="229970" y="913806"/>
                  </a:lnTo>
                  <a:lnTo>
                    <a:pt x="193477" y="888317"/>
                  </a:lnTo>
                  <a:lnTo>
                    <a:pt x="159487" y="859681"/>
                  </a:lnTo>
                  <a:lnTo>
                    <a:pt x="128203" y="828106"/>
                  </a:lnTo>
                  <a:lnTo>
                    <a:pt x="99831" y="793798"/>
                  </a:lnTo>
                  <a:lnTo>
                    <a:pt x="74576" y="756966"/>
                  </a:lnTo>
                  <a:lnTo>
                    <a:pt x="52644" y="717815"/>
                  </a:lnTo>
                  <a:lnTo>
                    <a:pt x="34239" y="676554"/>
                  </a:lnTo>
                  <a:lnTo>
                    <a:pt x="19567" y="633388"/>
                  </a:lnTo>
                  <a:lnTo>
                    <a:pt x="8833" y="588525"/>
                  </a:lnTo>
                  <a:lnTo>
                    <a:pt x="2242" y="542173"/>
                  </a:lnTo>
                  <a:lnTo>
                    <a:pt x="0" y="49453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655570" y="4474971"/>
              <a:ext cx="5403215" cy="103505"/>
            </a:xfrm>
            <a:custGeom>
              <a:avLst/>
              <a:gdLst/>
              <a:ahLst/>
              <a:cxnLst/>
              <a:rect l="l" t="t" r="r" b="b"/>
              <a:pathLst>
                <a:path w="5403215" h="103504">
                  <a:moveTo>
                    <a:pt x="823849" y="42926"/>
                  </a:moveTo>
                  <a:lnTo>
                    <a:pt x="795185" y="28575"/>
                  </a:lnTo>
                  <a:lnTo>
                    <a:pt x="738124" y="0"/>
                  </a:lnTo>
                  <a:lnTo>
                    <a:pt x="738124" y="28575"/>
                  </a:lnTo>
                  <a:lnTo>
                    <a:pt x="0" y="28575"/>
                  </a:lnTo>
                  <a:lnTo>
                    <a:pt x="0" y="57150"/>
                  </a:lnTo>
                  <a:lnTo>
                    <a:pt x="738124" y="57150"/>
                  </a:lnTo>
                  <a:lnTo>
                    <a:pt x="738124" y="85725"/>
                  </a:lnTo>
                  <a:lnTo>
                    <a:pt x="795350" y="57150"/>
                  </a:lnTo>
                  <a:lnTo>
                    <a:pt x="823849" y="42926"/>
                  </a:lnTo>
                  <a:close/>
                </a:path>
                <a:path w="5403215" h="103504">
                  <a:moveTo>
                    <a:pt x="5402961" y="60706"/>
                  </a:moveTo>
                  <a:lnTo>
                    <a:pt x="5373878" y="45974"/>
                  </a:lnTo>
                  <a:lnTo>
                    <a:pt x="5317490" y="17399"/>
                  </a:lnTo>
                  <a:lnTo>
                    <a:pt x="5317363" y="45910"/>
                  </a:lnTo>
                  <a:lnTo>
                    <a:pt x="1967611" y="28575"/>
                  </a:lnTo>
                  <a:lnTo>
                    <a:pt x="1967445" y="45974"/>
                  </a:lnTo>
                  <a:lnTo>
                    <a:pt x="1967357" y="57150"/>
                  </a:lnTo>
                  <a:lnTo>
                    <a:pt x="5317236" y="74485"/>
                  </a:lnTo>
                  <a:lnTo>
                    <a:pt x="5331447" y="74549"/>
                  </a:lnTo>
                  <a:lnTo>
                    <a:pt x="5317236" y="74549"/>
                  </a:lnTo>
                  <a:lnTo>
                    <a:pt x="5317109" y="103124"/>
                  </a:lnTo>
                  <a:lnTo>
                    <a:pt x="5374932" y="74549"/>
                  </a:lnTo>
                  <a:lnTo>
                    <a:pt x="5402961" y="607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245479" y="4083811"/>
              <a:ext cx="1025525" cy="328930"/>
            </a:xfrm>
            <a:custGeom>
              <a:avLst/>
              <a:gdLst/>
              <a:ahLst/>
              <a:cxnLst/>
              <a:rect l="l" t="t" r="r" b="b"/>
              <a:pathLst>
                <a:path w="1025525" h="328929">
                  <a:moveTo>
                    <a:pt x="920369" y="0"/>
                  </a:moveTo>
                  <a:lnTo>
                    <a:pt x="915670" y="13335"/>
                  </a:lnTo>
                  <a:lnTo>
                    <a:pt x="934720" y="21595"/>
                  </a:lnTo>
                  <a:lnTo>
                    <a:pt x="951102" y="33035"/>
                  </a:lnTo>
                  <a:lnTo>
                    <a:pt x="975868" y="65405"/>
                  </a:lnTo>
                  <a:lnTo>
                    <a:pt x="990441" y="109108"/>
                  </a:lnTo>
                  <a:lnTo>
                    <a:pt x="994031" y="134346"/>
                  </a:lnTo>
                  <a:lnTo>
                    <a:pt x="994084" y="134717"/>
                  </a:lnTo>
                  <a:lnTo>
                    <a:pt x="994064" y="191789"/>
                  </a:lnTo>
                  <a:lnTo>
                    <a:pt x="984261" y="241788"/>
                  </a:lnTo>
                  <a:lnTo>
                    <a:pt x="964719" y="280838"/>
                  </a:lnTo>
                  <a:lnTo>
                    <a:pt x="934914" y="307179"/>
                  </a:lnTo>
                  <a:lnTo>
                    <a:pt x="916177" y="315468"/>
                  </a:lnTo>
                  <a:lnTo>
                    <a:pt x="920369" y="328930"/>
                  </a:lnTo>
                  <a:lnTo>
                    <a:pt x="965247" y="307832"/>
                  </a:lnTo>
                  <a:lnTo>
                    <a:pt x="998220" y="271399"/>
                  </a:lnTo>
                  <a:lnTo>
                    <a:pt x="1018508" y="222599"/>
                  </a:lnTo>
                  <a:lnTo>
                    <a:pt x="1025271" y="164464"/>
                  </a:lnTo>
                  <a:lnTo>
                    <a:pt x="1023599" y="134717"/>
                  </a:lnTo>
                  <a:lnTo>
                    <a:pt x="1010001" y="80918"/>
                  </a:lnTo>
                  <a:lnTo>
                    <a:pt x="983091" y="37415"/>
                  </a:lnTo>
                  <a:lnTo>
                    <a:pt x="944229" y="8598"/>
                  </a:lnTo>
                  <a:lnTo>
                    <a:pt x="920369" y="0"/>
                  </a:lnTo>
                  <a:close/>
                </a:path>
                <a:path w="1025525" h="328929">
                  <a:moveTo>
                    <a:pt x="104901" y="0"/>
                  </a:moveTo>
                  <a:lnTo>
                    <a:pt x="60134" y="21066"/>
                  </a:lnTo>
                  <a:lnTo>
                    <a:pt x="27178" y="57657"/>
                  </a:lnTo>
                  <a:lnTo>
                    <a:pt x="6778" y="106489"/>
                  </a:lnTo>
                  <a:lnTo>
                    <a:pt x="92" y="162813"/>
                  </a:lnTo>
                  <a:lnTo>
                    <a:pt x="0" y="164464"/>
                  </a:lnTo>
                  <a:lnTo>
                    <a:pt x="1690" y="194710"/>
                  </a:lnTo>
                  <a:lnTo>
                    <a:pt x="15216" y="248154"/>
                  </a:lnTo>
                  <a:lnTo>
                    <a:pt x="42054" y="291550"/>
                  </a:lnTo>
                  <a:lnTo>
                    <a:pt x="80968" y="320280"/>
                  </a:lnTo>
                  <a:lnTo>
                    <a:pt x="104901" y="328930"/>
                  </a:lnTo>
                  <a:lnTo>
                    <a:pt x="109093" y="315468"/>
                  </a:lnTo>
                  <a:lnTo>
                    <a:pt x="90302" y="307179"/>
                  </a:lnTo>
                  <a:lnTo>
                    <a:pt x="74120" y="295640"/>
                  </a:lnTo>
                  <a:lnTo>
                    <a:pt x="49530" y="262763"/>
                  </a:lnTo>
                  <a:lnTo>
                    <a:pt x="34845" y="218122"/>
                  </a:lnTo>
                  <a:lnTo>
                    <a:pt x="30041" y="164464"/>
                  </a:lnTo>
                  <a:lnTo>
                    <a:pt x="29972" y="162813"/>
                  </a:lnTo>
                  <a:lnTo>
                    <a:pt x="31188" y="134717"/>
                  </a:lnTo>
                  <a:lnTo>
                    <a:pt x="40955" y="86000"/>
                  </a:lnTo>
                  <a:lnTo>
                    <a:pt x="60577" y="47642"/>
                  </a:lnTo>
                  <a:lnTo>
                    <a:pt x="90624" y="21595"/>
                  </a:lnTo>
                  <a:lnTo>
                    <a:pt x="109600" y="13335"/>
                  </a:lnTo>
                  <a:lnTo>
                    <a:pt x="10490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591312" y="2162555"/>
            <a:ext cx="10174605" cy="5232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556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  <a:tabLst>
                <a:tab pos="60579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3.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60">
                <a:latin typeface="Franklin Gothic Medium"/>
                <a:cs typeface="Franklin Gothic Medium"/>
              </a:rPr>
              <a:t>Simplify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expressions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780788" y="3982973"/>
            <a:ext cx="28600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581785" algn="l"/>
                <a:tab pos="2522220" algn="l"/>
              </a:tabLst>
            </a:pPr>
            <a:r>
              <a:rPr dirty="0" sz="2800">
                <a:solidFill>
                  <a:srgbClr val="C00000"/>
                </a:solidFill>
                <a:latin typeface="Franklin Gothic Medium"/>
                <a:cs typeface="Franklin Gothic Medium"/>
              </a:rPr>
              <a:t>(0</a:t>
            </a:r>
            <a:r>
              <a:rPr dirty="0" sz="2800" spc="-10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Cambria Math"/>
                <a:cs typeface="Cambria Math"/>
              </a:rPr>
              <a:t>1)</a:t>
            </a:r>
            <a:r>
              <a:rPr dirty="0" baseline="27100" sz="3075" spc="-30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800" spc="-20">
                <a:solidFill>
                  <a:srgbClr val="C00000"/>
                </a:solidFill>
                <a:latin typeface="Cambria Math"/>
                <a:cs typeface="Cambria Math"/>
              </a:rPr>
              <a:t>2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	0</a:t>
            </a:r>
            <a:r>
              <a:rPr dirty="0" sz="2800" spc="-2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∪</a:t>
            </a:r>
            <a:r>
              <a:rPr dirty="0" sz="2800" spc="-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 spc="-5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dirty="0" baseline="27100" sz="3075" spc="-37">
                <a:solidFill>
                  <a:srgbClr val="C00000"/>
                </a:solidFill>
                <a:latin typeface="Cambria Math"/>
                <a:cs typeface="Cambria Math"/>
              </a:rPr>
              <a:t>∗</a:t>
            </a:r>
            <a:r>
              <a:rPr dirty="0" sz="2800" spc="-25">
                <a:solidFill>
                  <a:srgbClr val="C00000"/>
                </a:solidFill>
                <a:latin typeface="Franklin Gothic Medium"/>
                <a:cs typeface="Franklin Gothic Medium"/>
              </a:rPr>
              <a:t>ε</a:t>
            </a:r>
            <a:endParaRPr sz="2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33603"/>
            <a:ext cx="24479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Quick</a:t>
            </a:r>
            <a:r>
              <a:rPr dirty="0" sz="3600" spc="-215"/>
              <a:t> </a:t>
            </a:r>
            <a:r>
              <a:rPr dirty="0" sz="3600" spc="-35"/>
              <a:t>review</a:t>
            </a:r>
            <a:endParaRPr sz="3600"/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603250" y="3642105"/>
          <a:ext cx="4545330" cy="2654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8215"/>
                <a:gridCol w="2228215"/>
              </a:tblGrid>
              <a:tr h="132715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1052195">
                        <a:lnSpc>
                          <a:spcPct val="100000"/>
                        </a:lnSpc>
                      </a:pPr>
                      <a:r>
                        <a:rPr dirty="0" sz="2800" spc="-2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Finite</a:t>
                      </a:r>
                      <a:r>
                        <a:rPr dirty="0" sz="2800" spc="-114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 </a:t>
                      </a:r>
                      <a:r>
                        <a:rPr dirty="0" sz="2800" spc="-1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Automata</a:t>
                      </a:r>
                      <a:endParaRPr sz="2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F2F9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27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739140">
                        <a:lnSpc>
                          <a:spcPct val="100000"/>
                        </a:lnSpc>
                      </a:pPr>
                      <a:r>
                        <a:rPr dirty="0" sz="2800" spc="-2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DFAs</a:t>
                      </a:r>
                      <a:endParaRPr sz="2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F2F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737870">
                        <a:lnSpc>
                          <a:spcPct val="100000"/>
                        </a:lnSpc>
                      </a:pPr>
                      <a:r>
                        <a:rPr dirty="0" sz="2800" spc="-20">
                          <a:solidFill>
                            <a:srgbClr val="FFFFFF"/>
                          </a:solidFill>
                          <a:latin typeface="Franklin Gothic Medium"/>
                          <a:cs typeface="Franklin Gothic Medium"/>
                        </a:rPr>
                        <a:t>NFAs</a:t>
                      </a:r>
                      <a:endParaRPr sz="2800">
                        <a:latin typeface="Franklin Gothic Medium"/>
                        <a:cs typeface="Franklin Gothic Medium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6F2F9F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3678935" y="1341119"/>
            <a:ext cx="4456430" cy="1868805"/>
          </a:xfrm>
          <a:prstGeom prst="rect">
            <a:avLst/>
          </a:prstGeom>
          <a:solidFill>
            <a:srgbClr val="EC207B"/>
          </a:solidFill>
          <a:ln w="12700">
            <a:solidFill>
              <a:srgbClr val="2E528F"/>
            </a:solidFill>
          </a:ln>
        </p:spPr>
        <p:txBody>
          <a:bodyPr wrap="square" lIns="0" tIns="3009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370"/>
              </a:spcBef>
            </a:pPr>
            <a:endParaRPr sz="2800">
              <a:latin typeface="Times New Roman"/>
              <a:cs typeface="Times New Roman"/>
            </a:endParaRPr>
          </a:p>
          <a:p>
            <a:pPr algn="ctr" marL="1905">
              <a:lnSpc>
                <a:spcPct val="100000"/>
              </a:lnSpc>
            </a:pPr>
            <a:r>
              <a:rPr dirty="0" sz="2800" spc="-30">
                <a:solidFill>
                  <a:srgbClr val="FFFFFF"/>
                </a:solidFill>
                <a:latin typeface="Franklin Gothic Medium"/>
                <a:cs typeface="Franklin Gothic Medium"/>
              </a:rPr>
              <a:t>Regular</a:t>
            </a:r>
            <a:r>
              <a:rPr dirty="0" sz="2800" spc="-11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Languages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749795" y="3648455"/>
            <a:ext cx="4456430" cy="2654935"/>
          </a:xfrm>
          <a:prstGeom prst="rect">
            <a:avLst/>
          </a:prstGeom>
          <a:solidFill>
            <a:srgbClr val="EC7C30"/>
          </a:solidFill>
          <a:ln w="12700">
            <a:solidFill>
              <a:srgbClr val="2E528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55"/>
              </a:spcBef>
            </a:pP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800" spc="-30">
                <a:solidFill>
                  <a:srgbClr val="FFFFFF"/>
                </a:solidFill>
                <a:latin typeface="Franklin Gothic Medium"/>
                <a:cs typeface="Franklin Gothic Medium"/>
              </a:rPr>
              <a:t>Regular</a:t>
            </a:r>
            <a:r>
              <a:rPr dirty="0" sz="2800" spc="-11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Expressions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3417696" y="3230498"/>
            <a:ext cx="361315" cy="383540"/>
          </a:xfrm>
          <a:custGeom>
            <a:avLst/>
            <a:gdLst/>
            <a:ahLst/>
            <a:cxnLst/>
            <a:rect l="l" t="t" r="r" b="b"/>
            <a:pathLst>
              <a:path w="361314" h="383539">
                <a:moveTo>
                  <a:pt x="321690" y="77977"/>
                </a:moveTo>
                <a:lnTo>
                  <a:pt x="92455" y="349885"/>
                </a:lnTo>
                <a:lnTo>
                  <a:pt x="131699" y="383031"/>
                </a:lnTo>
                <a:lnTo>
                  <a:pt x="360933" y="110998"/>
                </a:lnTo>
                <a:lnTo>
                  <a:pt x="321690" y="77977"/>
                </a:lnTo>
                <a:close/>
              </a:path>
              <a:path w="361314" h="383539">
                <a:moveTo>
                  <a:pt x="229235" y="0"/>
                </a:moveTo>
                <a:lnTo>
                  <a:pt x="0" y="272034"/>
                </a:lnTo>
                <a:lnTo>
                  <a:pt x="39242" y="305053"/>
                </a:lnTo>
                <a:lnTo>
                  <a:pt x="268477" y="33020"/>
                </a:lnTo>
                <a:lnTo>
                  <a:pt x="2292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155051" y="3242310"/>
            <a:ext cx="373380" cy="373380"/>
          </a:xfrm>
          <a:custGeom>
            <a:avLst/>
            <a:gdLst/>
            <a:ahLst/>
            <a:cxnLst/>
            <a:rect l="l" t="t" r="r" b="b"/>
            <a:pathLst>
              <a:path w="373379" h="373379">
                <a:moveTo>
                  <a:pt x="36322" y="85598"/>
                </a:moveTo>
                <a:lnTo>
                  <a:pt x="0" y="121919"/>
                </a:lnTo>
                <a:lnTo>
                  <a:pt x="251459" y="373379"/>
                </a:lnTo>
                <a:lnTo>
                  <a:pt x="287781" y="337057"/>
                </a:lnTo>
                <a:lnTo>
                  <a:pt x="36322" y="85598"/>
                </a:lnTo>
                <a:close/>
              </a:path>
              <a:path w="373379" h="373379">
                <a:moveTo>
                  <a:pt x="121793" y="0"/>
                </a:moveTo>
                <a:lnTo>
                  <a:pt x="85471" y="36322"/>
                </a:lnTo>
                <a:lnTo>
                  <a:pt x="337057" y="287909"/>
                </a:lnTo>
                <a:lnTo>
                  <a:pt x="373252" y="251587"/>
                </a:lnTo>
                <a:lnTo>
                  <a:pt x="1217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586221" y="4465142"/>
            <a:ext cx="472440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50">
                <a:latin typeface="Franklin Gothic Medium"/>
                <a:cs typeface="Franklin Gothic Medium"/>
              </a:rPr>
              <a:t>=</a:t>
            </a:r>
            <a:endParaRPr sz="6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43534" y="1300987"/>
            <a:ext cx="70688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latin typeface="Franklin Gothic Medium"/>
                <a:cs typeface="Franklin Gothic Medium"/>
              </a:rPr>
              <a:t>Nonregular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Languages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45">
                <a:latin typeface="Franklin Gothic Medium"/>
                <a:cs typeface="Franklin Gothic Medium"/>
              </a:rPr>
              <a:t>(Textbook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Section</a:t>
            </a:r>
            <a:r>
              <a:rPr dirty="0" sz="2800" spc="-13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1.4)</a:t>
            </a:r>
            <a:endParaRPr sz="2800">
              <a:latin typeface="Franklin Gothic Medium"/>
              <a:cs typeface="Franklin Gothic Medium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2192000" cy="993775"/>
            <a:chOff x="0" y="0"/>
            <a:chExt cx="12192000" cy="99377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99364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0"/>
              <a:ext cx="12192000" cy="923925"/>
            </a:xfrm>
            <a:custGeom>
              <a:avLst/>
              <a:gdLst/>
              <a:ahLst/>
              <a:cxnLst/>
              <a:rect l="l" t="t" r="r" b="b"/>
              <a:pathLst>
                <a:path w="12192000" h="923925">
                  <a:moveTo>
                    <a:pt x="12192000" y="0"/>
                  </a:moveTo>
                  <a:lnTo>
                    <a:pt x="0" y="0"/>
                  </a:lnTo>
                  <a:lnTo>
                    <a:pt x="0" y="923544"/>
                  </a:lnTo>
                  <a:lnTo>
                    <a:pt x="12192000" y="92354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E76E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Next</a:t>
            </a:r>
            <a:r>
              <a:rPr dirty="0" spc="-240"/>
              <a:t> </a:t>
            </a:r>
            <a:r>
              <a:rPr dirty="0" spc="-10"/>
              <a:t>Class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Jeronimo Grandi</dc:creator>
  <dc:title>PowerPoint Presentation</dc:title>
  <dcterms:created xsi:type="dcterms:W3CDTF">2025-02-25T15:01:55Z</dcterms:created>
  <dcterms:modified xsi:type="dcterms:W3CDTF">2025-02-25T15:01:55Z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2023-01-31T00:00:00Z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2025-02-25T00:00:00Z</vt:filetime>
  </property>
  <property fmtid="{D5CDD505-2E9C-101B-9397-08002B2CF9AE}" pid="5" name="Producer">
    <vt:lpwstr>Microsoft® PowerPoint® for Microsoft 365</vt:lpwstr>
  </property>
</Properties>
</file>